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4"/>
    <p:sldMasterId id="2147483708" r:id="rId5"/>
    <p:sldMasterId id="2147483721" r:id="rId6"/>
  </p:sldMasterIdLst>
  <p:notesMasterIdLst>
    <p:notesMasterId r:id="rId26"/>
  </p:notesMasterIdLst>
  <p:handoutMasterIdLst>
    <p:handoutMasterId r:id="rId27"/>
  </p:handoutMasterIdLst>
  <p:sldIdLst>
    <p:sldId id="477" r:id="rId7"/>
    <p:sldId id="480" r:id="rId8"/>
    <p:sldId id="481" r:id="rId9"/>
    <p:sldId id="287" r:id="rId10"/>
    <p:sldId id="289" r:id="rId11"/>
    <p:sldId id="288" r:id="rId12"/>
    <p:sldId id="290" r:id="rId13"/>
    <p:sldId id="293" r:id="rId14"/>
    <p:sldId id="295" r:id="rId15"/>
    <p:sldId id="294" r:id="rId16"/>
    <p:sldId id="291" r:id="rId17"/>
    <p:sldId id="297" r:id="rId18"/>
    <p:sldId id="298" r:id="rId19"/>
    <p:sldId id="299" r:id="rId20"/>
    <p:sldId id="300" r:id="rId21"/>
    <p:sldId id="301" r:id="rId22"/>
    <p:sldId id="303" r:id="rId23"/>
    <p:sldId id="479" r:id="rId24"/>
    <p:sldId id="4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CFF"/>
    <a:srgbClr val="4A66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F6CEB4-4A45-9974-FCEC-F1A0A2E53438}" v="18" dt="2026-10-04T16:20:06.794"/>
    <p1510:client id="{67D8E69F-5625-EC67-079F-1D231A2BF227}" v="4" dt="2026-10-04T13:44:20.3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83707" autoAdjust="0"/>
  </p:normalViewPr>
  <p:slideViewPr>
    <p:cSldViewPr snapToGrid="0">
      <p:cViewPr varScale="1">
        <p:scale>
          <a:sx n="85" d="100"/>
          <a:sy n="85" d="100"/>
        </p:scale>
        <p:origin x="45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MANA" userId="S::232311115@vu.edu.bd::8a82bcc2-ad2d-4aba-a47e-357c9326fa32" providerId="AD" clId="Web-{28F6CEB4-4A45-9974-FCEC-F1A0A2E53438}"/>
    <pc:docChg chg="modSld">
      <pc:chgData name="JUMANA" userId="S::232311115@vu.edu.bd::8a82bcc2-ad2d-4aba-a47e-357c9326fa32" providerId="AD" clId="Web-{28F6CEB4-4A45-9974-FCEC-F1A0A2E53438}" dt="2026-10-04T16:20:00.779" v="1" actId="1076"/>
      <pc:docMkLst>
        <pc:docMk/>
      </pc:docMkLst>
      <pc:sldChg chg="modSp">
        <pc:chgData name="JUMANA" userId="S::232311115@vu.edu.bd::8a82bcc2-ad2d-4aba-a47e-357c9326fa32" providerId="AD" clId="Web-{28F6CEB4-4A45-9974-FCEC-F1A0A2E53438}" dt="2026-10-04T16:20:00.779" v="1" actId="1076"/>
        <pc:sldMkLst>
          <pc:docMk/>
          <pc:sldMk cId="3651777198" sldId="287"/>
        </pc:sldMkLst>
        <pc:spChg chg="mod">
          <ac:chgData name="JUMANA" userId="S::232311115@vu.edu.bd::8a82bcc2-ad2d-4aba-a47e-357c9326fa32" providerId="AD" clId="Web-{28F6CEB4-4A45-9974-FCEC-F1A0A2E53438}" dt="2026-10-04T16:20:00.779" v="1" actId="1076"/>
          <ac:spMkLst>
            <pc:docMk/>
            <pc:sldMk cId="3651777198" sldId="287"/>
            <ac:spMk id="8" creationId="{9893099C-2A92-A46B-B049-655B39167E4B}"/>
          </ac:spMkLst>
        </pc:spChg>
      </pc:sldChg>
    </pc:docChg>
  </pc:docChgLst>
  <pc:docChgLst>
    <pc:chgData name="ABDULMOMIT TALUKDER" userId="S::232311320@vu.edu.bd::581e62c5-6113-4e9b-96b7-04bd404e2a04" providerId="AD" clId="Web-{20A4ADBA-138E-813D-F671-8223155E5459}"/>
    <pc:docChg chg="modSld">
      <pc:chgData name="ABDULMOMIT TALUKDER" userId="S::232311320@vu.edu.bd::581e62c5-6113-4e9b-96b7-04bd404e2a04" providerId="AD" clId="Web-{20A4ADBA-138E-813D-F671-8223155E5459}" dt="2026-09-29T02:58:49.866" v="29" actId="20577"/>
      <pc:docMkLst>
        <pc:docMk/>
      </pc:docMkLst>
      <pc:sldChg chg="modSp">
        <pc:chgData name="ABDULMOMIT TALUKDER" userId="S::232311320@vu.edu.bd::581e62c5-6113-4e9b-96b7-04bd404e2a04" providerId="AD" clId="Web-{20A4ADBA-138E-813D-F671-8223155E5459}" dt="2026-09-29T02:58:49.866" v="29" actId="20577"/>
        <pc:sldMkLst>
          <pc:docMk/>
          <pc:sldMk cId="3496005936" sldId="480"/>
        </pc:sldMkLst>
        <pc:spChg chg="mod">
          <ac:chgData name="ABDULMOMIT TALUKDER" userId="S::232311320@vu.edu.bd::581e62c5-6113-4e9b-96b7-04bd404e2a04" providerId="AD" clId="Web-{20A4ADBA-138E-813D-F671-8223155E5459}" dt="2026-09-29T02:56:34.470" v="1" actId="20577"/>
          <ac:spMkLst>
            <pc:docMk/>
            <pc:sldMk cId="3496005936" sldId="480"/>
            <ac:spMk id="2" creationId="{0B373CC1-2BE6-4682-B7B9-5C735C847386}"/>
          </ac:spMkLst>
        </pc:spChg>
        <pc:spChg chg="mod">
          <ac:chgData name="ABDULMOMIT TALUKDER" userId="S::232311320@vu.edu.bd::581e62c5-6113-4e9b-96b7-04bd404e2a04" providerId="AD" clId="Web-{20A4ADBA-138E-813D-F671-8223155E5459}" dt="2026-09-29T02:58:25.849" v="22" actId="20577"/>
          <ac:spMkLst>
            <pc:docMk/>
            <pc:sldMk cId="3496005936" sldId="480"/>
            <ac:spMk id="9" creationId="{194928F3-94B8-B05B-654A-13757530FF20}"/>
          </ac:spMkLst>
        </pc:spChg>
        <pc:spChg chg="mod">
          <ac:chgData name="ABDULMOMIT TALUKDER" userId="S::232311320@vu.edu.bd::581e62c5-6113-4e9b-96b7-04bd404e2a04" providerId="AD" clId="Web-{20A4ADBA-138E-813D-F671-8223155E5459}" dt="2026-09-29T02:58:49.866" v="29" actId="20577"/>
          <ac:spMkLst>
            <pc:docMk/>
            <pc:sldMk cId="3496005936" sldId="480"/>
            <ac:spMk id="11" creationId="{8C2EBCD4-EB35-811A-3DAE-37C816EBEE15}"/>
          </ac:spMkLst>
        </pc:spChg>
      </pc:sldChg>
    </pc:docChg>
  </pc:docChgLst>
  <pc:docChgLst>
    <pc:chgData name="AL SOUHARDO AUTHOI" userId="S::232311297@vu.edu.bd::0898d67e-156b-4da6-a330-ae9e26a0cf30" providerId="AD" clId="Web-{67D8E69F-5625-EC67-079F-1D231A2BF227}"/>
    <pc:docChg chg="modSld">
      <pc:chgData name="AL SOUHARDO AUTHOI" userId="S::232311297@vu.edu.bd::0898d67e-156b-4da6-a330-ae9e26a0cf30" providerId="AD" clId="Web-{67D8E69F-5625-EC67-079F-1D231A2BF227}" dt="2026-10-04T13:44:20.346" v="3" actId="20577"/>
      <pc:docMkLst>
        <pc:docMk/>
      </pc:docMkLst>
      <pc:sldChg chg="modSp">
        <pc:chgData name="AL SOUHARDO AUTHOI" userId="S::232311297@vu.edu.bd::0898d67e-156b-4da6-a330-ae9e26a0cf30" providerId="AD" clId="Web-{67D8E69F-5625-EC67-079F-1D231A2BF227}" dt="2026-10-04T13:44:20.346" v="3" actId="20577"/>
        <pc:sldMkLst>
          <pc:docMk/>
          <pc:sldMk cId="3496005936" sldId="480"/>
        </pc:sldMkLst>
        <pc:spChg chg="mod">
          <ac:chgData name="AL SOUHARDO AUTHOI" userId="S::232311297@vu.edu.bd::0898d67e-156b-4da6-a330-ae9e26a0cf30" providerId="AD" clId="Web-{67D8E69F-5625-EC67-079F-1D231A2BF227}" dt="2026-10-04T13:44:20.346" v="3" actId="20577"/>
          <ac:spMkLst>
            <pc:docMk/>
            <pc:sldMk cId="3496005936" sldId="480"/>
            <ac:spMk id="2" creationId="{0B373CC1-2BE6-4682-B7B9-5C735C84738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9DE3A1-B8DB-870D-B90D-4CF61DDD9E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433E10A-FA09-12BE-5010-14810F1411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B734F1-FE03-4592-AED5-8DCFA2A4C22B}" type="datetimeFigureOut">
              <a:rPr lang="en-US" smtClean="0"/>
              <a:t>10/4/2026</a:t>
            </a:fld>
            <a:endParaRPr lang="en-US"/>
          </a:p>
        </p:txBody>
      </p:sp>
      <p:sp>
        <p:nvSpPr>
          <p:cNvPr id="4" name="Footer Placeholder 3">
            <a:extLst>
              <a:ext uri="{FF2B5EF4-FFF2-40B4-BE49-F238E27FC236}">
                <a16:creationId xmlns:a16="http://schemas.microsoft.com/office/drawing/2014/main" id="{3E8AEA5D-CF2F-3D54-E716-8199F824BEC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C47046-9C43-9B5F-3CF4-C590FC2C05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8C986E-DB50-4238-A95C-DB0B341100F5}" type="slidenum">
              <a:rPr lang="en-US" smtClean="0"/>
              <a:t>‹#›</a:t>
            </a:fld>
            <a:endParaRPr lang="en-US"/>
          </a:p>
        </p:txBody>
      </p:sp>
    </p:spTree>
    <p:extLst>
      <p:ext uri="{BB962C8B-B14F-4D97-AF65-F5344CB8AC3E}">
        <p14:creationId xmlns:p14="http://schemas.microsoft.com/office/powerpoint/2010/main" val="176801384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E3EC7B-6C72-4FBB-87DF-2BD2CB7DC1E6}" type="datetimeFigureOut">
              <a:rPr lang="en-US" smtClean="0"/>
              <a:t>10/4/2026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2A795-6F94-4A96-B820-B9038480D048}" type="slidenum">
              <a:rPr lang="en-US" smtClean="0"/>
              <a:t>‹#›</a:t>
            </a:fld>
            <a:endParaRPr lang="en-US" dirty="0"/>
          </a:p>
        </p:txBody>
      </p:sp>
    </p:spTree>
    <p:extLst>
      <p:ext uri="{BB962C8B-B14F-4D97-AF65-F5344CB8AC3E}">
        <p14:creationId xmlns:p14="http://schemas.microsoft.com/office/powerpoint/2010/main" val="9664950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a:extLst>
            <a:ext uri="{FF2B5EF4-FFF2-40B4-BE49-F238E27FC236}">
              <a16:creationId xmlns:a16="http://schemas.microsoft.com/office/drawing/2014/main" id="{C146313A-F69D-77AC-64EA-9F8C6E6C86A3}"/>
            </a:ext>
          </a:extLst>
        </p:cNvPr>
        <p:cNvGrpSpPr/>
        <p:nvPr/>
      </p:nvGrpSpPr>
      <p:grpSpPr>
        <a:xfrm>
          <a:off x="0" y="0"/>
          <a:ext cx="0" cy="0"/>
          <a:chOff x="0" y="0"/>
          <a:chExt cx="0" cy="0"/>
        </a:xfrm>
      </p:grpSpPr>
      <p:sp>
        <p:nvSpPr>
          <p:cNvPr id="1687" name="Google Shape;1687;p:notes">
            <a:extLst>
              <a:ext uri="{FF2B5EF4-FFF2-40B4-BE49-F238E27FC236}">
                <a16:creationId xmlns:a16="http://schemas.microsoft.com/office/drawing/2014/main" id="{C7496489-6DF8-C2FD-546D-1445B73852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a:extLst>
              <a:ext uri="{FF2B5EF4-FFF2-40B4-BE49-F238E27FC236}">
                <a16:creationId xmlns:a16="http://schemas.microsoft.com/office/drawing/2014/main" id="{D5C39AF7-5075-B711-97C6-F90047C3A8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003303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05726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 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31" name="Google Shape;3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32" name="Google Shape;3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82492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wo Content" type="twoObj">
  <p:cSld name="Two Content">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38" name="Google Shape;38;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39" name="Google Shape;39;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830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omparison" type="twoTxTwoObj">
  <p:cSld name="Comparison">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47" name="Google Shape;47;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48" name="Google Shape;48;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18070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 Only">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52" name="Google Shape;5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53" name="Google Shape;5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39810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4"/>
        <p:cNvGrpSpPr/>
        <p:nvPr/>
      </p:nvGrpSpPr>
      <p:grpSpPr>
        <a:xfrm>
          <a:off x="0" y="0"/>
          <a:ext cx="0" cy="0"/>
          <a:chOff x="0" y="0"/>
          <a:chExt cx="0" cy="0"/>
        </a:xfrm>
      </p:grpSpPr>
      <p:sp>
        <p:nvSpPr>
          <p:cNvPr id="55" name="Google Shape;5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56" name="Google Shape;5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57" name="Google Shape;5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670357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Content with Caption">
    <p:spTree>
      <p:nvGrpSpPr>
        <p:cNvPr id="1" name="Shape 58"/>
        <p:cNvGrpSpPr/>
        <p:nvPr/>
      </p:nvGrpSpPr>
      <p:grpSpPr>
        <a:xfrm>
          <a:off x="0" y="0"/>
          <a:ext cx="0" cy="0"/>
          <a:chOff x="0" y="0"/>
          <a:chExt cx="0" cy="0"/>
        </a:xfrm>
      </p:grpSpPr>
      <p:sp>
        <p:nvSpPr>
          <p:cNvPr id="59" name="Google Shape;59;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63" name="Google Shape;6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64" name="Google Shape;6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69449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 with Caption">
    <p:spTree>
      <p:nvGrpSpPr>
        <p:cNvPr id="1" name="Shape 65"/>
        <p:cNvGrpSpPr/>
        <p:nvPr/>
      </p:nvGrpSpPr>
      <p:grpSpPr>
        <a:xfrm>
          <a:off x="0" y="0"/>
          <a:ext cx="0" cy="0"/>
          <a:chOff x="0" y="0"/>
          <a:chExt cx="0" cy="0"/>
        </a:xfrm>
      </p:grpSpPr>
      <p:sp>
        <p:nvSpPr>
          <p:cNvPr id="66" name="Google Shape;66;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7"/>
          <p:cNvSpPr>
            <a:spLocks noGrp="1"/>
          </p:cNvSpPr>
          <p:nvPr>
            <p:ph type="pic" idx="2"/>
          </p:nvPr>
        </p:nvSpPr>
        <p:spPr>
          <a:xfrm>
            <a:off x="5183188" y="987425"/>
            <a:ext cx="6172200" cy="4873625"/>
          </a:xfrm>
          <a:prstGeom prst="rect">
            <a:avLst/>
          </a:prstGeom>
          <a:noFill/>
          <a:ln>
            <a:noFill/>
          </a:ln>
        </p:spPr>
      </p:sp>
      <p:sp>
        <p:nvSpPr>
          <p:cNvPr id="68" name="Google Shape;68;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70" name="Google Shape;70;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71" name="Google Shape;71;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10794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76" name="Google Shape;7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77" name="Google Shape;7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978587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30.04.2026</a:t>
            </a:r>
            <a:endParaRPr/>
          </a:p>
        </p:txBody>
      </p:sp>
      <p:sp>
        <p:nvSpPr>
          <p:cNvPr id="82" name="Google Shape;8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Thesis Title:</a:t>
            </a:r>
            <a:endParaRPr/>
          </a:p>
        </p:txBody>
      </p:sp>
      <p:sp>
        <p:nvSpPr>
          <p:cNvPr id="83" name="Google Shape;8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91234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7DD00-D8A6-FFE6-1D51-5B1B9A818A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B2E523-62DA-2F9F-DF74-6EE6A06D5C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50D723-1FC3-E92F-D34E-A19068EBD141}"/>
              </a:ext>
            </a:extLst>
          </p:cNvPr>
          <p:cNvSpPr>
            <a:spLocks noGrp="1"/>
          </p:cNvSpPr>
          <p:nvPr>
            <p:ph type="dt" sz="half" idx="10"/>
          </p:nvPr>
        </p:nvSpPr>
        <p:spPr/>
        <p:txBody>
          <a:bodyPr/>
          <a:lstStyle/>
          <a:p>
            <a:r>
              <a:rPr lang="en-US"/>
              <a:t>30.04.2026</a:t>
            </a:r>
          </a:p>
        </p:txBody>
      </p:sp>
      <p:sp>
        <p:nvSpPr>
          <p:cNvPr id="5" name="Footer Placeholder 4">
            <a:extLst>
              <a:ext uri="{FF2B5EF4-FFF2-40B4-BE49-F238E27FC236}">
                <a16:creationId xmlns:a16="http://schemas.microsoft.com/office/drawing/2014/main" id="{F736AEBB-083D-10CD-1566-6C8D3E35EB5E}"/>
              </a:ext>
            </a:extLst>
          </p:cNvPr>
          <p:cNvSpPr>
            <a:spLocks noGrp="1"/>
          </p:cNvSpPr>
          <p:nvPr>
            <p:ph type="ftr" sz="quarter" idx="11"/>
          </p:nvPr>
        </p:nvSpPr>
        <p:spPr/>
        <p:txBody>
          <a:bodyPr/>
          <a:lstStyle/>
          <a:p>
            <a:r>
              <a:rPr lang="en-US"/>
              <a:t>Thesis Title:</a:t>
            </a:r>
          </a:p>
        </p:txBody>
      </p:sp>
      <p:sp>
        <p:nvSpPr>
          <p:cNvPr id="6" name="Slide Number Placeholder 5">
            <a:extLst>
              <a:ext uri="{FF2B5EF4-FFF2-40B4-BE49-F238E27FC236}">
                <a16:creationId xmlns:a16="http://schemas.microsoft.com/office/drawing/2014/main" id="{2391C9A2-77FC-A68C-F9D7-7060331C20CB}"/>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396524485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BD8F6-B06B-31F7-5599-172FC3B57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12E11A-0B99-9B2B-05B2-66CE293185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559894-BF23-C75B-3E4F-909176AA186E}"/>
              </a:ext>
            </a:extLst>
          </p:cNvPr>
          <p:cNvSpPr>
            <a:spLocks noGrp="1"/>
          </p:cNvSpPr>
          <p:nvPr>
            <p:ph type="dt" sz="half" idx="10"/>
          </p:nvPr>
        </p:nvSpPr>
        <p:spPr/>
        <p:txBody>
          <a:bodyPr/>
          <a:lstStyle/>
          <a:p>
            <a:r>
              <a:rPr lang="en-US"/>
              <a:t>30.04.2026</a:t>
            </a:r>
          </a:p>
        </p:txBody>
      </p:sp>
      <p:sp>
        <p:nvSpPr>
          <p:cNvPr id="5" name="Footer Placeholder 4">
            <a:extLst>
              <a:ext uri="{FF2B5EF4-FFF2-40B4-BE49-F238E27FC236}">
                <a16:creationId xmlns:a16="http://schemas.microsoft.com/office/drawing/2014/main" id="{C09719FD-1019-D562-5462-0628DEFD8C5B}"/>
              </a:ext>
            </a:extLst>
          </p:cNvPr>
          <p:cNvSpPr>
            <a:spLocks noGrp="1"/>
          </p:cNvSpPr>
          <p:nvPr>
            <p:ph type="ftr" sz="quarter" idx="11"/>
          </p:nvPr>
        </p:nvSpPr>
        <p:spPr/>
        <p:txBody>
          <a:bodyPr/>
          <a:lstStyle/>
          <a:p>
            <a:r>
              <a:rPr lang="en-US"/>
              <a:t>Thesis Title:</a:t>
            </a:r>
          </a:p>
        </p:txBody>
      </p:sp>
      <p:sp>
        <p:nvSpPr>
          <p:cNvPr id="6" name="Slide Number Placeholder 5">
            <a:extLst>
              <a:ext uri="{FF2B5EF4-FFF2-40B4-BE49-F238E27FC236}">
                <a16:creationId xmlns:a16="http://schemas.microsoft.com/office/drawing/2014/main" id="{EB293A5F-D359-FED3-4774-3F8F33D88439}"/>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25978966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F879B-2566-3F2B-53EC-AC416BDC488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542106-E818-F344-48E0-E1BCDE69AFE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85C287-1924-8CE3-D2B6-E1C8CD2DC26D}"/>
              </a:ext>
            </a:extLst>
          </p:cNvPr>
          <p:cNvSpPr>
            <a:spLocks noGrp="1"/>
          </p:cNvSpPr>
          <p:nvPr>
            <p:ph type="dt" sz="half" idx="10"/>
          </p:nvPr>
        </p:nvSpPr>
        <p:spPr/>
        <p:txBody>
          <a:bodyPr/>
          <a:lstStyle/>
          <a:p>
            <a:r>
              <a:rPr lang="en-US"/>
              <a:t>30.04.2026</a:t>
            </a:r>
          </a:p>
        </p:txBody>
      </p:sp>
      <p:sp>
        <p:nvSpPr>
          <p:cNvPr id="5" name="Footer Placeholder 4">
            <a:extLst>
              <a:ext uri="{FF2B5EF4-FFF2-40B4-BE49-F238E27FC236}">
                <a16:creationId xmlns:a16="http://schemas.microsoft.com/office/drawing/2014/main" id="{B2592893-126B-EA41-F643-871F741A8783}"/>
              </a:ext>
            </a:extLst>
          </p:cNvPr>
          <p:cNvSpPr>
            <a:spLocks noGrp="1"/>
          </p:cNvSpPr>
          <p:nvPr>
            <p:ph type="ftr" sz="quarter" idx="11"/>
          </p:nvPr>
        </p:nvSpPr>
        <p:spPr/>
        <p:txBody>
          <a:bodyPr/>
          <a:lstStyle/>
          <a:p>
            <a:r>
              <a:rPr lang="en-US"/>
              <a:t>Thesis Title:</a:t>
            </a:r>
          </a:p>
        </p:txBody>
      </p:sp>
      <p:sp>
        <p:nvSpPr>
          <p:cNvPr id="6" name="Slide Number Placeholder 5">
            <a:extLst>
              <a:ext uri="{FF2B5EF4-FFF2-40B4-BE49-F238E27FC236}">
                <a16:creationId xmlns:a16="http://schemas.microsoft.com/office/drawing/2014/main" id="{9B1735F9-97A2-D32F-D6AB-DAAC3B46D76E}"/>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15434504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D09C8-7AE9-A52E-960C-C5E5E41C90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1CC3A7-A7B7-8370-FE9E-D3BAE2274D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D3C772-1C2E-5EDD-4AC1-EB8029B860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8F0A72D-4A36-5BD8-03A4-2C94AEFA0755}"/>
              </a:ext>
            </a:extLst>
          </p:cNvPr>
          <p:cNvSpPr>
            <a:spLocks noGrp="1"/>
          </p:cNvSpPr>
          <p:nvPr>
            <p:ph type="dt" sz="half" idx="10"/>
          </p:nvPr>
        </p:nvSpPr>
        <p:spPr/>
        <p:txBody>
          <a:bodyPr/>
          <a:lstStyle/>
          <a:p>
            <a:r>
              <a:rPr lang="en-US"/>
              <a:t>30.04.2026</a:t>
            </a:r>
          </a:p>
        </p:txBody>
      </p:sp>
      <p:sp>
        <p:nvSpPr>
          <p:cNvPr id="6" name="Footer Placeholder 5">
            <a:extLst>
              <a:ext uri="{FF2B5EF4-FFF2-40B4-BE49-F238E27FC236}">
                <a16:creationId xmlns:a16="http://schemas.microsoft.com/office/drawing/2014/main" id="{1861FD67-7D31-E5E2-6F65-8B5A150F6DC1}"/>
              </a:ext>
            </a:extLst>
          </p:cNvPr>
          <p:cNvSpPr>
            <a:spLocks noGrp="1"/>
          </p:cNvSpPr>
          <p:nvPr>
            <p:ph type="ftr" sz="quarter" idx="11"/>
          </p:nvPr>
        </p:nvSpPr>
        <p:spPr/>
        <p:txBody>
          <a:bodyPr/>
          <a:lstStyle/>
          <a:p>
            <a:r>
              <a:rPr lang="en-US"/>
              <a:t>Thesis Title:</a:t>
            </a:r>
          </a:p>
        </p:txBody>
      </p:sp>
      <p:sp>
        <p:nvSpPr>
          <p:cNvPr id="7" name="Slide Number Placeholder 6">
            <a:extLst>
              <a:ext uri="{FF2B5EF4-FFF2-40B4-BE49-F238E27FC236}">
                <a16:creationId xmlns:a16="http://schemas.microsoft.com/office/drawing/2014/main" id="{E81D3FCD-064A-CF29-2641-CA5C20C88FB0}"/>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25032778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2AF3F-D47E-3291-A943-A690796D29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7ABD21-86FD-36E6-E2B2-9357D9D1DC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3BE4AC-B07E-5ADC-878D-A50E1264F1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77D239-5DB9-C747-199B-76598BAC23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8153-380E-9C53-7E42-37FBB37DFA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A865C-662B-D242-C173-57F22C884006}"/>
              </a:ext>
            </a:extLst>
          </p:cNvPr>
          <p:cNvSpPr>
            <a:spLocks noGrp="1"/>
          </p:cNvSpPr>
          <p:nvPr>
            <p:ph type="dt" sz="half" idx="10"/>
          </p:nvPr>
        </p:nvSpPr>
        <p:spPr/>
        <p:txBody>
          <a:bodyPr/>
          <a:lstStyle/>
          <a:p>
            <a:r>
              <a:rPr lang="en-US"/>
              <a:t>30.04.2026</a:t>
            </a:r>
          </a:p>
        </p:txBody>
      </p:sp>
      <p:sp>
        <p:nvSpPr>
          <p:cNvPr id="8" name="Footer Placeholder 7">
            <a:extLst>
              <a:ext uri="{FF2B5EF4-FFF2-40B4-BE49-F238E27FC236}">
                <a16:creationId xmlns:a16="http://schemas.microsoft.com/office/drawing/2014/main" id="{D26AB2DE-2C0A-4BE3-6AC3-22FAC96C9B40}"/>
              </a:ext>
            </a:extLst>
          </p:cNvPr>
          <p:cNvSpPr>
            <a:spLocks noGrp="1"/>
          </p:cNvSpPr>
          <p:nvPr>
            <p:ph type="ftr" sz="quarter" idx="11"/>
          </p:nvPr>
        </p:nvSpPr>
        <p:spPr/>
        <p:txBody>
          <a:bodyPr/>
          <a:lstStyle/>
          <a:p>
            <a:r>
              <a:rPr lang="en-US"/>
              <a:t>Thesis Title:</a:t>
            </a:r>
          </a:p>
        </p:txBody>
      </p:sp>
      <p:sp>
        <p:nvSpPr>
          <p:cNvPr id="9" name="Slide Number Placeholder 8">
            <a:extLst>
              <a:ext uri="{FF2B5EF4-FFF2-40B4-BE49-F238E27FC236}">
                <a16:creationId xmlns:a16="http://schemas.microsoft.com/office/drawing/2014/main" id="{B0796EF7-8D93-AE70-30DE-B8793095571C}"/>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156123396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A3554-9E3C-0820-0EDE-FCF9DB5279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8203D1-0DE5-C332-63D9-4C89CB7D7897}"/>
              </a:ext>
            </a:extLst>
          </p:cNvPr>
          <p:cNvSpPr>
            <a:spLocks noGrp="1"/>
          </p:cNvSpPr>
          <p:nvPr>
            <p:ph type="dt" sz="half" idx="10"/>
          </p:nvPr>
        </p:nvSpPr>
        <p:spPr/>
        <p:txBody>
          <a:bodyPr/>
          <a:lstStyle/>
          <a:p>
            <a:r>
              <a:rPr lang="en-US"/>
              <a:t>30.04.2026</a:t>
            </a:r>
          </a:p>
        </p:txBody>
      </p:sp>
      <p:sp>
        <p:nvSpPr>
          <p:cNvPr id="4" name="Footer Placeholder 3">
            <a:extLst>
              <a:ext uri="{FF2B5EF4-FFF2-40B4-BE49-F238E27FC236}">
                <a16:creationId xmlns:a16="http://schemas.microsoft.com/office/drawing/2014/main" id="{6ECADB96-6248-4C9B-49A1-FDFEEB246F58}"/>
              </a:ext>
            </a:extLst>
          </p:cNvPr>
          <p:cNvSpPr>
            <a:spLocks noGrp="1"/>
          </p:cNvSpPr>
          <p:nvPr>
            <p:ph type="ftr" sz="quarter" idx="11"/>
          </p:nvPr>
        </p:nvSpPr>
        <p:spPr/>
        <p:txBody>
          <a:bodyPr/>
          <a:lstStyle/>
          <a:p>
            <a:r>
              <a:rPr lang="en-US"/>
              <a:t>Thesis Title:</a:t>
            </a:r>
          </a:p>
        </p:txBody>
      </p:sp>
      <p:sp>
        <p:nvSpPr>
          <p:cNvPr id="5" name="Slide Number Placeholder 4">
            <a:extLst>
              <a:ext uri="{FF2B5EF4-FFF2-40B4-BE49-F238E27FC236}">
                <a16:creationId xmlns:a16="http://schemas.microsoft.com/office/drawing/2014/main" id="{6DC721B3-8C99-C629-19A0-2E3346098CA5}"/>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37158193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141A9B-3141-77DA-178B-126A068C5805}"/>
              </a:ext>
            </a:extLst>
          </p:cNvPr>
          <p:cNvSpPr>
            <a:spLocks noGrp="1"/>
          </p:cNvSpPr>
          <p:nvPr>
            <p:ph type="dt" sz="half" idx="10"/>
          </p:nvPr>
        </p:nvSpPr>
        <p:spPr/>
        <p:txBody>
          <a:bodyPr/>
          <a:lstStyle/>
          <a:p>
            <a:r>
              <a:rPr lang="en-US"/>
              <a:t>30.04.2026</a:t>
            </a:r>
          </a:p>
        </p:txBody>
      </p:sp>
      <p:sp>
        <p:nvSpPr>
          <p:cNvPr id="3" name="Footer Placeholder 2">
            <a:extLst>
              <a:ext uri="{FF2B5EF4-FFF2-40B4-BE49-F238E27FC236}">
                <a16:creationId xmlns:a16="http://schemas.microsoft.com/office/drawing/2014/main" id="{663E7D8D-9D94-5C9E-E6D9-FBF57D46D122}"/>
              </a:ext>
            </a:extLst>
          </p:cNvPr>
          <p:cNvSpPr>
            <a:spLocks noGrp="1"/>
          </p:cNvSpPr>
          <p:nvPr>
            <p:ph type="ftr" sz="quarter" idx="11"/>
          </p:nvPr>
        </p:nvSpPr>
        <p:spPr/>
        <p:txBody>
          <a:bodyPr/>
          <a:lstStyle/>
          <a:p>
            <a:r>
              <a:rPr lang="en-US"/>
              <a:t>Thesis Title:</a:t>
            </a:r>
          </a:p>
        </p:txBody>
      </p:sp>
      <p:sp>
        <p:nvSpPr>
          <p:cNvPr id="4" name="Slide Number Placeholder 3">
            <a:extLst>
              <a:ext uri="{FF2B5EF4-FFF2-40B4-BE49-F238E27FC236}">
                <a16:creationId xmlns:a16="http://schemas.microsoft.com/office/drawing/2014/main" id="{A390F8FC-A0FB-D8D6-800B-291E9883D012}"/>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33556979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E148E-8810-C92B-438C-2CCBB4DBD4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3A295A-6A61-0862-AC34-F04384599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9C69961-8112-BFF3-12F6-171A48B368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58D837-E02E-2A11-7094-C56EE2132870}"/>
              </a:ext>
            </a:extLst>
          </p:cNvPr>
          <p:cNvSpPr>
            <a:spLocks noGrp="1"/>
          </p:cNvSpPr>
          <p:nvPr>
            <p:ph type="dt" sz="half" idx="10"/>
          </p:nvPr>
        </p:nvSpPr>
        <p:spPr/>
        <p:txBody>
          <a:bodyPr/>
          <a:lstStyle/>
          <a:p>
            <a:r>
              <a:rPr lang="en-US"/>
              <a:t>30.04.2026</a:t>
            </a:r>
          </a:p>
        </p:txBody>
      </p:sp>
      <p:sp>
        <p:nvSpPr>
          <p:cNvPr id="6" name="Footer Placeholder 5">
            <a:extLst>
              <a:ext uri="{FF2B5EF4-FFF2-40B4-BE49-F238E27FC236}">
                <a16:creationId xmlns:a16="http://schemas.microsoft.com/office/drawing/2014/main" id="{ED82C506-3CBA-A1A1-8E4D-DC276F2FF03B}"/>
              </a:ext>
            </a:extLst>
          </p:cNvPr>
          <p:cNvSpPr>
            <a:spLocks noGrp="1"/>
          </p:cNvSpPr>
          <p:nvPr>
            <p:ph type="ftr" sz="quarter" idx="11"/>
          </p:nvPr>
        </p:nvSpPr>
        <p:spPr/>
        <p:txBody>
          <a:bodyPr/>
          <a:lstStyle/>
          <a:p>
            <a:r>
              <a:rPr lang="en-US"/>
              <a:t>Thesis Title:</a:t>
            </a:r>
          </a:p>
        </p:txBody>
      </p:sp>
      <p:sp>
        <p:nvSpPr>
          <p:cNvPr id="7" name="Slide Number Placeholder 6">
            <a:extLst>
              <a:ext uri="{FF2B5EF4-FFF2-40B4-BE49-F238E27FC236}">
                <a16:creationId xmlns:a16="http://schemas.microsoft.com/office/drawing/2014/main" id="{CFF398FE-AD3E-00F0-FD60-384311422192}"/>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23954560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970FD-C485-8063-C3A6-27D287DDAB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92695B-9A31-64A2-1162-C061DF74CD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BCD0E0-9EED-1D6B-663F-8843082B6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54A549-D30A-0FB7-81B7-35E50E26F400}"/>
              </a:ext>
            </a:extLst>
          </p:cNvPr>
          <p:cNvSpPr>
            <a:spLocks noGrp="1"/>
          </p:cNvSpPr>
          <p:nvPr>
            <p:ph type="dt" sz="half" idx="10"/>
          </p:nvPr>
        </p:nvSpPr>
        <p:spPr/>
        <p:txBody>
          <a:bodyPr/>
          <a:lstStyle/>
          <a:p>
            <a:r>
              <a:rPr lang="en-US"/>
              <a:t>30.04.2026</a:t>
            </a:r>
          </a:p>
        </p:txBody>
      </p:sp>
      <p:sp>
        <p:nvSpPr>
          <p:cNvPr id="6" name="Footer Placeholder 5">
            <a:extLst>
              <a:ext uri="{FF2B5EF4-FFF2-40B4-BE49-F238E27FC236}">
                <a16:creationId xmlns:a16="http://schemas.microsoft.com/office/drawing/2014/main" id="{0B0B1DEE-2F2B-75C2-54A3-8E934994D872}"/>
              </a:ext>
            </a:extLst>
          </p:cNvPr>
          <p:cNvSpPr>
            <a:spLocks noGrp="1"/>
          </p:cNvSpPr>
          <p:nvPr>
            <p:ph type="ftr" sz="quarter" idx="11"/>
          </p:nvPr>
        </p:nvSpPr>
        <p:spPr/>
        <p:txBody>
          <a:bodyPr/>
          <a:lstStyle/>
          <a:p>
            <a:r>
              <a:rPr lang="en-US"/>
              <a:t>Thesis Title:</a:t>
            </a:r>
          </a:p>
        </p:txBody>
      </p:sp>
      <p:sp>
        <p:nvSpPr>
          <p:cNvPr id="7" name="Slide Number Placeholder 6">
            <a:extLst>
              <a:ext uri="{FF2B5EF4-FFF2-40B4-BE49-F238E27FC236}">
                <a16:creationId xmlns:a16="http://schemas.microsoft.com/office/drawing/2014/main" id="{2F7CEC4A-E372-D3F4-6F89-38B06DBEDB40}"/>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39229425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C03C1-5025-E213-3CA5-5B54E5BA64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55A0FC-8469-1C6F-30B1-A68AAA0728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28452-96FE-F658-D876-DF9AB6C59E66}"/>
              </a:ext>
            </a:extLst>
          </p:cNvPr>
          <p:cNvSpPr>
            <a:spLocks noGrp="1"/>
          </p:cNvSpPr>
          <p:nvPr>
            <p:ph type="dt" sz="half" idx="10"/>
          </p:nvPr>
        </p:nvSpPr>
        <p:spPr/>
        <p:txBody>
          <a:bodyPr/>
          <a:lstStyle/>
          <a:p>
            <a:r>
              <a:rPr lang="en-US"/>
              <a:t>30.04.2026</a:t>
            </a:r>
          </a:p>
        </p:txBody>
      </p:sp>
      <p:sp>
        <p:nvSpPr>
          <p:cNvPr id="5" name="Footer Placeholder 4">
            <a:extLst>
              <a:ext uri="{FF2B5EF4-FFF2-40B4-BE49-F238E27FC236}">
                <a16:creationId xmlns:a16="http://schemas.microsoft.com/office/drawing/2014/main" id="{D5C66D87-C87D-CFF1-1AFE-9664D7EB2A65}"/>
              </a:ext>
            </a:extLst>
          </p:cNvPr>
          <p:cNvSpPr>
            <a:spLocks noGrp="1"/>
          </p:cNvSpPr>
          <p:nvPr>
            <p:ph type="ftr" sz="quarter" idx="11"/>
          </p:nvPr>
        </p:nvSpPr>
        <p:spPr/>
        <p:txBody>
          <a:bodyPr/>
          <a:lstStyle/>
          <a:p>
            <a:r>
              <a:rPr lang="en-US"/>
              <a:t>Thesis Title:</a:t>
            </a:r>
          </a:p>
        </p:txBody>
      </p:sp>
      <p:sp>
        <p:nvSpPr>
          <p:cNvPr id="6" name="Slide Number Placeholder 5">
            <a:extLst>
              <a:ext uri="{FF2B5EF4-FFF2-40B4-BE49-F238E27FC236}">
                <a16:creationId xmlns:a16="http://schemas.microsoft.com/office/drawing/2014/main" id="{BEED8A83-FA13-CB36-95F2-C23C0CE3746B}"/>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42792623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162016-5EEF-46EA-64CA-13A6752E4C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BD3CE0-74F1-6B48-7D11-E486798CE1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407358-93E6-6EA9-3828-1BB2BEFDDF6E}"/>
              </a:ext>
            </a:extLst>
          </p:cNvPr>
          <p:cNvSpPr>
            <a:spLocks noGrp="1"/>
          </p:cNvSpPr>
          <p:nvPr>
            <p:ph type="dt" sz="half" idx="10"/>
          </p:nvPr>
        </p:nvSpPr>
        <p:spPr/>
        <p:txBody>
          <a:bodyPr/>
          <a:lstStyle/>
          <a:p>
            <a:r>
              <a:rPr lang="en-US"/>
              <a:t>30.04.2026</a:t>
            </a:r>
          </a:p>
        </p:txBody>
      </p:sp>
      <p:sp>
        <p:nvSpPr>
          <p:cNvPr id="5" name="Footer Placeholder 4">
            <a:extLst>
              <a:ext uri="{FF2B5EF4-FFF2-40B4-BE49-F238E27FC236}">
                <a16:creationId xmlns:a16="http://schemas.microsoft.com/office/drawing/2014/main" id="{2580ED34-F771-0998-3FBB-9C4F0B7396BA}"/>
              </a:ext>
            </a:extLst>
          </p:cNvPr>
          <p:cNvSpPr>
            <a:spLocks noGrp="1"/>
          </p:cNvSpPr>
          <p:nvPr>
            <p:ph type="ftr" sz="quarter" idx="11"/>
          </p:nvPr>
        </p:nvSpPr>
        <p:spPr/>
        <p:txBody>
          <a:bodyPr/>
          <a:lstStyle/>
          <a:p>
            <a:r>
              <a:rPr lang="en-US"/>
              <a:t>Thesis Title:</a:t>
            </a:r>
          </a:p>
        </p:txBody>
      </p:sp>
      <p:sp>
        <p:nvSpPr>
          <p:cNvPr id="6" name="Slide Number Placeholder 5">
            <a:extLst>
              <a:ext uri="{FF2B5EF4-FFF2-40B4-BE49-F238E27FC236}">
                <a16:creationId xmlns:a16="http://schemas.microsoft.com/office/drawing/2014/main" id="{FC260965-B9D8-F7BB-8D02-EA8E901520EC}"/>
              </a:ext>
            </a:extLst>
          </p:cNvPr>
          <p:cNvSpPr>
            <a:spLocks noGrp="1"/>
          </p:cNvSpPr>
          <p:nvPr>
            <p:ph type="sldNum" sz="quarter" idx="12"/>
          </p:nvPr>
        </p:nvSpPr>
        <p:spPr/>
        <p:txBody>
          <a:bodyPr/>
          <a:lstStyle/>
          <a:p>
            <a:fld id="{095940FD-2653-45E3-BCC6-2D83FBEEA870}" type="slidenum">
              <a:rPr lang="en-US" smtClean="0"/>
              <a:t>‹#›</a:t>
            </a:fld>
            <a:endParaRPr lang="en-US"/>
          </a:p>
        </p:txBody>
      </p:sp>
    </p:spTree>
    <p:extLst>
      <p:ext uri="{BB962C8B-B14F-4D97-AF65-F5344CB8AC3E}">
        <p14:creationId xmlns:p14="http://schemas.microsoft.com/office/powerpoint/2010/main" val="257115835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Title only 3">
  <p:cSld name="Title only 3">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1194800" y="2645933"/>
            <a:ext cx="4609600" cy="17228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cxnSp>
        <p:nvCxnSpPr>
          <p:cNvPr id="1228" name="Google Shape;1228;p25"/>
          <p:cNvCxnSpPr/>
          <p:nvPr/>
        </p:nvCxnSpPr>
        <p:spPr>
          <a:xfrm>
            <a:off x="2194567" y="697500"/>
            <a:ext cx="2230000" cy="1680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rot="10800000" flipH="1">
            <a:off x="1070733" y="706233"/>
            <a:ext cx="1106000" cy="991200"/>
          </a:xfrm>
          <a:prstGeom prst="straightConnector1">
            <a:avLst/>
          </a:prstGeom>
          <a:noFill/>
          <a:ln w="9525" cap="flat" cmpd="sng">
            <a:solidFill>
              <a:schemeClr val="dk2"/>
            </a:solidFill>
            <a:prstDash val="solid"/>
            <a:round/>
            <a:headEnd type="none" w="med" len="med"/>
            <a:tailEnd type="none" w="med" len="med"/>
          </a:ln>
        </p:spPr>
      </p:cxnSp>
      <p:cxnSp>
        <p:nvCxnSpPr>
          <p:cNvPr id="1230" name="Google Shape;1230;p25"/>
          <p:cNvCxnSpPr/>
          <p:nvPr/>
        </p:nvCxnSpPr>
        <p:spPr>
          <a:xfrm>
            <a:off x="0" y="86933"/>
            <a:ext cx="1062000" cy="1584000"/>
          </a:xfrm>
          <a:prstGeom prst="straightConnector1">
            <a:avLst/>
          </a:prstGeom>
          <a:noFill/>
          <a:ln w="9525" cap="flat" cmpd="sng">
            <a:solidFill>
              <a:schemeClr val="dk2"/>
            </a:solidFill>
            <a:prstDash val="solid"/>
            <a:round/>
            <a:headEnd type="none" w="med" len="med"/>
            <a:tailEnd type="none" w="med" len="med"/>
          </a:ln>
        </p:spPr>
      </p:cxnSp>
      <p:grpSp>
        <p:nvGrpSpPr>
          <p:cNvPr id="1231" name="Google Shape;1231;p25"/>
          <p:cNvGrpSpPr/>
          <p:nvPr/>
        </p:nvGrpSpPr>
        <p:grpSpPr>
          <a:xfrm flipH="1">
            <a:off x="665867" y="1279567"/>
            <a:ext cx="775733" cy="776467"/>
            <a:chOff x="8064275" y="887850"/>
            <a:chExt cx="581800" cy="582350"/>
          </a:xfrm>
        </p:grpSpPr>
        <p:sp>
          <p:nvSpPr>
            <p:cNvPr id="1232" name="Google Shape;1232;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3" name="Google Shape;1233;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4" name="Google Shape;1234;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5" name="Google Shape;1235;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6" name="Google Shape;1236;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7" name="Google Shape;1237;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38" name="Google Shape;1238;p25"/>
          <p:cNvGrpSpPr/>
          <p:nvPr/>
        </p:nvGrpSpPr>
        <p:grpSpPr>
          <a:xfrm flipH="1">
            <a:off x="2000534" y="517467"/>
            <a:ext cx="389367" cy="390100"/>
            <a:chOff x="7353050" y="316275"/>
            <a:chExt cx="292025" cy="292575"/>
          </a:xfrm>
        </p:grpSpPr>
        <p:sp>
          <p:nvSpPr>
            <p:cNvPr id="1239" name="Google Shape;1239;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0" name="Google Shape;1240;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43" name="Google Shape;1243;p25"/>
          <p:cNvSpPr/>
          <p:nvPr/>
        </p:nvSpPr>
        <p:spPr>
          <a:xfrm flipH="1">
            <a:off x="4221708" y="663510"/>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4" name="Google Shape;1244;p25"/>
          <p:cNvSpPr/>
          <p:nvPr/>
        </p:nvSpPr>
        <p:spPr>
          <a:xfrm flipH="1">
            <a:off x="4218719" y="660133"/>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5" name="Google Shape;1245;p25"/>
          <p:cNvSpPr/>
          <p:nvPr/>
        </p:nvSpPr>
        <p:spPr>
          <a:xfrm flipH="1">
            <a:off x="4270374" y="71217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6" name="Google Shape;1246;p25"/>
          <p:cNvSpPr/>
          <p:nvPr/>
        </p:nvSpPr>
        <p:spPr>
          <a:xfrm flipH="1">
            <a:off x="4267368" y="708803"/>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7" name="Google Shape;1247;p25"/>
          <p:cNvSpPr/>
          <p:nvPr/>
        </p:nvSpPr>
        <p:spPr>
          <a:xfrm flipH="1">
            <a:off x="4323522" y="764946"/>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8" name="Google Shape;1248;p25"/>
          <p:cNvSpPr/>
          <p:nvPr/>
        </p:nvSpPr>
        <p:spPr>
          <a:xfrm flipH="1">
            <a:off x="4320146" y="76195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49" name="Google Shape;1249;p25"/>
          <p:cNvGrpSpPr/>
          <p:nvPr/>
        </p:nvGrpSpPr>
        <p:grpSpPr>
          <a:xfrm flipH="1">
            <a:off x="4702817" y="481467"/>
            <a:ext cx="233351" cy="36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2" name="Google Shape;125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3" name="Google Shape;1253;p25"/>
          <p:cNvGrpSpPr/>
          <p:nvPr/>
        </p:nvGrpSpPr>
        <p:grpSpPr>
          <a:xfrm flipH="1">
            <a:off x="640550" y="323600"/>
            <a:ext cx="233351" cy="36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7" name="Google Shape;1257;p25"/>
          <p:cNvGrpSpPr/>
          <p:nvPr/>
        </p:nvGrpSpPr>
        <p:grpSpPr>
          <a:xfrm flipH="1">
            <a:off x="1202283" y="2204833"/>
            <a:ext cx="233351" cy="36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261" name="Google Shape;1261;p25"/>
          <p:cNvCxnSpPr/>
          <p:nvPr/>
        </p:nvCxnSpPr>
        <p:spPr>
          <a:xfrm>
            <a:off x="1055200" y="5616533"/>
            <a:ext cx="1542800" cy="7236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5"/>
          <p:cNvCxnSpPr/>
          <p:nvPr/>
        </p:nvCxnSpPr>
        <p:spPr>
          <a:xfrm rot="10800000" flipH="1">
            <a:off x="0" y="5627233"/>
            <a:ext cx="1055200" cy="1115200"/>
          </a:xfrm>
          <a:prstGeom prst="straightConnector1">
            <a:avLst/>
          </a:prstGeom>
          <a:noFill/>
          <a:ln w="9525" cap="flat" cmpd="sng">
            <a:solidFill>
              <a:schemeClr val="dk2"/>
            </a:solidFill>
            <a:prstDash val="solid"/>
            <a:round/>
            <a:headEnd type="none" w="med" len="med"/>
            <a:tailEnd type="none" w="med" len="med"/>
          </a:ln>
        </p:spPr>
      </p:cxnSp>
      <p:grpSp>
        <p:nvGrpSpPr>
          <p:cNvPr id="1263" name="Google Shape;1263;p25"/>
          <p:cNvGrpSpPr/>
          <p:nvPr/>
        </p:nvGrpSpPr>
        <p:grpSpPr>
          <a:xfrm rot="10800000">
            <a:off x="665867" y="5254567"/>
            <a:ext cx="775733" cy="776467"/>
            <a:chOff x="8064275" y="887850"/>
            <a:chExt cx="581800" cy="582350"/>
          </a:xfrm>
        </p:grpSpPr>
        <p:sp>
          <p:nvSpPr>
            <p:cNvPr id="1264" name="Google Shape;1264;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9" name="Google Shape;1269;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70" name="Google Shape;1270;p25"/>
          <p:cNvGrpSpPr/>
          <p:nvPr/>
        </p:nvGrpSpPr>
        <p:grpSpPr>
          <a:xfrm rot="10800000">
            <a:off x="2426101" y="6115667"/>
            <a:ext cx="389367" cy="390100"/>
            <a:chOff x="7353050" y="316275"/>
            <a:chExt cx="292025" cy="292575"/>
          </a:xfrm>
        </p:grpSpPr>
        <p:sp>
          <p:nvSpPr>
            <p:cNvPr id="1271" name="Google Shape;1271;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2" name="Google Shape;1272;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3" name="Google Shape;1273;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4" name="Google Shape;1274;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75" name="Google Shape;1275;p25"/>
          <p:cNvGrpSpPr/>
          <p:nvPr/>
        </p:nvGrpSpPr>
        <p:grpSpPr>
          <a:xfrm rot="10800000">
            <a:off x="283367" y="6194067"/>
            <a:ext cx="233333" cy="233333"/>
            <a:chOff x="8792300" y="321275"/>
            <a:chExt cx="175000" cy="175000"/>
          </a:xfrm>
        </p:grpSpPr>
        <p:sp>
          <p:nvSpPr>
            <p:cNvPr id="1276" name="Google Shape;1276;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7" name="Google Shape;1277;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8" name="Google Shape;1278;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9" name="Google Shape;1279;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0" name="Google Shape;1280;p25"/>
          <p:cNvGrpSpPr/>
          <p:nvPr/>
        </p:nvGrpSpPr>
        <p:grpSpPr>
          <a:xfrm rot="10800000">
            <a:off x="640550" y="6469767"/>
            <a:ext cx="233351" cy="36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2" name="Google Shape;1282;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3" name="Google Shape;1283;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4" name="Google Shape;1284;p25"/>
          <p:cNvGrpSpPr/>
          <p:nvPr/>
        </p:nvGrpSpPr>
        <p:grpSpPr>
          <a:xfrm rot="10800000">
            <a:off x="1405483" y="5198133"/>
            <a:ext cx="233351" cy="36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6" name="Google Shape;1286;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7" name="Google Shape;1287;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8900626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slid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6998208" y="2670048"/>
            <a:ext cx="4352400" cy="2389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6933"/>
            </a:lvl1pPr>
            <a:lvl2pPr lvl="1" algn="r" rtl="0">
              <a:spcBef>
                <a:spcPts val="0"/>
              </a:spcBef>
              <a:spcAft>
                <a:spcPts val="0"/>
              </a:spcAft>
              <a:buSzPts val="5200"/>
              <a:buNone/>
              <a:defRPr sz="6933"/>
            </a:lvl2pPr>
            <a:lvl3pPr lvl="2" algn="r" rtl="0">
              <a:spcBef>
                <a:spcPts val="0"/>
              </a:spcBef>
              <a:spcAft>
                <a:spcPts val="0"/>
              </a:spcAft>
              <a:buSzPts val="5200"/>
              <a:buNone/>
              <a:defRPr sz="6933"/>
            </a:lvl3pPr>
            <a:lvl4pPr lvl="3" algn="r" rtl="0">
              <a:spcBef>
                <a:spcPts val="0"/>
              </a:spcBef>
              <a:spcAft>
                <a:spcPts val="0"/>
              </a:spcAft>
              <a:buSzPts val="5200"/>
              <a:buNone/>
              <a:defRPr sz="6933"/>
            </a:lvl4pPr>
            <a:lvl5pPr lvl="4" algn="r" rtl="0">
              <a:spcBef>
                <a:spcPts val="0"/>
              </a:spcBef>
              <a:spcAft>
                <a:spcPts val="0"/>
              </a:spcAft>
              <a:buSzPts val="5200"/>
              <a:buNone/>
              <a:defRPr sz="6933"/>
            </a:lvl5pPr>
            <a:lvl6pPr lvl="5" algn="r" rtl="0">
              <a:spcBef>
                <a:spcPts val="0"/>
              </a:spcBef>
              <a:spcAft>
                <a:spcPts val="0"/>
              </a:spcAft>
              <a:buSzPts val="5200"/>
              <a:buNone/>
              <a:defRPr sz="6933"/>
            </a:lvl6pPr>
            <a:lvl7pPr lvl="6" algn="r" rtl="0">
              <a:spcBef>
                <a:spcPts val="0"/>
              </a:spcBef>
              <a:spcAft>
                <a:spcPts val="0"/>
              </a:spcAft>
              <a:buSzPts val="5200"/>
              <a:buNone/>
              <a:defRPr sz="6933"/>
            </a:lvl7pPr>
            <a:lvl8pPr lvl="7" algn="r" rtl="0">
              <a:spcBef>
                <a:spcPts val="0"/>
              </a:spcBef>
              <a:spcAft>
                <a:spcPts val="0"/>
              </a:spcAft>
              <a:buSzPts val="5200"/>
              <a:buNone/>
              <a:defRPr sz="6933"/>
            </a:lvl8pPr>
            <a:lvl9pPr lvl="8" algn="r" rtl="0">
              <a:spcBef>
                <a:spcPts val="0"/>
              </a:spcBef>
              <a:spcAft>
                <a:spcPts val="0"/>
              </a:spcAft>
              <a:buSzPts val="5200"/>
              <a:buNone/>
              <a:defRPr sz="6933"/>
            </a:lvl9pPr>
          </a:lstStyle>
          <a:p>
            <a:endParaRPr/>
          </a:p>
        </p:txBody>
      </p:sp>
      <p:sp>
        <p:nvSpPr>
          <p:cNvPr id="9" name="Google Shape;9;p2"/>
          <p:cNvSpPr txBox="1">
            <a:spLocks noGrp="1"/>
          </p:cNvSpPr>
          <p:nvPr>
            <p:ph type="subTitle" idx="1"/>
          </p:nvPr>
        </p:nvSpPr>
        <p:spPr>
          <a:xfrm>
            <a:off x="6998208" y="4962144"/>
            <a:ext cx="4352400" cy="119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3733">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7769400" y="601733"/>
            <a:ext cx="2230000" cy="168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10017233" y="610467"/>
            <a:ext cx="1106000" cy="9912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11131967" y="-8833"/>
            <a:ext cx="1062000" cy="1584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10752367" y="1183800"/>
            <a:ext cx="775733" cy="776467"/>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 name="Google Shape;20;p2"/>
          <p:cNvGrpSpPr/>
          <p:nvPr/>
        </p:nvGrpSpPr>
        <p:grpSpPr>
          <a:xfrm>
            <a:off x="9804067" y="421701"/>
            <a:ext cx="389367" cy="390100"/>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5" name="Google Shape;25;p2"/>
          <p:cNvSpPr/>
          <p:nvPr/>
        </p:nvSpPr>
        <p:spPr>
          <a:xfrm>
            <a:off x="7587440" y="567744"/>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7584434" y="564367"/>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7636092" y="616413"/>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7633104" y="613036"/>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7688877" y="66918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7685887" y="666190"/>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1" name="Google Shape;31;p2"/>
          <p:cNvGrpSpPr/>
          <p:nvPr/>
        </p:nvGrpSpPr>
        <p:grpSpPr>
          <a:xfrm>
            <a:off x="7257800" y="385700"/>
            <a:ext cx="233351" cy="36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 name="Google Shape;35;p2"/>
          <p:cNvGrpSpPr/>
          <p:nvPr/>
        </p:nvGrpSpPr>
        <p:grpSpPr>
          <a:xfrm>
            <a:off x="11320067" y="227833"/>
            <a:ext cx="233351" cy="36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9" name="Google Shape;39;p2"/>
          <p:cNvGrpSpPr/>
          <p:nvPr/>
        </p:nvGrpSpPr>
        <p:grpSpPr>
          <a:xfrm>
            <a:off x="10758334" y="2109067"/>
            <a:ext cx="233351" cy="36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3331822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Section title and description">
  <p:cSld name="Section title and 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1194816" y="2718816"/>
            <a:ext cx="4754800" cy="18168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440" name="Google Shape;440;p9"/>
          <p:cNvSpPr txBox="1">
            <a:spLocks noGrp="1"/>
          </p:cNvSpPr>
          <p:nvPr>
            <p:ph type="body" idx="1"/>
          </p:nvPr>
        </p:nvSpPr>
        <p:spPr>
          <a:xfrm>
            <a:off x="6532200" y="1095800"/>
            <a:ext cx="4128000" cy="4638400"/>
          </a:xfrm>
          <a:prstGeom prst="rect">
            <a:avLst/>
          </a:prstGeom>
          <a:noFill/>
          <a:ln>
            <a:noFill/>
          </a:ln>
        </p:spPr>
        <p:txBody>
          <a:bodyPr spcFirstLastPara="1" wrap="square" lIns="91425" tIns="91425" rIns="91425" bIns="91425" anchor="t" anchorCtr="0">
            <a:noAutofit/>
          </a:bodyPr>
          <a:lstStyle>
            <a:lvl1pPr marL="609585" lvl="0"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1219170" lvl="1"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828754" lvl="2"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2438339" lvl="3"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3047924" lvl="4"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3657509" lvl="5"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4267093" lvl="6"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4876678" lvl="7"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5486263" lvl="8" indent="-423323">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2194567" y="697500"/>
            <a:ext cx="2230000" cy="168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1070733" y="706233"/>
            <a:ext cx="1106000" cy="9912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86933"/>
            <a:ext cx="1062000" cy="1584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665867" y="1279567"/>
            <a:ext cx="775733" cy="776467"/>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51" name="Google Shape;451;p9"/>
          <p:cNvGrpSpPr/>
          <p:nvPr/>
        </p:nvGrpSpPr>
        <p:grpSpPr>
          <a:xfrm flipH="1">
            <a:off x="2000534" y="517467"/>
            <a:ext cx="389367" cy="390100"/>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56" name="Google Shape;456;p9"/>
          <p:cNvSpPr/>
          <p:nvPr/>
        </p:nvSpPr>
        <p:spPr>
          <a:xfrm flipH="1">
            <a:off x="4221708" y="663510"/>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7" name="Google Shape;457;p9"/>
          <p:cNvSpPr/>
          <p:nvPr/>
        </p:nvSpPr>
        <p:spPr>
          <a:xfrm flipH="1">
            <a:off x="4218719" y="660133"/>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8" name="Google Shape;458;p9"/>
          <p:cNvSpPr/>
          <p:nvPr/>
        </p:nvSpPr>
        <p:spPr>
          <a:xfrm flipH="1">
            <a:off x="4270374" y="71217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9" name="Google Shape;459;p9"/>
          <p:cNvSpPr/>
          <p:nvPr/>
        </p:nvSpPr>
        <p:spPr>
          <a:xfrm flipH="1">
            <a:off x="4267368" y="708803"/>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0" name="Google Shape;460;p9"/>
          <p:cNvSpPr/>
          <p:nvPr/>
        </p:nvSpPr>
        <p:spPr>
          <a:xfrm flipH="1">
            <a:off x="4323522" y="764946"/>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1" name="Google Shape;461;p9"/>
          <p:cNvSpPr/>
          <p:nvPr/>
        </p:nvSpPr>
        <p:spPr>
          <a:xfrm flipH="1">
            <a:off x="4320146" y="76195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62" name="Google Shape;462;p9"/>
          <p:cNvGrpSpPr/>
          <p:nvPr/>
        </p:nvGrpSpPr>
        <p:grpSpPr>
          <a:xfrm flipH="1">
            <a:off x="4702817" y="481467"/>
            <a:ext cx="233351" cy="36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66" name="Google Shape;466;p9"/>
          <p:cNvGrpSpPr/>
          <p:nvPr/>
        </p:nvGrpSpPr>
        <p:grpSpPr>
          <a:xfrm flipH="1">
            <a:off x="640550" y="323600"/>
            <a:ext cx="233351" cy="36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70" name="Google Shape;470;p9"/>
          <p:cNvGrpSpPr/>
          <p:nvPr/>
        </p:nvGrpSpPr>
        <p:grpSpPr>
          <a:xfrm flipH="1">
            <a:off x="1202283" y="2204833"/>
            <a:ext cx="233351" cy="36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474" name="Google Shape;474;p9"/>
          <p:cNvCxnSpPr/>
          <p:nvPr/>
        </p:nvCxnSpPr>
        <p:spPr>
          <a:xfrm>
            <a:off x="1055200" y="5616533"/>
            <a:ext cx="1542800" cy="7236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5627233"/>
            <a:ext cx="1055200" cy="11152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665867" y="5254567"/>
            <a:ext cx="775733" cy="776467"/>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83" name="Google Shape;483;p9"/>
          <p:cNvGrpSpPr/>
          <p:nvPr/>
        </p:nvGrpSpPr>
        <p:grpSpPr>
          <a:xfrm rot="10800000">
            <a:off x="2426101" y="6115667"/>
            <a:ext cx="389367" cy="390100"/>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88" name="Google Shape;488;p9"/>
          <p:cNvGrpSpPr/>
          <p:nvPr/>
        </p:nvGrpSpPr>
        <p:grpSpPr>
          <a:xfrm rot="10800000">
            <a:off x="283367" y="6194067"/>
            <a:ext cx="233333" cy="233333"/>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93" name="Google Shape;493;p9"/>
          <p:cNvGrpSpPr/>
          <p:nvPr/>
        </p:nvGrpSpPr>
        <p:grpSpPr>
          <a:xfrm rot="10800000">
            <a:off x="640550" y="6469767"/>
            <a:ext cx="233351" cy="36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97" name="Google Shape;497;p9"/>
          <p:cNvGrpSpPr/>
          <p:nvPr/>
        </p:nvGrpSpPr>
        <p:grpSpPr>
          <a:xfrm rot="10800000">
            <a:off x="1405483" y="5198133"/>
            <a:ext cx="233351" cy="36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40715029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22"/>
        <p:cNvGrpSpPr/>
        <p:nvPr/>
      </p:nvGrpSpPr>
      <p:grpSpPr>
        <a:xfrm>
          <a:off x="0" y="0"/>
          <a:ext cx="0" cy="0"/>
          <a:chOff x="0" y="0"/>
          <a:chExt cx="0" cy="0"/>
        </a:xfrm>
      </p:grpSpPr>
    </p:spTree>
    <p:extLst>
      <p:ext uri="{BB962C8B-B14F-4D97-AF65-F5344CB8AC3E}">
        <p14:creationId xmlns:p14="http://schemas.microsoft.com/office/powerpoint/2010/main" val="361713872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able of contents">
  <p:cSld name="Table of contents">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7876032" y="475488"/>
            <a:ext cx="3486800" cy="768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2218944" y="573024"/>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2218944" y="950976"/>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2218944" y="2011680"/>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2218944" y="2389632"/>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2218944" y="3450336"/>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2218944" y="3828288"/>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2218944" y="4888992"/>
            <a:ext cx="3486800" cy="512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2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2218944" y="5266944"/>
            <a:ext cx="3486800" cy="768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2133">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2133">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2133">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2133">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2133">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2133">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2133">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2133">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2133">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1085088" y="963168"/>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4" name="Google Shape;634;p13"/>
          <p:cNvSpPr txBox="1">
            <a:spLocks noGrp="1"/>
          </p:cNvSpPr>
          <p:nvPr>
            <p:ph type="title" idx="13" hasCustomPrompt="1"/>
          </p:nvPr>
        </p:nvSpPr>
        <p:spPr>
          <a:xfrm>
            <a:off x="1085088" y="2401824"/>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5" name="Google Shape;635;p13"/>
          <p:cNvSpPr txBox="1">
            <a:spLocks noGrp="1"/>
          </p:cNvSpPr>
          <p:nvPr>
            <p:ph type="title" idx="14" hasCustomPrompt="1"/>
          </p:nvPr>
        </p:nvSpPr>
        <p:spPr>
          <a:xfrm>
            <a:off x="1085088" y="3840480"/>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
        <p:nvSpPr>
          <p:cNvPr id="636" name="Google Shape;636;p13"/>
          <p:cNvSpPr txBox="1">
            <a:spLocks noGrp="1"/>
          </p:cNvSpPr>
          <p:nvPr>
            <p:ph type="title" idx="15" hasCustomPrompt="1"/>
          </p:nvPr>
        </p:nvSpPr>
        <p:spPr>
          <a:xfrm>
            <a:off x="1085088" y="5279136"/>
            <a:ext cx="609600" cy="463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667">
                <a:solidFill>
                  <a:schemeClr val="lt1"/>
                </a:solidFill>
              </a:defRPr>
            </a:lvl1pPr>
            <a:lvl2pPr lvl="1" algn="ctr" rtl="0">
              <a:spcBef>
                <a:spcPts val="0"/>
              </a:spcBef>
              <a:spcAft>
                <a:spcPts val="0"/>
              </a:spcAft>
              <a:buClr>
                <a:schemeClr val="lt1"/>
              </a:buClr>
              <a:buSzPts val="2000"/>
              <a:buNone/>
              <a:defRPr sz="2667">
                <a:solidFill>
                  <a:schemeClr val="lt1"/>
                </a:solidFill>
              </a:defRPr>
            </a:lvl2pPr>
            <a:lvl3pPr lvl="2" algn="ctr" rtl="0">
              <a:spcBef>
                <a:spcPts val="0"/>
              </a:spcBef>
              <a:spcAft>
                <a:spcPts val="0"/>
              </a:spcAft>
              <a:buClr>
                <a:schemeClr val="lt1"/>
              </a:buClr>
              <a:buSzPts val="2000"/>
              <a:buNone/>
              <a:defRPr sz="2667">
                <a:solidFill>
                  <a:schemeClr val="lt1"/>
                </a:solidFill>
              </a:defRPr>
            </a:lvl3pPr>
            <a:lvl4pPr lvl="3" algn="ctr" rtl="0">
              <a:spcBef>
                <a:spcPts val="0"/>
              </a:spcBef>
              <a:spcAft>
                <a:spcPts val="0"/>
              </a:spcAft>
              <a:buClr>
                <a:schemeClr val="lt1"/>
              </a:buClr>
              <a:buSzPts val="2000"/>
              <a:buNone/>
              <a:defRPr sz="2667">
                <a:solidFill>
                  <a:schemeClr val="lt1"/>
                </a:solidFill>
              </a:defRPr>
            </a:lvl4pPr>
            <a:lvl5pPr lvl="4" algn="ctr" rtl="0">
              <a:spcBef>
                <a:spcPts val="0"/>
              </a:spcBef>
              <a:spcAft>
                <a:spcPts val="0"/>
              </a:spcAft>
              <a:buClr>
                <a:schemeClr val="lt1"/>
              </a:buClr>
              <a:buSzPts val="2000"/>
              <a:buNone/>
              <a:defRPr sz="2667">
                <a:solidFill>
                  <a:schemeClr val="lt1"/>
                </a:solidFill>
              </a:defRPr>
            </a:lvl5pPr>
            <a:lvl6pPr lvl="5" algn="ctr" rtl="0">
              <a:spcBef>
                <a:spcPts val="0"/>
              </a:spcBef>
              <a:spcAft>
                <a:spcPts val="0"/>
              </a:spcAft>
              <a:buClr>
                <a:schemeClr val="lt1"/>
              </a:buClr>
              <a:buSzPts val="2000"/>
              <a:buNone/>
              <a:defRPr sz="2667">
                <a:solidFill>
                  <a:schemeClr val="lt1"/>
                </a:solidFill>
              </a:defRPr>
            </a:lvl6pPr>
            <a:lvl7pPr lvl="6" algn="ctr" rtl="0">
              <a:spcBef>
                <a:spcPts val="0"/>
              </a:spcBef>
              <a:spcAft>
                <a:spcPts val="0"/>
              </a:spcAft>
              <a:buClr>
                <a:schemeClr val="lt1"/>
              </a:buClr>
              <a:buSzPts val="2000"/>
              <a:buNone/>
              <a:defRPr sz="2667">
                <a:solidFill>
                  <a:schemeClr val="lt1"/>
                </a:solidFill>
              </a:defRPr>
            </a:lvl7pPr>
            <a:lvl8pPr lvl="7" algn="ctr" rtl="0">
              <a:spcBef>
                <a:spcPts val="0"/>
              </a:spcBef>
              <a:spcAft>
                <a:spcPts val="0"/>
              </a:spcAft>
              <a:buClr>
                <a:schemeClr val="lt1"/>
              </a:buClr>
              <a:buSzPts val="2000"/>
              <a:buNone/>
              <a:defRPr sz="2667">
                <a:solidFill>
                  <a:schemeClr val="lt1"/>
                </a:solidFill>
              </a:defRPr>
            </a:lvl8pPr>
            <a:lvl9pPr lvl="8" algn="ctr" rtl="0">
              <a:spcBef>
                <a:spcPts val="0"/>
              </a:spcBef>
              <a:spcAft>
                <a:spcPts val="0"/>
              </a:spcAft>
              <a:buClr>
                <a:schemeClr val="lt1"/>
              </a:buClr>
              <a:buSzPts val="2000"/>
              <a:buNone/>
              <a:defRPr sz="2667">
                <a:solidFill>
                  <a:schemeClr val="lt1"/>
                </a:solidFill>
              </a:defRPr>
            </a:lvl9pPr>
          </a:lstStyle>
          <a:p>
            <a:r>
              <a:t>xx%</a:t>
            </a:r>
          </a:p>
        </p:txBody>
      </p:sp>
    </p:spTree>
    <p:extLst>
      <p:ext uri="{BB962C8B-B14F-4D97-AF65-F5344CB8AC3E}">
        <p14:creationId xmlns:p14="http://schemas.microsoft.com/office/powerpoint/2010/main" val="229982353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Title only 3">
  <p:cSld name="Title only 3">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1194800" y="2645933"/>
            <a:ext cx="4609600" cy="17228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endParaRPr/>
          </a:p>
        </p:txBody>
      </p:sp>
      <p:cxnSp>
        <p:nvCxnSpPr>
          <p:cNvPr id="1228" name="Google Shape;1228;p25"/>
          <p:cNvCxnSpPr/>
          <p:nvPr/>
        </p:nvCxnSpPr>
        <p:spPr>
          <a:xfrm>
            <a:off x="2194567" y="697500"/>
            <a:ext cx="2230000" cy="1680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rot="10800000" flipH="1">
            <a:off x="1070733" y="706233"/>
            <a:ext cx="1106000" cy="991200"/>
          </a:xfrm>
          <a:prstGeom prst="straightConnector1">
            <a:avLst/>
          </a:prstGeom>
          <a:noFill/>
          <a:ln w="9525" cap="flat" cmpd="sng">
            <a:solidFill>
              <a:schemeClr val="dk2"/>
            </a:solidFill>
            <a:prstDash val="solid"/>
            <a:round/>
            <a:headEnd type="none" w="med" len="med"/>
            <a:tailEnd type="none" w="med" len="med"/>
          </a:ln>
        </p:spPr>
      </p:cxnSp>
      <p:cxnSp>
        <p:nvCxnSpPr>
          <p:cNvPr id="1230" name="Google Shape;1230;p25"/>
          <p:cNvCxnSpPr/>
          <p:nvPr/>
        </p:nvCxnSpPr>
        <p:spPr>
          <a:xfrm>
            <a:off x="0" y="86933"/>
            <a:ext cx="1062000" cy="1584000"/>
          </a:xfrm>
          <a:prstGeom prst="straightConnector1">
            <a:avLst/>
          </a:prstGeom>
          <a:noFill/>
          <a:ln w="9525" cap="flat" cmpd="sng">
            <a:solidFill>
              <a:schemeClr val="dk2"/>
            </a:solidFill>
            <a:prstDash val="solid"/>
            <a:round/>
            <a:headEnd type="none" w="med" len="med"/>
            <a:tailEnd type="none" w="med" len="med"/>
          </a:ln>
        </p:spPr>
      </p:cxnSp>
      <p:grpSp>
        <p:nvGrpSpPr>
          <p:cNvPr id="1231" name="Google Shape;1231;p25"/>
          <p:cNvGrpSpPr/>
          <p:nvPr/>
        </p:nvGrpSpPr>
        <p:grpSpPr>
          <a:xfrm flipH="1">
            <a:off x="665867" y="1279567"/>
            <a:ext cx="775733" cy="776467"/>
            <a:chOff x="8064275" y="887850"/>
            <a:chExt cx="581800" cy="582350"/>
          </a:xfrm>
        </p:grpSpPr>
        <p:sp>
          <p:nvSpPr>
            <p:cNvPr id="1232" name="Google Shape;1232;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3" name="Google Shape;1233;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4" name="Google Shape;1234;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5" name="Google Shape;1235;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6" name="Google Shape;1236;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7" name="Google Shape;1237;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38" name="Google Shape;1238;p25"/>
          <p:cNvGrpSpPr/>
          <p:nvPr/>
        </p:nvGrpSpPr>
        <p:grpSpPr>
          <a:xfrm flipH="1">
            <a:off x="2000534" y="517467"/>
            <a:ext cx="389367" cy="390100"/>
            <a:chOff x="7353050" y="316275"/>
            <a:chExt cx="292025" cy="292575"/>
          </a:xfrm>
        </p:grpSpPr>
        <p:sp>
          <p:nvSpPr>
            <p:cNvPr id="1239" name="Google Shape;1239;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0" name="Google Shape;1240;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43" name="Google Shape;1243;p25"/>
          <p:cNvSpPr/>
          <p:nvPr/>
        </p:nvSpPr>
        <p:spPr>
          <a:xfrm flipH="1">
            <a:off x="4221708" y="663510"/>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4" name="Google Shape;1244;p25"/>
          <p:cNvSpPr/>
          <p:nvPr/>
        </p:nvSpPr>
        <p:spPr>
          <a:xfrm flipH="1">
            <a:off x="4218719" y="660133"/>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5" name="Google Shape;1245;p25"/>
          <p:cNvSpPr/>
          <p:nvPr/>
        </p:nvSpPr>
        <p:spPr>
          <a:xfrm flipH="1">
            <a:off x="4270374" y="71217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6" name="Google Shape;1246;p25"/>
          <p:cNvSpPr/>
          <p:nvPr/>
        </p:nvSpPr>
        <p:spPr>
          <a:xfrm flipH="1">
            <a:off x="4267368" y="708803"/>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7" name="Google Shape;1247;p25"/>
          <p:cNvSpPr/>
          <p:nvPr/>
        </p:nvSpPr>
        <p:spPr>
          <a:xfrm flipH="1">
            <a:off x="4323522" y="764946"/>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48" name="Google Shape;1248;p25"/>
          <p:cNvSpPr/>
          <p:nvPr/>
        </p:nvSpPr>
        <p:spPr>
          <a:xfrm flipH="1">
            <a:off x="4320146" y="76195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49" name="Google Shape;1249;p25"/>
          <p:cNvGrpSpPr/>
          <p:nvPr/>
        </p:nvGrpSpPr>
        <p:grpSpPr>
          <a:xfrm flipH="1">
            <a:off x="4702817" y="481467"/>
            <a:ext cx="233351" cy="36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2" name="Google Shape;125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3" name="Google Shape;1253;p25"/>
          <p:cNvGrpSpPr/>
          <p:nvPr/>
        </p:nvGrpSpPr>
        <p:grpSpPr>
          <a:xfrm flipH="1">
            <a:off x="640550" y="323600"/>
            <a:ext cx="233351" cy="36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7" name="Google Shape;1257;p25"/>
          <p:cNvGrpSpPr/>
          <p:nvPr/>
        </p:nvGrpSpPr>
        <p:grpSpPr>
          <a:xfrm flipH="1">
            <a:off x="1202283" y="2204833"/>
            <a:ext cx="233351" cy="36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261" name="Google Shape;1261;p25"/>
          <p:cNvCxnSpPr/>
          <p:nvPr/>
        </p:nvCxnSpPr>
        <p:spPr>
          <a:xfrm>
            <a:off x="1055200" y="5616533"/>
            <a:ext cx="1542800" cy="7236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5"/>
          <p:cNvCxnSpPr/>
          <p:nvPr/>
        </p:nvCxnSpPr>
        <p:spPr>
          <a:xfrm rot="10800000" flipH="1">
            <a:off x="0" y="5627233"/>
            <a:ext cx="1055200" cy="1115200"/>
          </a:xfrm>
          <a:prstGeom prst="straightConnector1">
            <a:avLst/>
          </a:prstGeom>
          <a:noFill/>
          <a:ln w="9525" cap="flat" cmpd="sng">
            <a:solidFill>
              <a:schemeClr val="dk2"/>
            </a:solidFill>
            <a:prstDash val="solid"/>
            <a:round/>
            <a:headEnd type="none" w="med" len="med"/>
            <a:tailEnd type="none" w="med" len="med"/>
          </a:ln>
        </p:spPr>
      </p:cxnSp>
      <p:grpSp>
        <p:nvGrpSpPr>
          <p:cNvPr id="1263" name="Google Shape;1263;p25"/>
          <p:cNvGrpSpPr/>
          <p:nvPr/>
        </p:nvGrpSpPr>
        <p:grpSpPr>
          <a:xfrm rot="10800000">
            <a:off x="665867" y="5254567"/>
            <a:ext cx="775733" cy="776467"/>
            <a:chOff x="8064275" y="887850"/>
            <a:chExt cx="581800" cy="582350"/>
          </a:xfrm>
        </p:grpSpPr>
        <p:sp>
          <p:nvSpPr>
            <p:cNvPr id="1264" name="Google Shape;1264;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9" name="Google Shape;1269;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70" name="Google Shape;1270;p25"/>
          <p:cNvGrpSpPr/>
          <p:nvPr/>
        </p:nvGrpSpPr>
        <p:grpSpPr>
          <a:xfrm rot="10800000">
            <a:off x="2426101" y="6115667"/>
            <a:ext cx="389367" cy="390100"/>
            <a:chOff x="7353050" y="316275"/>
            <a:chExt cx="292025" cy="292575"/>
          </a:xfrm>
        </p:grpSpPr>
        <p:sp>
          <p:nvSpPr>
            <p:cNvPr id="1271" name="Google Shape;1271;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2" name="Google Shape;1272;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3" name="Google Shape;1273;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4" name="Google Shape;1274;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75" name="Google Shape;1275;p25"/>
          <p:cNvGrpSpPr/>
          <p:nvPr/>
        </p:nvGrpSpPr>
        <p:grpSpPr>
          <a:xfrm rot="10800000">
            <a:off x="283367" y="6194067"/>
            <a:ext cx="233333" cy="233333"/>
            <a:chOff x="8792300" y="321275"/>
            <a:chExt cx="175000" cy="175000"/>
          </a:xfrm>
        </p:grpSpPr>
        <p:sp>
          <p:nvSpPr>
            <p:cNvPr id="1276" name="Google Shape;1276;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7" name="Google Shape;1277;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8" name="Google Shape;1278;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9" name="Google Shape;1279;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0" name="Google Shape;1280;p25"/>
          <p:cNvGrpSpPr/>
          <p:nvPr/>
        </p:nvGrpSpPr>
        <p:grpSpPr>
          <a:xfrm rot="10800000">
            <a:off x="640550" y="6469767"/>
            <a:ext cx="233351" cy="36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2" name="Google Shape;1282;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3" name="Google Shape;1283;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4" name="Google Shape;1284;p25"/>
          <p:cNvGrpSpPr/>
          <p:nvPr/>
        </p:nvGrpSpPr>
        <p:grpSpPr>
          <a:xfrm rot="10800000">
            <a:off x="1405483" y="5198133"/>
            <a:ext cx="233351" cy="36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6" name="Google Shape;1286;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7" name="Google Shape;1287;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6703797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Background 1">
  <p:cSld name="Background 1">
    <p:spTree>
      <p:nvGrpSpPr>
        <p:cNvPr id="1" name="Shape 1326"/>
        <p:cNvGrpSpPr/>
        <p:nvPr/>
      </p:nvGrpSpPr>
      <p:grpSpPr>
        <a:xfrm>
          <a:off x="0" y="0"/>
          <a:ext cx="0" cy="0"/>
          <a:chOff x="0" y="0"/>
          <a:chExt cx="0" cy="0"/>
        </a:xfrm>
      </p:grpSpPr>
      <p:cxnSp>
        <p:nvCxnSpPr>
          <p:cNvPr id="1327" name="Google Shape;1327;p27"/>
          <p:cNvCxnSpPr/>
          <p:nvPr/>
        </p:nvCxnSpPr>
        <p:spPr>
          <a:xfrm rot="5400000">
            <a:off x="9692944" y="4432733"/>
            <a:ext cx="1510800" cy="4084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9575211" y="2776533"/>
            <a:ext cx="1789600" cy="4204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9643244" y="981833"/>
            <a:ext cx="1776000" cy="5228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10891244" y="-88800"/>
            <a:ext cx="365200" cy="5428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9876444" y="1713233"/>
            <a:ext cx="775733" cy="776467"/>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38" name="Google Shape;1338;p27"/>
          <p:cNvGrpSpPr/>
          <p:nvPr/>
        </p:nvGrpSpPr>
        <p:grpSpPr>
          <a:xfrm rot="5400000" flipH="1">
            <a:off x="10492961" y="3672267"/>
            <a:ext cx="389367" cy="390100"/>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3" name="Google Shape;1343;p27"/>
          <p:cNvGrpSpPr/>
          <p:nvPr/>
        </p:nvGrpSpPr>
        <p:grpSpPr>
          <a:xfrm rot="5400000" flipH="1">
            <a:off x="10683278" y="237567"/>
            <a:ext cx="233333" cy="233333"/>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8" name="Google Shape;1348;p27"/>
          <p:cNvGrpSpPr/>
          <p:nvPr/>
        </p:nvGrpSpPr>
        <p:grpSpPr>
          <a:xfrm rot="5400000">
            <a:off x="10068911" y="5173235"/>
            <a:ext cx="390815" cy="391184"/>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5" name="Google Shape;1355;p27"/>
          <p:cNvGrpSpPr/>
          <p:nvPr/>
        </p:nvGrpSpPr>
        <p:grpSpPr>
          <a:xfrm rot="5400000" flipH="1">
            <a:off x="11012070" y="430859"/>
            <a:ext cx="233351" cy="36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359" name="Google Shape;1359;p27"/>
          <p:cNvCxnSpPr/>
          <p:nvPr/>
        </p:nvCxnSpPr>
        <p:spPr>
          <a:xfrm rot="5400000" flipH="1">
            <a:off x="987800" y="3464433"/>
            <a:ext cx="2230000" cy="168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1129467" y="4738667"/>
            <a:ext cx="1106000" cy="9912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474367" y="5535000"/>
            <a:ext cx="1062000" cy="1584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828634" y="5416033"/>
            <a:ext cx="775733" cy="776467"/>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69" name="Google Shape;1369;p27"/>
          <p:cNvGrpSpPr/>
          <p:nvPr/>
        </p:nvGrpSpPr>
        <p:grpSpPr>
          <a:xfrm rot="5400000">
            <a:off x="1977101" y="4467734"/>
            <a:ext cx="389367" cy="390100"/>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74" name="Google Shape;1374;p27"/>
          <p:cNvGrpSpPr/>
          <p:nvPr/>
        </p:nvGrpSpPr>
        <p:grpSpPr>
          <a:xfrm rot="5400000">
            <a:off x="2126834" y="6387100"/>
            <a:ext cx="233333" cy="233333"/>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79" name="Google Shape;1379;p27"/>
          <p:cNvSpPr/>
          <p:nvPr/>
        </p:nvSpPr>
        <p:spPr>
          <a:xfrm rot="5400000">
            <a:off x="1836156" y="2251658"/>
            <a:ext cx="384819" cy="38444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0" name="Google Shape;1380;p27"/>
          <p:cNvSpPr/>
          <p:nvPr/>
        </p:nvSpPr>
        <p:spPr>
          <a:xfrm rot="5400000">
            <a:off x="1833168" y="2248281"/>
            <a:ext cx="390815" cy="391184"/>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1" name="Google Shape;1381;p27"/>
          <p:cNvSpPr/>
          <p:nvPr/>
        </p:nvSpPr>
        <p:spPr>
          <a:xfrm rot="5400000">
            <a:off x="1884814" y="2300319"/>
            <a:ext cx="287501" cy="287116"/>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2" name="Google Shape;1382;p27"/>
          <p:cNvSpPr/>
          <p:nvPr/>
        </p:nvSpPr>
        <p:spPr>
          <a:xfrm rot="5400000">
            <a:off x="1881817" y="2296952"/>
            <a:ext cx="293497" cy="293867"/>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3" name="Google Shape;1383;p27"/>
          <p:cNvSpPr/>
          <p:nvPr/>
        </p:nvSpPr>
        <p:spPr>
          <a:xfrm rot="5400000">
            <a:off x="1937786" y="2352910"/>
            <a:ext cx="181569" cy="181569"/>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4" name="Google Shape;1384;p27"/>
          <p:cNvSpPr/>
          <p:nvPr/>
        </p:nvSpPr>
        <p:spPr>
          <a:xfrm rot="5400000">
            <a:off x="1934595" y="2350106"/>
            <a:ext cx="187935" cy="18756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85" name="Google Shape;1385;p27"/>
          <p:cNvGrpSpPr/>
          <p:nvPr/>
        </p:nvGrpSpPr>
        <p:grpSpPr>
          <a:xfrm rot="5400000">
            <a:off x="2268159" y="2020508"/>
            <a:ext cx="233351" cy="36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89" name="Google Shape;1389;p27"/>
          <p:cNvGrpSpPr/>
          <p:nvPr/>
        </p:nvGrpSpPr>
        <p:grpSpPr>
          <a:xfrm rot="5400000">
            <a:off x="2426026" y="6082775"/>
            <a:ext cx="233351" cy="36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93" name="Google Shape;1393;p27"/>
          <p:cNvGrpSpPr/>
          <p:nvPr/>
        </p:nvGrpSpPr>
        <p:grpSpPr>
          <a:xfrm rot="5400000">
            <a:off x="544793" y="5521041"/>
            <a:ext cx="233351" cy="36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91510545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Background 2">
  <p:cSld name="Background 2">
    <p:spTree>
      <p:nvGrpSpPr>
        <p:cNvPr id="1" name="Shape 1397"/>
        <p:cNvGrpSpPr/>
        <p:nvPr/>
      </p:nvGrpSpPr>
      <p:grpSpPr>
        <a:xfrm>
          <a:off x="0" y="0"/>
          <a:ext cx="0" cy="0"/>
          <a:chOff x="0" y="0"/>
          <a:chExt cx="0" cy="0"/>
        </a:xfrm>
      </p:grpSpPr>
      <p:grpSp>
        <p:nvGrpSpPr>
          <p:cNvPr id="1398" name="Google Shape;1398;p28"/>
          <p:cNvGrpSpPr/>
          <p:nvPr/>
        </p:nvGrpSpPr>
        <p:grpSpPr>
          <a:xfrm>
            <a:off x="348948" y="-1544"/>
            <a:ext cx="11400435" cy="53088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37481436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Background 3">
  <p:cSld name="Background 3">
    <p:spTree>
      <p:nvGrpSpPr>
        <p:cNvPr id="1" name="Shape 1418"/>
        <p:cNvGrpSpPr/>
        <p:nvPr/>
      </p:nvGrpSpPr>
      <p:grpSpPr>
        <a:xfrm>
          <a:off x="0" y="0"/>
          <a:ext cx="0" cy="0"/>
          <a:chOff x="0" y="0"/>
          <a:chExt cx="0" cy="0"/>
        </a:xfrm>
      </p:grpSpPr>
      <p:grpSp>
        <p:nvGrpSpPr>
          <p:cNvPr id="1419" name="Google Shape;1419;p29"/>
          <p:cNvGrpSpPr/>
          <p:nvPr/>
        </p:nvGrpSpPr>
        <p:grpSpPr>
          <a:xfrm>
            <a:off x="577134" y="0"/>
            <a:ext cx="11037733" cy="68876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6500632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Background 4">
  <p:cSld name="Background 4">
    <p:spTree>
      <p:nvGrpSpPr>
        <p:cNvPr id="1" name="Shape 1478"/>
        <p:cNvGrpSpPr/>
        <p:nvPr/>
      </p:nvGrpSpPr>
      <p:grpSpPr>
        <a:xfrm>
          <a:off x="0" y="0"/>
          <a:ext cx="0" cy="0"/>
          <a:chOff x="0" y="0"/>
          <a:chExt cx="0" cy="0"/>
        </a:xfrm>
      </p:grpSpPr>
      <p:grpSp>
        <p:nvGrpSpPr>
          <p:cNvPr id="1479" name="Google Shape;1479;p30"/>
          <p:cNvGrpSpPr/>
          <p:nvPr/>
        </p:nvGrpSpPr>
        <p:grpSpPr>
          <a:xfrm>
            <a:off x="-9156" y="-8833"/>
            <a:ext cx="12203123" cy="6802733"/>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7243203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Title only 1">
  <p:cSld name="Title only 1">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957067" y="510900"/>
            <a:ext cx="10277600" cy="1248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Font typeface="Montserrat"/>
              <a:buNone/>
              <a:defRPr>
                <a:solidFill>
                  <a:schemeClr val="accent1"/>
                </a:solidFill>
                <a:latin typeface="Montserrat"/>
                <a:ea typeface="Montserrat"/>
                <a:cs typeface="Montserrat"/>
                <a:sym typeface="Montserrat"/>
              </a:defRPr>
            </a:lvl1pPr>
            <a:lvl2pPr lvl="1" rtl="0">
              <a:spcBef>
                <a:spcPts val="0"/>
              </a:spcBef>
              <a:spcAft>
                <a:spcPts val="0"/>
              </a:spcAft>
              <a:buSzPts val="2800"/>
              <a:buFont typeface="Montserrat"/>
              <a:buNone/>
              <a:defRPr>
                <a:latin typeface="Montserrat"/>
                <a:ea typeface="Montserrat"/>
                <a:cs typeface="Montserrat"/>
                <a:sym typeface="Montserrat"/>
              </a:defRPr>
            </a:lvl2pPr>
            <a:lvl3pPr lvl="2" rtl="0">
              <a:spcBef>
                <a:spcPts val="0"/>
              </a:spcBef>
              <a:spcAft>
                <a:spcPts val="0"/>
              </a:spcAft>
              <a:buSzPts val="2800"/>
              <a:buFont typeface="Montserrat"/>
              <a:buNone/>
              <a:defRPr>
                <a:latin typeface="Montserrat"/>
                <a:ea typeface="Montserrat"/>
                <a:cs typeface="Montserrat"/>
                <a:sym typeface="Montserrat"/>
              </a:defRPr>
            </a:lvl3pPr>
            <a:lvl4pPr lvl="3" rtl="0">
              <a:spcBef>
                <a:spcPts val="0"/>
              </a:spcBef>
              <a:spcAft>
                <a:spcPts val="0"/>
              </a:spcAft>
              <a:buSzPts val="2800"/>
              <a:buFont typeface="Montserrat"/>
              <a:buNone/>
              <a:defRPr>
                <a:latin typeface="Montserrat"/>
                <a:ea typeface="Montserrat"/>
                <a:cs typeface="Montserrat"/>
                <a:sym typeface="Montserrat"/>
              </a:defRPr>
            </a:lvl4pPr>
            <a:lvl5pPr lvl="4" rtl="0">
              <a:spcBef>
                <a:spcPts val="0"/>
              </a:spcBef>
              <a:spcAft>
                <a:spcPts val="0"/>
              </a:spcAft>
              <a:buSzPts val="2800"/>
              <a:buFont typeface="Montserrat"/>
              <a:buNone/>
              <a:defRPr>
                <a:latin typeface="Montserrat"/>
                <a:ea typeface="Montserrat"/>
                <a:cs typeface="Montserrat"/>
                <a:sym typeface="Montserrat"/>
              </a:defRPr>
            </a:lvl5pPr>
            <a:lvl6pPr lvl="5" rtl="0">
              <a:spcBef>
                <a:spcPts val="0"/>
              </a:spcBef>
              <a:spcAft>
                <a:spcPts val="0"/>
              </a:spcAft>
              <a:buSzPts val="2800"/>
              <a:buFont typeface="Montserrat"/>
              <a:buNone/>
              <a:defRPr>
                <a:latin typeface="Montserrat"/>
                <a:ea typeface="Montserrat"/>
                <a:cs typeface="Montserrat"/>
                <a:sym typeface="Montserrat"/>
              </a:defRPr>
            </a:lvl6pPr>
            <a:lvl7pPr lvl="6" rtl="0">
              <a:spcBef>
                <a:spcPts val="0"/>
              </a:spcBef>
              <a:spcAft>
                <a:spcPts val="0"/>
              </a:spcAft>
              <a:buSzPts val="2800"/>
              <a:buFont typeface="Montserrat"/>
              <a:buNone/>
              <a:defRPr>
                <a:latin typeface="Montserrat"/>
                <a:ea typeface="Montserrat"/>
                <a:cs typeface="Montserrat"/>
                <a:sym typeface="Montserrat"/>
              </a:defRPr>
            </a:lvl7pPr>
            <a:lvl8pPr lvl="7" rtl="0">
              <a:spcBef>
                <a:spcPts val="0"/>
              </a:spcBef>
              <a:spcAft>
                <a:spcPts val="0"/>
              </a:spcAft>
              <a:buSzPts val="2800"/>
              <a:buFont typeface="Montserrat"/>
              <a:buNone/>
              <a:defRPr>
                <a:latin typeface="Montserrat"/>
                <a:ea typeface="Montserrat"/>
                <a:cs typeface="Montserrat"/>
                <a:sym typeface="Montserrat"/>
              </a:defRPr>
            </a:lvl8pPr>
            <a:lvl9pPr lvl="8" rtl="0">
              <a:spcBef>
                <a:spcPts val="0"/>
              </a:spcBef>
              <a:spcAft>
                <a:spcPts val="0"/>
              </a:spcAft>
              <a:buSzPts val="2800"/>
              <a:buFont typeface="Montserrat"/>
              <a:buNone/>
              <a:defRPr>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34611243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30.04.2026</a:t>
            </a:r>
          </a:p>
        </p:txBody>
      </p:sp>
      <p:sp>
        <p:nvSpPr>
          <p:cNvPr id="5" name="Footer Placeholder 4"/>
          <p:cNvSpPr>
            <a:spLocks noGrp="1"/>
          </p:cNvSpPr>
          <p:nvPr>
            <p:ph type="ftr" sz="quarter" idx="11"/>
          </p:nvPr>
        </p:nvSpPr>
        <p:spPr/>
        <p:txBody>
          <a:bodyPr/>
          <a:lstStyle/>
          <a:p>
            <a:r>
              <a:rPr lang="en-US"/>
              <a:t>Thesis Title:</a:t>
            </a:r>
          </a:p>
        </p:txBody>
      </p:sp>
      <p:sp>
        <p:nvSpPr>
          <p:cNvPr id="6" name="Slide Number Placeholder 5"/>
          <p:cNvSpPr>
            <a:spLocks noGrp="1"/>
          </p:cNvSpPr>
          <p:nvPr>
            <p:ph type="sldNum" sz="quarter" idx="12"/>
          </p:nvPr>
        </p:nvSpPr>
        <p:spPr/>
        <p:txBody>
          <a:bodyPr/>
          <a:lstStyle/>
          <a:p>
            <a:fld id="{783ED917-D9F0-4E94-A78F-3D15EC8F2036}" type="slidenum">
              <a:rPr lang="en-US" smtClean="0"/>
              <a:t>‹#›</a:t>
            </a:fld>
            <a:endParaRPr lang="en-US"/>
          </a:p>
        </p:txBody>
      </p:sp>
    </p:spTree>
    <p:extLst>
      <p:ext uri="{BB962C8B-B14F-4D97-AF65-F5344CB8AC3E}">
        <p14:creationId xmlns:p14="http://schemas.microsoft.com/office/powerpoint/2010/main" val="3745780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7000">
              <a:srgbClr val="F6FAFF"/>
            </a:gs>
            <a:gs pos="99000">
              <a:schemeClr val="bg1"/>
            </a:gs>
            <a:gs pos="0">
              <a:srgbClr val="ECF5FE"/>
            </a:gs>
          </a:gsLst>
          <a:path path="circle">
            <a:fillToRect l="100000" b="100000"/>
          </a:path>
          <a:tileRect/>
        </a:gra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30.04.2026</a:t>
            </a:r>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Thesis Title:</a:t>
            </a:r>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95282596"/>
      </p:ext>
    </p:extLst>
  </p:cSld>
  <p:clrMap bg1="lt1" tx1="dk1" bg2="dk2"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7000">
              <a:srgbClr val="F6FAFF"/>
            </a:gs>
            <a:gs pos="99000">
              <a:schemeClr val="bg1"/>
            </a:gs>
            <a:gs pos="0">
              <a:srgbClr val="ECF5FE"/>
            </a:gs>
          </a:gsLst>
          <a:path path="circle">
            <a:fillToRect l="100000" b="100000"/>
          </a:path>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327DFE-BFA7-44E6-0A77-D19DF90984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5DDF5F-C521-54A1-178F-2F713F3A1C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199335-9EB6-62C7-78AD-BE82F27E3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30.04.2026</a:t>
            </a:r>
          </a:p>
        </p:txBody>
      </p:sp>
      <p:sp>
        <p:nvSpPr>
          <p:cNvPr id="5" name="Footer Placeholder 4">
            <a:extLst>
              <a:ext uri="{FF2B5EF4-FFF2-40B4-BE49-F238E27FC236}">
                <a16:creationId xmlns:a16="http://schemas.microsoft.com/office/drawing/2014/main" id="{070D5950-859D-FA31-4F1F-35610780C6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Thesis Title:</a:t>
            </a:r>
          </a:p>
        </p:txBody>
      </p:sp>
      <p:sp>
        <p:nvSpPr>
          <p:cNvPr id="6" name="Slide Number Placeholder 5">
            <a:extLst>
              <a:ext uri="{FF2B5EF4-FFF2-40B4-BE49-F238E27FC236}">
                <a16:creationId xmlns:a16="http://schemas.microsoft.com/office/drawing/2014/main" id="{10DC4AE1-26E1-2DD7-6B9B-4E617354DF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5940FD-2653-45E3-BCC6-2D83FBEEA870}" type="slidenum">
              <a:rPr lang="en-US" smtClean="0"/>
              <a:t>‹#›</a:t>
            </a:fld>
            <a:endParaRPr lang="en-US"/>
          </a:p>
        </p:txBody>
      </p:sp>
    </p:spTree>
    <p:extLst>
      <p:ext uri="{BB962C8B-B14F-4D97-AF65-F5344CB8AC3E}">
        <p14:creationId xmlns:p14="http://schemas.microsoft.com/office/powerpoint/2010/main" val="59494390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7000">
              <a:srgbClr val="F6FAFF"/>
            </a:gs>
            <a:gs pos="99000">
              <a:schemeClr val="bg1"/>
            </a:gs>
            <a:gs pos="0">
              <a:srgbClr val="ECF5FE"/>
            </a:gs>
          </a:gsLst>
          <a:path path="circle">
            <a:fillToRect l="100000" b="10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5000" y="702567"/>
            <a:ext cx="10262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extLst>
      <p:ext uri="{BB962C8B-B14F-4D97-AF65-F5344CB8AC3E}">
        <p14:creationId xmlns:p14="http://schemas.microsoft.com/office/powerpoint/2010/main" val="789218540"/>
      </p:ext>
    </p:extLst>
  </p:cSld>
  <p:clrMap bg1="lt1" tx1="dk1" bg2="dk2" tx2="lt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EEB05-9E24-7799-CD40-DB106D65D02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2A9B5B55-EBE6-A921-FE95-3CB8AAA679D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45346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689">
          <a:extLst>
            <a:ext uri="{FF2B5EF4-FFF2-40B4-BE49-F238E27FC236}">
              <a16:creationId xmlns:a16="http://schemas.microsoft.com/office/drawing/2014/main" id="{AAF9E9DB-A8DE-AF62-0C25-043D9B28612B}"/>
            </a:ext>
          </a:extLst>
        </p:cNvPr>
        <p:cNvGrpSpPr/>
        <p:nvPr/>
      </p:nvGrpSpPr>
      <p:grpSpPr>
        <a:xfrm>
          <a:off x="0" y="0"/>
          <a:ext cx="0" cy="0"/>
          <a:chOff x="0" y="0"/>
          <a:chExt cx="0" cy="0"/>
        </a:xfrm>
      </p:grpSpPr>
      <p:sp>
        <p:nvSpPr>
          <p:cNvPr id="1884" name="Google Shape;1884;p35">
            <a:extLst>
              <a:ext uri="{FF2B5EF4-FFF2-40B4-BE49-F238E27FC236}">
                <a16:creationId xmlns:a16="http://schemas.microsoft.com/office/drawing/2014/main" id="{5F8840D6-625D-E34F-ED15-89717101C00A}"/>
              </a:ext>
            </a:extLst>
          </p:cNvPr>
          <p:cNvSpPr txBox="1">
            <a:spLocks noGrp="1"/>
          </p:cNvSpPr>
          <p:nvPr>
            <p:ph type="ctrTitle"/>
          </p:nvPr>
        </p:nvSpPr>
        <p:spPr>
          <a:xfrm>
            <a:off x="1436701" y="1899094"/>
            <a:ext cx="8370688" cy="922896"/>
          </a:xfrm>
          <a:prstGeom prst="rect">
            <a:avLst/>
          </a:prstGeom>
        </p:spPr>
        <p:txBody>
          <a:bodyPr spcFirstLastPara="1" wrap="square" lIns="121900" tIns="121900" rIns="121900" bIns="121900" anchor="b" anchorCtr="0">
            <a:noAutofit/>
          </a:bodyPr>
          <a:lstStyle/>
          <a:p>
            <a:pPr lvl="0" algn="l"/>
            <a:r>
              <a:rPr lang="en-US" sz="4400" dirty="0"/>
              <a:t>“Your Thesis Title”</a:t>
            </a:r>
            <a:r>
              <a:rPr kumimoji="0" lang="en-US" sz="3600" b="0" i="1" u="none" strike="noStrike" kern="0" cap="none" spc="0" normalizeH="0" baseline="0" noProof="0" dirty="0">
                <a:ln>
                  <a:noFill/>
                </a:ln>
                <a:solidFill>
                  <a:srgbClr val="002060"/>
                </a:solidFill>
                <a:effectLst/>
                <a:uLnTx/>
                <a:uFillTx/>
                <a:latin typeface="Calibri" panose="020F0502020204030204" pitchFamily="34" charset="0"/>
                <a:ea typeface="Calibri"/>
                <a:cs typeface="Calibri" panose="020F0502020204030204" pitchFamily="34" charset="0"/>
                <a:sym typeface="Calibri"/>
              </a:rPr>
              <a:t> </a:t>
            </a:r>
            <a:r>
              <a:rPr kumimoji="0" lang="en-US" sz="1400" b="0" i="1" u="none" strike="noStrike" kern="0" cap="none" spc="0" normalizeH="0" baseline="0" noProof="0" dirty="0">
                <a:ln>
                  <a:noFill/>
                </a:ln>
                <a:solidFill>
                  <a:srgbClr val="002060"/>
                </a:solidFill>
                <a:effectLst/>
                <a:uLnTx/>
                <a:uFillTx/>
                <a:latin typeface="Calibri" panose="020F0502020204030204" pitchFamily="34" charset="0"/>
                <a:ea typeface="Calibri"/>
                <a:cs typeface="Calibri" panose="020F0502020204030204" pitchFamily="34" charset="0"/>
                <a:sym typeface="Calibri"/>
              </a:rPr>
              <a:t>**clear this line and write your title</a:t>
            </a:r>
            <a:endParaRPr sz="4533" dirty="0">
              <a:solidFill>
                <a:schemeClr val="bg1"/>
              </a:solidFill>
            </a:endParaRPr>
          </a:p>
        </p:txBody>
      </p:sp>
      <p:cxnSp>
        <p:nvCxnSpPr>
          <p:cNvPr id="3" name="Straight Connector 2">
            <a:extLst>
              <a:ext uri="{FF2B5EF4-FFF2-40B4-BE49-F238E27FC236}">
                <a16:creationId xmlns:a16="http://schemas.microsoft.com/office/drawing/2014/main" id="{459AC735-9AAC-8550-4FCE-39C6C93B6C27}"/>
              </a:ext>
            </a:extLst>
          </p:cNvPr>
          <p:cNvCxnSpPr>
            <a:cxnSpLocks/>
          </p:cNvCxnSpPr>
          <p:nvPr/>
        </p:nvCxnSpPr>
        <p:spPr>
          <a:xfrm>
            <a:off x="1147992" y="4385720"/>
            <a:ext cx="10658211" cy="17480"/>
          </a:xfrm>
          <a:prstGeom prst="line">
            <a:avLst/>
          </a:prstGeom>
          <a:ln w="28575">
            <a:solidFill>
              <a:schemeClr val="accent3">
                <a:lumMod val="2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D400615-E2D2-7E6C-7A0C-66A935676F86}"/>
              </a:ext>
            </a:extLst>
          </p:cNvPr>
          <p:cNvSpPr txBox="1"/>
          <p:nvPr/>
        </p:nvSpPr>
        <p:spPr>
          <a:xfrm>
            <a:off x="1047876" y="3997475"/>
            <a:ext cx="2869821" cy="379656"/>
          </a:xfrm>
          <a:prstGeom prst="rect">
            <a:avLst/>
          </a:prstGeom>
          <a:noFill/>
        </p:spPr>
        <p:txBody>
          <a:bodyPr wrap="square" rtlCol="0">
            <a:spAutoFit/>
          </a:bodyPr>
          <a:lstStyle/>
          <a:p>
            <a:pPr defTabSz="1219170">
              <a:buClr>
                <a:srgbClr val="000000"/>
              </a:buClr>
            </a:pPr>
            <a:r>
              <a:rPr lang="en" sz="1867" kern="0" dirty="0">
                <a:solidFill>
                  <a:srgbClr val="494949"/>
                </a:solidFill>
                <a:latin typeface="Fjalla One" panose="02000506040000020004" pitchFamily="2" charset="0"/>
                <a:cs typeface="Arial"/>
                <a:sym typeface="Arial"/>
              </a:rPr>
              <a:t>Students :</a:t>
            </a:r>
            <a:endParaRPr lang="en-US" sz="1867" kern="0" dirty="0">
              <a:solidFill>
                <a:srgbClr val="000000"/>
              </a:solidFill>
              <a:latin typeface="Fjalla One" panose="02000506040000020004" pitchFamily="2" charset="0"/>
              <a:cs typeface="Arial"/>
              <a:sym typeface="Arial"/>
            </a:endParaRPr>
          </a:p>
        </p:txBody>
      </p:sp>
      <p:sp>
        <p:nvSpPr>
          <p:cNvPr id="7" name="TextBox 6">
            <a:extLst>
              <a:ext uri="{FF2B5EF4-FFF2-40B4-BE49-F238E27FC236}">
                <a16:creationId xmlns:a16="http://schemas.microsoft.com/office/drawing/2014/main" id="{C7262FB5-64B8-EA4D-AF13-CF46E814992F}"/>
              </a:ext>
            </a:extLst>
          </p:cNvPr>
          <p:cNvSpPr txBox="1"/>
          <p:nvPr/>
        </p:nvSpPr>
        <p:spPr>
          <a:xfrm>
            <a:off x="9517889" y="4036010"/>
            <a:ext cx="2395892" cy="379656"/>
          </a:xfrm>
          <a:prstGeom prst="rect">
            <a:avLst/>
          </a:prstGeom>
          <a:noFill/>
        </p:spPr>
        <p:txBody>
          <a:bodyPr wrap="square" rtlCol="0">
            <a:spAutoFit/>
          </a:bodyPr>
          <a:lstStyle/>
          <a:p>
            <a:pPr algn="r" defTabSz="1219170">
              <a:buClr>
                <a:srgbClr val="000000"/>
              </a:buClr>
            </a:pPr>
            <a:r>
              <a:rPr lang="en-US" sz="1867" kern="0" dirty="0">
                <a:solidFill>
                  <a:srgbClr val="494949"/>
                </a:solidFill>
                <a:latin typeface="Fjalla One" panose="02000506040000020004" pitchFamily="2" charset="0"/>
                <a:cs typeface="Arial"/>
                <a:sym typeface="Arial"/>
              </a:rPr>
              <a:t> Supervisor :</a:t>
            </a:r>
          </a:p>
        </p:txBody>
      </p:sp>
      <p:sp>
        <p:nvSpPr>
          <p:cNvPr id="11" name="TextBox 10">
            <a:extLst>
              <a:ext uri="{FF2B5EF4-FFF2-40B4-BE49-F238E27FC236}">
                <a16:creationId xmlns:a16="http://schemas.microsoft.com/office/drawing/2014/main" id="{8C2EBCD4-EB35-811A-3DAE-37C816EBEE15}"/>
              </a:ext>
            </a:extLst>
          </p:cNvPr>
          <p:cNvSpPr txBox="1"/>
          <p:nvPr/>
        </p:nvSpPr>
        <p:spPr>
          <a:xfrm>
            <a:off x="1040414" y="4436393"/>
            <a:ext cx="2640466" cy="1697901"/>
          </a:xfrm>
          <a:prstGeom prst="rect">
            <a:avLst/>
          </a:prstGeom>
          <a:noFill/>
        </p:spPr>
        <p:txBody>
          <a:bodyPr wrap="none" lIns="91440" tIns="45720" rIns="91440" bIns="45720" rtlCol="0" anchor="t">
            <a:spAutoFit/>
          </a:bodyPr>
          <a:lstStyle/>
          <a:p>
            <a:pPr defTabSz="1219170">
              <a:lnSpc>
                <a:spcPct val="150000"/>
              </a:lnSpc>
              <a:buClr>
                <a:srgbClr val="000000"/>
              </a:buClr>
            </a:pPr>
            <a:r>
              <a:rPr lang="en-US" kern="0" dirty="0">
                <a:solidFill>
                  <a:srgbClr val="494949"/>
                </a:solidFill>
                <a:latin typeface="Tahoma" panose="020B0604030504040204" pitchFamily="34" charset="0"/>
                <a:ea typeface="Tahoma" panose="020B0604030504040204" pitchFamily="34" charset="0"/>
                <a:cs typeface="Tahoma" panose="020B0604030504040204" pitchFamily="34" charset="0"/>
                <a:sym typeface="Arial"/>
              </a:rPr>
              <a:t>Student Name-1 (ID-1)</a:t>
            </a:r>
          </a:p>
          <a:p>
            <a:pPr defTabSz="1219170">
              <a:lnSpc>
                <a:spcPct val="150000"/>
              </a:lnSpc>
              <a:buClr>
                <a:srgbClr val="000000"/>
              </a:buClr>
            </a:pPr>
            <a:r>
              <a:rPr lang="en-US" kern="0" dirty="0">
                <a:solidFill>
                  <a:srgbClr val="494949"/>
                </a:solidFill>
                <a:latin typeface="Tahoma" panose="020B0604030504040204" pitchFamily="34" charset="0"/>
                <a:ea typeface="Tahoma" panose="020B0604030504040204" pitchFamily="34" charset="0"/>
                <a:cs typeface="Tahoma" panose="020B0604030504040204" pitchFamily="34" charset="0"/>
                <a:sym typeface="Arial"/>
              </a:rPr>
              <a:t>Student Name-2 (ID-2)</a:t>
            </a:r>
          </a:p>
          <a:p>
            <a:pPr defTabSz="1219170">
              <a:lnSpc>
                <a:spcPct val="150000"/>
              </a:lnSpc>
              <a:buClr>
                <a:srgbClr val="000000"/>
              </a:buClr>
            </a:pPr>
            <a:r>
              <a:rPr lang="en-US" kern="0" dirty="0">
                <a:solidFill>
                  <a:srgbClr val="494949"/>
                </a:solidFill>
                <a:latin typeface="Tahoma" panose="020B0604030504040204" pitchFamily="34" charset="0"/>
                <a:ea typeface="Tahoma" panose="020B0604030504040204" pitchFamily="34" charset="0"/>
                <a:cs typeface="Tahoma" panose="020B0604030504040204" pitchFamily="34" charset="0"/>
                <a:sym typeface="Arial"/>
              </a:rPr>
              <a:t>Student Name-3 (ID-3)</a:t>
            </a:r>
          </a:p>
          <a:p>
            <a:pPr defTabSz="1219170">
              <a:lnSpc>
                <a:spcPct val="150000"/>
              </a:lnSpc>
              <a:buClr>
                <a:srgbClr val="000000"/>
              </a:buClr>
            </a:pPr>
            <a:r>
              <a:rPr lang="en-US" kern="0" dirty="0">
                <a:solidFill>
                  <a:srgbClr val="494949"/>
                </a:solidFill>
                <a:latin typeface="Tahoma"/>
                <a:ea typeface="Tahoma"/>
                <a:cs typeface="Tahoma"/>
                <a:sym typeface="Arial"/>
              </a:rPr>
              <a:t>7</a:t>
            </a:r>
            <a:r>
              <a:rPr lang="en-US" kern="0" baseline="30000" dirty="0">
                <a:solidFill>
                  <a:srgbClr val="494949"/>
                </a:solidFill>
                <a:latin typeface="Tahoma"/>
                <a:ea typeface="Tahoma"/>
                <a:cs typeface="Tahoma"/>
                <a:sym typeface="Arial"/>
              </a:rPr>
              <a:t>th</a:t>
            </a:r>
            <a:r>
              <a:rPr lang="en-US" kern="0" dirty="0">
                <a:solidFill>
                  <a:srgbClr val="494949"/>
                </a:solidFill>
                <a:latin typeface="Tahoma"/>
                <a:ea typeface="Tahoma"/>
                <a:cs typeface="Tahoma"/>
                <a:sym typeface="Arial"/>
              </a:rPr>
              <a:t> Semester; Section: E</a:t>
            </a:r>
            <a:endParaRPr lang="en-US" kern="0" dirty="0">
              <a:solidFill>
                <a:srgbClr val="494949"/>
              </a:solidFill>
              <a:latin typeface="Tahoma"/>
              <a:ea typeface="Tahoma"/>
              <a:cs typeface="Tahoma"/>
            </a:endParaRPr>
          </a:p>
        </p:txBody>
      </p:sp>
      <p:pic>
        <p:nvPicPr>
          <p:cNvPr id="4" name="Picture 3">
            <a:extLst>
              <a:ext uri="{FF2B5EF4-FFF2-40B4-BE49-F238E27FC236}">
                <a16:creationId xmlns:a16="http://schemas.microsoft.com/office/drawing/2014/main" id="{8519468B-FA7E-63C9-A2D7-89CBA66751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89341" y="237108"/>
            <a:ext cx="824439" cy="1416429"/>
          </a:xfrm>
          <a:prstGeom prst="rect">
            <a:avLst/>
          </a:prstGeom>
        </p:spPr>
      </p:pic>
      <p:sp>
        <p:nvSpPr>
          <p:cNvPr id="9" name="Subtitle 2">
            <a:extLst>
              <a:ext uri="{FF2B5EF4-FFF2-40B4-BE49-F238E27FC236}">
                <a16:creationId xmlns:a16="http://schemas.microsoft.com/office/drawing/2014/main" id="{194928F3-94B8-B05B-654A-13757530FF20}"/>
              </a:ext>
            </a:extLst>
          </p:cNvPr>
          <p:cNvSpPr txBox="1">
            <a:spLocks/>
          </p:cNvSpPr>
          <p:nvPr/>
        </p:nvSpPr>
        <p:spPr>
          <a:xfrm>
            <a:off x="5818094" y="4480358"/>
            <a:ext cx="6077627" cy="1706919"/>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400"/>
              </a:spcBef>
              <a:buClr>
                <a:schemeClr val="accent1"/>
              </a:buClr>
              <a:buSzPct val="80000"/>
              <a:buFont typeface="Corbel" pitchFamily="34" charset="0"/>
              <a:buNone/>
              <a:defRPr sz="2200" kern="1200">
                <a:solidFill>
                  <a:srgbClr val="FFFFFF"/>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SzPct val="80000"/>
              <a:buFont typeface="Corbel" pitchFamily="34" charset="0"/>
              <a:buNone/>
              <a:defRPr sz="2200" kern="1200">
                <a:solidFill>
                  <a:schemeClr val="accent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SzPct val="80000"/>
              <a:buFont typeface="Corbel" pitchFamily="34" charset="0"/>
              <a:buNone/>
              <a:defRPr sz="2200" kern="1200">
                <a:solidFill>
                  <a:schemeClr val="accent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SzPct val="80000"/>
              <a:buFont typeface="Corbel" pitchFamily="34" charset="0"/>
              <a:buNone/>
              <a:defRPr sz="2000" kern="1200">
                <a:solidFill>
                  <a:schemeClr val="accent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SzPct val="80000"/>
              <a:buFont typeface="Corbel" pitchFamily="34" charset="0"/>
              <a:buNone/>
              <a:defRPr sz="2000" kern="1200">
                <a:solidFill>
                  <a:schemeClr val="accent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SzPct val="80000"/>
              <a:buFont typeface="Corbel" pitchFamily="34" charset="0"/>
              <a:buNone/>
              <a:defRPr sz="2000" kern="1200">
                <a:solidFill>
                  <a:schemeClr val="accent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SzPct val="80000"/>
              <a:buFont typeface="Corbel" pitchFamily="34" charset="0"/>
              <a:buNone/>
              <a:defRPr sz="2000" kern="1200">
                <a:solidFill>
                  <a:schemeClr val="accent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SzPct val="80000"/>
              <a:buFont typeface="Corbel" pitchFamily="34" charset="0"/>
              <a:buNone/>
              <a:defRPr sz="2000" kern="1200">
                <a:solidFill>
                  <a:schemeClr val="accent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SzPct val="80000"/>
              <a:buFont typeface="Corbel" pitchFamily="34" charset="0"/>
              <a:buNone/>
              <a:defRPr sz="2000" kern="1200">
                <a:solidFill>
                  <a:schemeClr val="accent1"/>
                </a:solidFill>
                <a:latin typeface="+mn-lt"/>
                <a:ea typeface="+mn-ea"/>
                <a:cs typeface="+mn-cs"/>
              </a:defRPr>
            </a:lvl9pPr>
          </a:lstStyle>
          <a:p>
            <a:pPr algn="r"/>
            <a:r>
              <a:rPr lang="en-US" sz="1800" dirty="0">
                <a:solidFill>
                  <a:schemeClr val="accent2">
                    <a:lumMod val="10000"/>
                  </a:schemeClr>
                </a:solidFill>
                <a:latin typeface="Tahoma"/>
                <a:ea typeface="Tahoma"/>
                <a:cs typeface="Tahoma"/>
              </a:rPr>
              <a:t>Name : </a:t>
            </a:r>
            <a:r>
              <a:rPr lang="en-US" sz="1800" i="1" dirty="0">
                <a:solidFill>
                  <a:schemeClr val="accent2">
                    <a:lumMod val="10000"/>
                  </a:schemeClr>
                </a:solidFill>
                <a:latin typeface="Tahoma"/>
                <a:ea typeface="Tahoma"/>
                <a:cs typeface="Tahoma"/>
              </a:rPr>
              <a:t>Mohd Ruhul Ameen</a:t>
            </a:r>
            <a:endParaRPr lang="en-US" sz="1800" i="1">
              <a:solidFill>
                <a:schemeClr val="accent2">
                  <a:lumMod val="10000"/>
                </a:schemeClr>
              </a:solidFill>
              <a:latin typeface="Tahoma" panose="020B0604030504040204" pitchFamily="34" charset="0"/>
              <a:ea typeface="Tahoma" panose="020B0604030504040204" pitchFamily="34" charset="0"/>
              <a:cs typeface="Tahoma" panose="020B0604030504040204" pitchFamily="34" charset="0"/>
            </a:endParaRPr>
          </a:p>
          <a:p>
            <a:pPr algn="r"/>
            <a:r>
              <a:rPr lang="en-US" sz="1800" dirty="0">
                <a:solidFill>
                  <a:schemeClr val="accent2">
                    <a:lumMod val="10000"/>
                  </a:schemeClr>
                </a:solidFill>
                <a:latin typeface="Tahoma"/>
                <a:ea typeface="Tahoma"/>
                <a:cs typeface="Tahoma"/>
              </a:rPr>
              <a:t>Designation : </a:t>
            </a:r>
            <a:r>
              <a:rPr lang="en-US" sz="1800" i="1" dirty="0">
                <a:solidFill>
                  <a:schemeClr val="accent2">
                    <a:lumMod val="10000"/>
                  </a:schemeClr>
                </a:solidFill>
                <a:latin typeface="Tahoma"/>
                <a:ea typeface="Tahoma"/>
                <a:cs typeface="Tahoma"/>
              </a:rPr>
              <a:t>Lecturer </a:t>
            </a:r>
          </a:p>
          <a:p>
            <a:pPr algn="r"/>
            <a:r>
              <a:rPr lang="en-US" sz="1800" dirty="0">
                <a:solidFill>
                  <a:schemeClr val="accent2">
                    <a:lumMod val="10000"/>
                  </a:schemeClr>
                </a:solidFill>
                <a:latin typeface="Tahoma" panose="020B0604030504040204" pitchFamily="34" charset="0"/>
                <a:ea typeface="Tahoma" panose="020B0604030504040204" pitchFamily="34" charset="0"/>
                <a:cs typeface="Tahoma" panose="020B0604030504040204" pitchFamily="34" charset="0"/>
              </a:rPr>
              <a:t>Department of Computer Science &amp; Engineering,</a:t>
            </a:r>
          </a:p>
          <a:p>
            <a:pPr algn="r"/>
            <a:r>
              <a:rPr lang="en-US" sz="1800" dirty="0">
                <a:solidFill>
                  <a:schemeClr val="accent2">
                    <a:lumMod val="10000"/>
                  </a:schemeClr>
                </a:solidFill>
                <a:latin typeface="Tahoma" panose="020B0604030504040204" pitchFamily="34" charset="0"/>
                <a:ea typeface="Tahoma" panose="020B0604030504040204" pitchFamily="34" charset="0"/>
                <a:cs typeface="Tahoma" panose="020B0604030504040204" pitchFamily="34" charset="0"/>
              </a:rPr>
              <a:t> Varendra University</a:t>
            </a:r>
          </a:p>
        </p:txBody>
      </p:sp>
      <p:sp>
        <p:nvSpPr>
          <p:cNvPr id="14" name="TextBox 13">
            <a:extLst>
              <a:ext uri="{FF2B5EF4-FFF2-40B4-BE49-F238E27FC236}">
                <a16:creationId xmlns:a16="http://schemas.microsoft.com/office/drawing/2014/main" id="{3A77B35F-75A3-2646-5F8C-3406B41AAADF}"/>
              </a:ext>
            </a:extLst>
          </p:cNvPr>
          <p:cNvSpPr txBox="1"/>
          <p:nvPr/>
        </p:nvSpPr>
        <p:spPr>
          <a:xfrm>
            <a:off x="291482" y="374375"/>
            <a:ext cx="4715271" cy="738664"/>
          </a:xfrm>
          <a:prstGeom prst="rect">
            <a:avLst/>
          </a:prstGeom>
          <a:noFill/>
        </p:spPr>
        <p:txBody>
          <a:bodyPr wrap="square" rtlCol="0">
            <a:spAutoFit/>
          </a:bodyPr>
          <a:lstStyle/>
          <a:p>
            <a:pPr defTabSz="1219170">
              <a:buClr>
                <a:srgbClr val="000000"/>
              </a:buClr>
            </a:pPr>
            <a:r>
              <a:rPr lang="en" sz="1400" kern="0" dirty="0">
                <a:solidFill>
                  <a:schemeClr val="accent3">
                    <a:lumMod val="25000"/>
                  </a:schemeClr>
                </a:solidFill>
                <a:latin typeface="Tahoma" panose="020B0604030504040204" pitchFamily="34" charset="0"/>
                <a:ea typeface="Tahoma" panose="020B0604030504040204" pitchFamily="34" charset="0"/>
                <a:cs typeface="Tahoma" panose="020B0604030504040204" pitchFamily="34" charset="0"/>
                <a:sym typeface="Arial"/>
              </a:rPr>
              <a:t>Course Code: CSE 4100 </a:t>
            </a:r>
          </a:p>
          <a:p>
            <a:pPr defTabSz="1219170">
              <a:buClr>
                <a:srgbClr val="000000"/>
              </a:buClr>
            </a:pPr>
            <a:r>
              <a:rPr lang="en" sz="1400" kern="0" dirty="0">
                <a:solidFill>
                  <a:schemeClr val="accent3">
                    <a:lumMod val="25000"/>
                  </a:schemeClr>
                </a:solidFill>
                <a:latin typeface="Tahoma" panose="020B0604030504040204" pitchFamily="34" charset="0"/>
                <a:ea typeface="Tahoma" panose="020B0604030504040204" pitchFamily="34" charset="0"/>
                <a:cs typeface="Tahoma" panose="020B0604030504040204" pitchFamily="34" charset="0"/>
                <a:sym typeface="Arial"/>
              </a:rPr>
              <a:t>Course Title: Project or Thesis with Seminar Part I</a:t>
            </a:r>
          </a:p>
          <a:p>
            <a:pPr defTabSz="1219170">
              <a:buClr>
                <a:srgbClr val="000000"/>
              </a:buClr>
            </a:pPr>
            <a:r>
              <a:rPr lang="en" sz="1400" kern="0" dirty="0">
                <a:solidFill>
                  <a:schemeClr val="accent3">
                    <a:lumMod val="25000"/>
                  </a:schemeClr>
                </a:solidFill>
                <a:latin typeface="Tahoma" panose="020B0604030504040204" pitchFamily="34" charset="0"/>
                <a:ea typeface="Tahoma" panose="020B0604030504040204" pitchFamily="34" charset="0"/>
                <a:cs typeface="Tahoma" panose="020B0604030504040204" pitchFamily="34" charset="0"/>
                <a:sym typeface="Arial"/>
              </a:rPr>
              <a:t>Proposal Review Presentation On:</a:t>
            </a:r>
            <a:endParaRPr lang="en-US" sz="1400" kern="0" dirty="0">
              <a:solidFill>
                <a:schemeClr val="accent3">
                  <a:lumMod val="25000"/>
                </a:schemeClr>
              </a:solidFill>
              <a:latin typeface="Tahoma" panose="020B0604030504040204" pitchFamily="34" charset="0"/>
              <a:ea typeface="Tahoma" panose="020B0604030504040204" pitchFamily="34" charset="0"/>
              <a:cs typeface="Tahoma" panose="020B0604030504040204" pitchFamily="34" charset="0"/>
              <a:sym typeface="Arial"/>
            </a:endParaRPr>
          </a:p>
        </p:txBody>
      </p:sp>
      <p:sp>
        <p:nvSpPr>
          <p:cNvPr id="2" name="Frame 1">
            <a:extLst>
              <a:ext uri="{FF2B5EF4-FFF2-40B4-BE49-F238E27FC236}">
                <a16:creationId xmlns:a16="http://schemas.microsoft.com/office/drawing/2014/main" id="{0B373CC1-2BE6-4682-B7B9-5C735C847386}"/>
              </a:ext>
            </a:extLst>
          </p:cNvPr>
          <p:cNvSpPr/>
          <p:nvPr/>
        </p:nvSpPr>
        <p:spPr>
          <a:xfrm>
            <a:off x="134472" y="134471"/>
            <a:ext cx="11896164" cy="6571129"/>
          </a:xfrm>
          <a:prstGeom prst="frame">
            <a:avLst>
              <a:gd name="adj1" fmla="val 0"/>
            </a:avLst>
          </a:prstGeom>
          <a:solidFill>
            <a:srgbClr val="FAFCFF"/>
          </a:solidFill>
          <a:ln w="76200">
            <a:solidFill>
              <a:schemeClr val="accent3">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cs typeface="Arial"/>
              </a:rPr>
              <a:t>Design and Implementation of an Embedded, Low-Cost Indoor Obstacle Detection System for</a:t>
            </a:r>
            <a:endParaRPr lang="en-US">
              <a:solidFill>
                <a:schemeClr val="tx1"/>
              </a:solidFill>
              <a:cs typeface="Arial"/>
            </a:endParaRPr>
          </a:p>
          <a:p>
            <a:pPr algn="ctr"/>
            <a:r>
              <a:rPr lang="en-US" dirty="0">
                <a:solidFill>
                  <a:schemeClr val="tx1"/>
                </a:solidFill>
                <a:cs typeface="Arial"/>
              </a:rPr>
              <a:t>Autonomous Navigation</a:t>
            </a:r>
            <a:endParaRPr lang="en-US">
              <a:solidFill>
                <a:schemeClr val="tx1"/>
              </a:solidFill>
              <a:cs typeface="Arial"/>
            </a:endParaRPr>
          </a:p>
          <a:p>
            <a:pPr algn="ctr"/>
            <a:endParaRPr lang="en-US" dirty="0">
              <a:solidFill>
                <a:schemeClr val="tx1"/>
              </a:solidFill>
              <a:cs typeface="Arial"/>
            </a:endParaRPr>
          </a:p>
        </p:txBody>
      </p:sp>
    </p:spTree>
    <p:extLst>
      <p:ext uri="{BB962C8B-B14F-4D97-AF65-F5344CB8AC3E}">
        <p14:creationId xmlns:p14="http://schemas.microsoft.com/office/powerpoint/2010/main" val="34960059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8BB900C-AA95-F765-9BDB-E1012E9C7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929BD-3F73-05D3-1B6C-3CDD45327803}"/>
              </a:ext>
            </a:extLst>
          </p:cNvPr>
          <p:cNvSpPr>
            <a:spLocks noGrp="1"/>
          </p:cNvSpPr>
          <p:nvPr>
            <p:ph type="title"/>
          </p:nvPr>
        </p:nvSpPr>
        <p:spPr/>
        <p:txBody>
          <a:bodyPr/>
          <a:lstStyle/>
          <a:p>
            <a:r>
              <a:rPr lang="en-US" dirty="0">
                <a:solidFill>
                  <a:srgbClr val="002060"/>
                </a:solidFill>
                <a:latin typeface="Fjalla One" panose="02000506040000020004" pitchFamily="2" charset="0"/>
              </a:rPr>
              <a:t>Introduction</a:t>
            </a:r>
          </a:p>
        </p:txBody>
      </p:sp>
      <p:sp>
        <p:nvSpPr>
          <p:cNvPr id="3" name="Content Placeholder 2">
            <a:extLst>
              <a:ext uri="{FF2B5EF4-FFF2-40B4-BE49-F238E27FC236}">
                <a16:creationId xmlns:a16="http://schemas.microsoft.com/office/drawing/2014/main" id="{2FBE5E2C-D24F-5BCD-B46A-5DD3C73B4605}"/>
              </a:ext>
            </a:extLst>
          </p:cNvPr>
          <p:cNvSpPr>
            <a:spLocks noGrp="1"/>
          </p:cNvSpPr>
          <p:nvPr>
            <p:ph type="body" idx="1"/>
          </p:nvPr>
        </p:nvSpPr>
        <p:spPr>
          <a:xfrm>
            <a:off x="838200" y="2448578"/>
            <a:ext cx="10515600" cy="1948516"/>
          </a:xfrm>
        </p:spPr>
        <p:txBody>
          <a:bodyPr/>
          <a:lstStyle/>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Write briefly what’s your thesis is all about. </a:t>
            </a:r>
          </a:p>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Suggestion: Do not write paragraphs here. Paragraphs are boring. Add just the key points which will help you to present. Convey your texts by expressing through images if possible. </a:t>
            </a:r>
          </a:p>
        </p:txBody>
      </p:sp>
      <p:sp>
        <p:nvSpPr>
          <p:cNvPr id="4" name="Slide Number Placeholder 3">
            <a:extLst>
              <a:ext uri="{FF2B5EF4-FFF2-40B4-BE49-F238E27FC236}">
                <a16:creationId xmlns:a16="http://schemas.microsoft.com/office/drawing/2014/main" id="{C2F2BAEB-5EFB-9A61-C001-0BA3DE051E7C}"/>
              </a:ext>
            </a:extLst>
          </p:cNvPr>
          <p:cNvSpPr>
            <a:spLocks noGrp="1"/>
          </p:cNvSpPr>
          <p:nvPr>
            <p:ph type="sldNum" idx="12"/>
          </p:nvPr>
        </p:nvSpPr>
        <p:spPr/>
        <p:txBody>
          <a:bodyPr/>
          <a:lstStyle/>
          <a:p>
            <a:fld id="{5E982F12-079C-495C-AE37-670D530B0F4A}" type="slidenum">
              <a:rPr lang="en-US" smtClean="0"/>
              <a:t>3</a:t>
            </a:fld>
            <a:endParaRPr lang="en-US" dirty="0"/>
          </a:p>
        </p:txBody>
      </p:sp>
      <p:sp>
        <p:nvSpPr>
          <p:cNvPr id="5" name="Footer Placeholder 4">
            <a:extLst>
              <a:ext uri="{FF2B5EF4-FFF2-40B4-BE49-F238E27FC236}">
                <a16:creationId xmlns:a16="http://schemas.microsoft.com/office/drawing/2014/main" id="{C7A23EC9-3D9F-3F20-965A-EF78679DB1DC}"/>
              </a:ext>
            </a:extLst>
          </p:cNvPr>
          <p:cNvSpPr>
            <a:spLocks noGrp="1"/>
          </p:cNvSpPr>
          <p:nvPr>
            <p:ph type="ftr" idx="11"/>
          </p:nvPr>
        </p:nvSpPr>
        <p:spPr/>
        <p:txBody>
          <a:bodyPr/>
          <a:lstStyle/>
          <a:p>
            <a:r>
              <a:rPr lang="en-US"/>
              <a:t>Thesis Title:</a:t>
            </a:r>
            <a:endParaRPr lang="en-US" dirty="0"/>
          </a:p>
        </p:txBody>
      </p:sp>
      <p:sp>
        <p:nvSpPr>
          <p:cNvPr id="6" name="Date Placeholder 5">
            <a:extLst>
              <a:ext uri="{FF2B5EF4-FFF2-40B4-BE49-F238E27FC236}">
                <a16:creationId xmlns:a16="http://schemas.microsoft.com/office/drawing/2014/main" id="{A215818C-17DD-71A1-668E-05DBC0598277}"/>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274B9FA4-527E-B51E-0335-7555A8F3E4C3}"/>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2035538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BD16-3864-418E-BDCC-311DDB6DB6EF}"/>
              </a:ext>
            </a:extLst>
          </p:cNvPr>
          <p:cNvSpPr>
            <a:spLocks noGrp="1"/>
          </p:cNvSpPr>
          <p:nvPr>
            <p:ph type="title"/>
          </p:nvPr>
        </p:nvSpPr>
        <p:spPr/>
        <p:txBody>
          <a:bodyPr/>
          <a:lstStyle/>
          <a:p>
            <a:r>
              <a:rPr lang="en-US" dirty="0">
                <a:solidFill>
                  <a:srgbClr val="002060"/>
                </a:solidFill>
                <a:latin typeface="Fjalla One" panose="02000506040000020004" pitchFamily="2" charset="0"/>
              </a:rPr>
              <a:t>Motivation</a:t>
            </a:r>
          </a:p>
        </p:txBody>
      </p:sp>
      <p:sp>
        <p:nvSpPr>
          <p:cNvPr id="3" name="Content Placeholder 2">
            <a:extLst>
              <a:ext uri="{FF2B5EF4-FFF2-40B4-BE49-F238E27FC236}">
                <a16:creationId xmlns:a16="http://schemas.microsoft.com/office/drawing/2014/main" id="{332121A1-8846-40B0-A8E2-2F875A13E110}"/>
              </a:ext>
            </a:extLst>
          </p:cNvPr>
          <p:cNvSpPr>
            <a:spLocks noGrp="1"/>
          </p:cNvSpPr>
          <p:nvPr>
            <p:ph type="body" idx="1"/>
          </p:nvPr>
        </p:nvSpPr>
        <p:spPr>
          <a:xfrm>
            <a:off x="838200" y="2329236"/>
            <a:ext cx="10515600" cy="2199528"/>
          </a:xfrm>
        </p:spPr>
        <p:txBody>
          <a:bodyPr/>
          <a:lstStyle/>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Why have you chosen this particular topic?  What inspired you to work in this field ? </a:t>
            </a:r>
          </a:p>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Suggestion: You may also mention the application and your future opportunities here.</a:t>
            </a:r>
          </a:p>
        </p:txBody>
      </p:sp>
      <p:sp>
        <p:nvSpPr>
          <p:cNvPr id="4" name="Slide Number Placeholder 3">
            <a:extLst>
              <a:ext uri="{FF2B5EF4-FFF2-40B4-BE49-F238E27FC236}">
                <a16:creationId xmlns:a16="http://schemas.microsoft.com/office/drawing/2014/main" id="{2D2348BA-148E-4B8A-8961-4DBFC57AF58D}"/>
              </a:ext>
            </a:extLst>
          </p:cNvPr>
          <p:cNvSpPr>
            <a:spLocks noGrp="1"/>
          </p:cNvSpPr>
          <p:nvPr>
            <p:ph type="sldNum" idx="12"/>
          </p:nvPr>
        </p:nvSpPr>
        <p:spPr/>
        <p:txBody>
          <a:bodyPr/>
          <a:lstStyle/>
          <a:p>
            <a:fld id="{6D22F896-40B5-4ADD-8801-0D06FADFA095}" type="slidenum">
              <a:rPr lang="en-US" smtClean="0"/>
              <a:t>4</a:t>
            </a:fld>
            <a:endParaRPr lang="en-US" dirty="0"/>
          </a:p>
        </p:txBody>
      </p:sp>
      <p:sp>
        <p:nvSpPr>
          <p:cNvPr id="5" name="Footer Placeholder 4">
            <a:extLst>
              <a:ext uri="{FF2B5EF4-FFF2-40B4-BE49-F238E27FC236}">
                <a16:creationId xmlns:a16="http://schemas.microsoft.com/office/drawing/2014/main" id="{EB9DD810-73EB-A3EA-650B-1D02194DA281}"/>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48A79F5E-85D5-0001-3527-E29F1C0FA75D}"/>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9893099C-2A92-A46B-B049-655B39167E4B}"/>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365177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280BA-DBBF-4CDF-A832-3DB57AD04C97}"/>
              </a:ext>
            </a:extLst>
          </p:cNvPr>
          <p:cNvSpPr>
            <a:spLocks noGrp="1"/>
          </p:cNvSpPr>
          <p:nvPr>
            <p:ph type="title"/>
          </p:nvPr>
        </p:nvSpPr>
        <p:spPr/>
        <p:txBody>
          <a:bodyPr/>
          <a:lstStyle/>
          <a:p>
            <a:r>
              <a:rPr lang="en-US" dirty="0">
                <a:solidFill>
                  <a:srgbClr val="002060"/>
                </a:solidFill>
                <a:latin typeface="Fjalla One" panose="02000506040000020004" pitchFamily="2" charset="0"/>
              </a:rPr>
              <a:t>Literature Review</a:t>
            </a:r>
          </a:p>
        </p:txBody>
      </p:sp>
      <p:sp>
        <p:nvSpPr>
          <p:cNvPr id="3" name="Content Placeholder 2">
            <a:extLst>
              <a:ext uri="{FF2B5EF4-FFF2-40B4-BE49-F238E27FC236}">
                <a16:creationId xmlns:a16="http://schemas.microsoft.com/office/drawing/2014/main" id="{10789574-1242-488F-85B3-1139AA5F5FD8}"/>
              </a:ext>
            </a:extLst>
          </p:cNvPr>
          <p:cNvSpPr>
            <a:spLocks noGrp="1"/>
          </p:cNvSpPr>
          <p:nvPr>
            <p:ph type="body" idx="1"/>
          </p:nvPr>
        </p:nvSpPr>
        <p:spPr>
          <a:xfrm>
            <a:off x="730623" y="2141537"/>
            <a:ext cx="10515600" cy="3093851"/>
          </a:xfrm>
        </p:spPr>
        <p:txBody>
          <a:bodyPr>
            <a:normAutofit/>
          </a:bodyPr>
          <a:lstStyle/>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Here you need to discuss briefly about the overview of research papers that you have read so far. </a:t>
            </a:r>
          </a:p>
          <a:p>
            <a:endParaRPr lang="en-US" dirty="0">
              <a:solidFill>
                <a:srgbClr val="002060"/>
              </a:solidFill>
              <a:latin typeface="Tahoma" panose="020B0604030504040204" pitchFamily="34" charset="0"/>
              <a:ea typeface="Tahoma" panose="020B0604030504040204" pitchFamily="34" charset="0"/>
              <a:cs typeface="Tahoma" panose="020B0604030504040204" pitchFamily="34" charset="0"/>
            </a:endParaRPr>
          </a:p>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Highlight the research gap if you have found any. </a:t>
            </a:r>
          </a:p>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Do not forget to mention a reference number on related lines. </a:t>
            </a:r>
          </a:p>
        </p:txBody>
      </p:sp>
      <p:sp>
        <p:nvSpPr>
          <p:cNvPr id="4" name="Slide Number Placeholder 3">
            <a:extLst>
              <a:ext uri="{FF2B5EF4-FFF2-40B4-BE49-F238E27FC236}">
                <a16:creationId xmlns:a16="http://schemas.microsoft.com/office/drawing/2014/main" id="{DC9CD905-712D-45C3-A875-5B6A6EB9509E}"/>
              </a:ext>
            </a:extLst>
          </p:cNvPr>
          <p:cNvSpPr>
            <a:spLocks noGrp="1"/>
          </p:cNvSpPr>
          <p:nvPr>
            <p:ph type="sldNum" idx="12"/>
          </p:nvPr>
        </p:nvSpPr>
        <p:spPr/>
        <p:txBody>
          <a:bodyPr/>
          <a:lstStyle/>
          <a:p>
            <a:fld id="{6D22F896-40B5-4ADD-8801-0D06FADFA095}" type="slidenum">
              <a:rPr lang="en-US" smtClean="0"/>
              <a:t>5</a:t>
            </a:fld>
            <a:endParaRPr lang="en-US" dirty="0"/>
          </a:p>
        </p:txBody>
      </p:sp>
      <p:sp>
        <p:nvSpPr>
          <p:cNvPr id="5" name="Footer Placeholder 4">
            <a:extLst>
              <a:ext uri="{FF2B5EF4-FFF2-40B4-BE49-F238E27FC236}">
                <a16:creationId xmlns:a16="http://schemas.microsoft.com/office/drawing/2014/main" id="{8FA7E728-C2D9-0675-957E-ADD00A6CBDC3}"/>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0C3EDC65-E311-2F22-A003-FDC7416055E8}"/>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9486099C-2806-4F92-A871-766C7905A40B}"/>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3385208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E684A-83A8-4A37-9402-DEF323775C1B}"/>
              </a:ext>
            </a:extLst>
          </p:cNvPr>
          <p:cNvSpPr>
            <a:spLocks noGrp="1"/>
          </p:cNvSpPr>
          <p:nvPr>
            <p:ph type="title"/>
          </p:nvPr>
        </p:nvSpPr>
        <p:spPr/>
        <p:txBody>
          <a:bodyPr/>
          <a:lstStyle/>
          <a:p>
            <a:r>
              <a:rPr lang="en-US" dirty="0">
                <a:solidFill>
                  <a:srgbClr val="002060"/>
                </a:solidFill>
                <a:latin typeface="Fjalla One" panose="02000506040000020004" pitchFamily="2" charset="0"/>
              </a:rPr>
              <a:t>Objectives</a:t>
            </a:r>
          </a:p>
        </p:txBody>
      </p:sp>
      <p:sp>
        <p:nvSpPr>
          <p:cNvPr id="3" name="Content Placeholder 2">
            <a:extLst>
              <a:ext uri="{FF2B5EF4-FFF2-40B4-BE49-F238E27FC236}">
                <a16:creationId xmlns:a16="http://schemas.microsoft.com/office/drawing/2014/main" id="{2FBB7864-BF13-4AFB-B986-D4418F9F8DE9}"/>
              </a:ext>
            </a:extLst>
          </p:cNvPr>
          <p:cNvSpPr>
            <a:spLocks noGrp="1"/>
          </p:cNvSpPr>
          <p:nvPr>
            <p:ph type="body" idx="1"/>
          </p:nvPr>
        </p:nvSpPr>
        <p:spPr>
          <a:xfrm>
            <a:off x="605444" y="2035174"/>
            <a:ext cx="10515600" cy="2572685"/>
          </a:xfrm>
        </p:spPr>
        <p:txBody>
          <a:bodyPr>
            <a:noAutofit/>
          </a:bodyPr>
          <a:lstStyle/>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State the objectives/goals of your thesis.</a:t>
            </a:r>
          </a:p>
          <a:p>
            <a:endParaRPr lang="en-US" dirty="0">
              <a:solidFill>
                <a:srgbClr val="002060"/>
              </a:solidFill>
              <a:latin typeface="Tahoma" panose="020B0604030504040204" pitchFamily="34" charset="0"/>
              <a:ea typeface="Tahoma" panose="020B0604030504040204" pitchFamily="34" charset="0"/>
              <a:cs typeface="Tahoma" panose="020B0604030504040204" pitchFamily="34" charset="0"/>
            </a:endParaRPr>
          </a:p>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Suggestion: Often research objectives starts with “To …”. An example: To develop a robust deep learning model for Diabetic Neuropathy Stratification. </a:t>
            </a:r>
          </a:p>
        </p:txBody>
      </p:sp>
      <p:sp>
        <p:nvSpPr>
          <p:cNvPr id="4" name="Slide Number Placeholder 3">
            <a:extLst>
              <a:ext uri="{FF2B5EF4-FFF2-40B4-BE49-F238E27FC236}">
                <a16:creationId xmlns:a16="http://schemas.microsoft.com/office/drawing/2014/main" id="{68DBDDF4-55D6-47BC-9FCE-881C0F3A62C3}"/>
              </a:ext>
            </a:extLst>
          </p:cNvPr>
          <p:cNvSpPr>
            <a:spLocks noGrp="1"/>
          </p:cNvSpPr>
          <p:nvPr>
            <p:ph type="sldNum" idx="12"/>
          </p:nvPr>
        </p:nvSpPr>
        <p:spPr/>
        <p:txBody>
          <a:bodyPr/>
          <a:lstStyle/>
          <a:p>
            <a:fld id="{6D22F896-40B5-4ADD-8801-0D06FADFA095}" type="slidenum">
              <a:rPr lang="en-US" smtClean="0"/>
              <a:t>6</a:t>
            </a:fld>
            <a:endParaRPr lang="en-US" dirty="0"/>
          </a:p>
        </p:txBody>
      </p:sp>
      <p:sp>
        <p:nvSpPr>
          <p:cNvPr id="5" name="Footer Placeholder 4">
            <a:extLst>
              <a:ext uri="{FF2B5EF4-FFF2-40B4-BE49-F238E27FC236}">
                <a16:creationId xmlns:a16="http://schemas.microsoft.com/office/drawing/2014/main" id="{4FCA05FC-95BD-FDB9-EF48-71FF30E5CEC2}"/>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541EB58B-459F-9A96-C34B-33391238C5F3}"/>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4CDBEB87-B07D-8192-6230-BBE536D6C9EB}"/>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493748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310D7-37E0-478D-9935-2F0CF2AACF4D}"/>
              </a:ext>
            </a:extLst>
          </p:cNvPr>
          <p:cNvSpPr>
            <a:spLocks noGrp="1"/>
          </p:cNvSpPr>
          <p:nvPr>
            <p:ph type="title"/>
          </p:nvPr>
        </p:nvSpPr>
        <p:spPr/>
        <p:txBody>
          <a:bodyPr/>
          <a:lstStyle/>
          <a:p>
            <a:r>
              <a:rPr lang="en-US" dirty="0">
                <a:solidFill>
                  <a:srgbClr val="002060"/>
                </a:solidFill>
                <a:latin typeface="Fjalla One" panose="02000506040000020004" pitchFamily="2" charset="0"/>
              </a:rPr>
              <a:t>Proposed Methodology</a:t>
            </a:r>
          </a:p>
        </p:txBody>
      </p:sp>
      <p:sp>
        <p:nvSpPr>
          <p:cNvPr id="3" name="Content Placeholder 2">
            <a:extLst>
              <a:ext uri="{FF2B5EF4-FFF2-40B4-BE49-F238E27FC236}">
                <a16:creationId xmlns:a16="http://schemas.microsoft.com/office/drawing/2014/main" id="{20F0F05C-AF19-4624-909D-436F2152F073}"/>
              </a:ext>
            </a:extLst>
          </p:cNvPr>
          <p:cNvSpPr>
            <a:spLocks noGrp="1"/>
          </p:cNvSpPr>
          <p:nvPr>
            <p:ph type="body" idx="1"/>
          </p:nvPr>
        </p:nvSpPr>
        <p:spPr>
          <a:xfrm>
            <a:off x="838200" y="1825625"/>
            <a:ext cx="10515600" cy="4351338"/>
          </a:xfrm>
        </p:spPr>
        <p:txBody>
          <a:bodyPr/>
          <a:lstStyle/>
          <a:p>
            <a:pPr marL="502920" indent="-457200" algn="just">
              <a:buFont typeface="Arial" panose="020B0604020202020204" pitchFamily="34" charset="0"/>
              <a:buChar char="•"/>
            </a:pPr>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Mention the language, platforms, tools, algorithms, dataset, models or architectures, hardware specification that you are intending to utilize during the course of your research.</a:t>
            </a:r>
          </a:p>
          <a:p>
            <a:pPr marL="502920" indent="-457200" algn="just">
              <a:buFont typeface="Arial" panose="020B0604020202020204" pitchFamily="34" charset="0"/>
              <a:buChar char="•"/>
            </a:pPr>
            <a:endParaRPr lang="en-US" dirty="0">
              <a:solidFill>
                <a:srgbClr val="002060"/>
              </a:solidFill>
              <a:latin typeface="Tahoma" panose="020B0604030504040204" pitchFamily="34" charset="0"/>
              <a:ea typeface="Tahoma" panose="020B0604030504040204" pitchFamily="34" charset="0"/>
              <a:cs typeface="Tahoma" panose="020B0604030504040204" pitchFamily="34" charset="0"/>
            </a:endParaRPr>
          </a:p>
          <a:p>
            <a:pPr marL="502920" indent="-457200" algn="just">
              <a:buFont typeface="Arial" panose="020B0604020202020204" pitchFamily="34" charset="0"/>
              <a:buChar char="•"/>
            </a:pPr>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Then discuss a step-by-step/sequential procedure expressing how you are going to achieve the proposed research objectives by using your mentioned tools/technologies.</a:t>
            </a:r>
          </a:p>
        </p:txBody>
      </p:sp>
      <p:sp>
        <p:nvSpPr>
          <p:cNvPr id="4" name="Slide Number Placeholder 3">
            <a:extLst>
              <a:ext uri="{FF2B5EF4-FFF2-40B4-BE49-F238E27FC236}">
                <a16:creationId xmlns:a16="http://schemas.microsoft.com/office/drawing/2014/main" id="{B2B2A493-4680-4CE6-812E-48393A73EDDC}"/>
              </a:ext>
            </a:extLst>
          </p:cNvPr>
          <p:cNvSpPr>
            <a:spLocks noGrp="1"/>
          </p:cNvSpPr>
          <p:nvPr>
            <p:ph type="sldNum" idx="12"/>
          </p:nvPr>
        </p:nvSpPr>
        <p:spPr/>
        <p:txBody>
          <a:bodyPr/>
          <a:lstStyle/>
          <a:p>
            <a:fld id="{6D22F896-40B5-4ADD-8801-0D06FADFA095}" type="slidenum">
              <a:rPr lang="en-US" smtClean="0"/>
              <a:t>7</a:t>
            </a:fld>
            <a:endParaRPr lang="en-US" dirty="0"/>
          </a:p>
        </p:txBody>
      </p:sp>
      <p:sp>
        <p:nvSpPr>
          <p:cNvPr id="5" name="Footer Placeholder 4">
            <a:extLst>
              <a:ext uri="{FF2B5EF4-FFF2-40B4-BE49-F238E27FC236}">
                <a16:creationId xmlns:a16="http://schemas.microsoft.com/office/drawing/2014/main" id="{68BA7687-4A3E-C2E5-A089-C4EC9C1CEEBB}"/>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C65D84F6-93D2-B272-142C-ACB58FA31ACE}"/>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2618BF80-8E9A-67AE-BC1D-49A85EADE9DD}"/>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18007990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D6B4-C00A-400A-B5EE-A27119B6BB51}"/>
              </a:ext>
            </a:extLst>
          </p:cNvPr>
          <p:cNvSpPr>
            <a:spLocks noGrp="1"/>
          </p:cNvSpPr>
          <p:nvPr>
            <p:ph type="title"/>
          </p:nvPr>
        </p:nvSpPr>
        <p:spPr/>
        <p:txBody>
          <a:bodyPr/>
          <a:lstStyle/>
          <a:p>
            <a:r>
              <a:rPr lang="en-US" dirty="0">
                <a:solidFill>
                  <a:srgbClr val="002060"/>
                </a:solidFill>
                <a:latin typeface="Fjalla One" panose="02000506040000020004" pitchFamily="2" charset="0"/>
              </a:rPr>
              <a:t>System Overview: A workflow diagram</a:t>
            </a:r>
          </a:p>
        </p:txBody>
      </p:sp>
      <p:sp>
        <p:nvSpPr>
          <p:cNvPr id="3" name="Content Placeholder 2">
            <a:extLst>
              <a:ext uri="{FF2B5EF4-FFF2-40B4-BE49-F238E27FC236}">
                <a16:creationId xmlns:a16="http://schemas.microsoft.com/office/drawing/2014/main" id="{BE653D35-9FCF-4EE0-BEE2-3838C2264022}"/>
              </a:ext>
            </a:extLst>
          </p:cNvPr>
          <p:cNvSpPr>
            <a:spLocks noGrp="1"/>
          </p:cNvSpPr>
          <p:nvPr>
            <p:ph type="body" idx="1"/>
          </p:nvPr>
        </p:nvSpPr>
        <p:spPr>
          <a:xfrm>
            <a:off x="838200" y="2410012"/>
            <a:ext cx="10515600" cy="1482351"/>
          </a:xfrm>
        </p:spPr>
        <p:txBody>
          <a:bodyPr/>
          <a:lstStyle/>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Drop the workflow diagram that represents your proposed methodology here. Use any suitable diagram.</a:t>
            </a:r>
          </a:p>
        </p:txBody>
      </p:sp>
      <p:sp>
        <p:nvSpPr>
          <p:cNvPr id="4" name="Slide Number Placeholder 3">
            <a:extLst>
              <a:ext uri="{FF2B5EF4-FFF2-40B4-BE49-F238E27FC236}">
                <a16:creationId xmlns:a16="http://schemas.microsoft.com/office/drawing/2014/main" id="{517B174B-0DCA-4D56-9442-73CC5962D6A2}"/>
              </a:ext>
            </a:extLst>
          </p:cNvPr>
          <p:cNvSpPr>
            <a:spLocks noGrp="1"/>
          </p:cNvSpPr>
          <p:nvPr>
            <p:ph type="sldNum" idx="12"/>
          </p:nvPr>
        </p:nvSpPr>
        <p:spPr/>
        <p:txBody>
          <a:bodyPr/>
          <a:lstStyle/>
          <a:p>
            <a:fld id="{6D22F896-40B5-4ADD-8801-0D06FADFA095}" type="slidenum">
              <a:rPr lang="en-US" smtClean="0"/>
              <a:t>8</a:t>
            </a:fld>
            <a:endParaRPr lang="en-US" dirty="0"/>
          </a:p>
        </p:txBody>
      </p:sp>
      <p:sp>
        <p:nvSpPr>
          <p:cNvPr id="5" name="Footer Placeholder 4">
            <a:extLst>
              <a:ext uri="{FF2B5EF4-FFF2-40B4-BE49-F238E27FC236}">
                <a16:creationId xmlns:a16="http://schemas.microsoft.com/office/drawing/2014/main" id="{60D623E8-4A3F-D7F0-A6E0-67300E8EDC8F}"/>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700D0A7B-E2B1-3EED-E651-1A7772E35914}"/>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6A12F8B2-27B3-F079-6DEC-D9251930C611}"/>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3626996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E213D4-E5D6-7217-6711-97BBACF9E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56E7D6-1E8E-A15D-A8FC-36E43D844AD3}"/>
              </a:ext>
            </a:extLst>
          </p:cNvPr>
          <p:cNvSpPr>
            <a:spLocks noGrp="1"/>
          </p:cNvSpPr>
          <p:nvPr>
            <p:ph type="title"/>
          </p:nvPr>
        </p:nvSpPr>
        <p:spPr/>
        <p:txBody>
          <a:bodyPr/>
          <a:lstStyle/>
          <a:p>
            <a:r>
              <a:rPr lang="en-US" dirty="0">
                <a:solidFill>
                  <a:srgbClr val="002060"/>
                </a:solidFill>
                <a:latin typeface="Fjalla One" panose="02000506040000020004" pitchFamily="2" charset="0"/>
              </a:rPr>
              <a:t>Work Division &amp; Team Management</a:t>
            </a:r>
          </a:p>
        </p:txBody>
      </p:sp>
      <p:sp>
        <p:nvSpPr>
          <p:cNvPr id="3" name="Content Placeholder 2">
            <a:extLst>
              <a:ext uri="{FF2B5EF4-FFF2-40B4-BE49-F238E27FC236}">
                <a16:creationId xmlns:a16="http://schemas.microsoft.com/office/drawing/2014/main" id="{C09D289E-DC05-769A-7104-F96375B53257}"/>
              </a:ext>
            </a:extLst>
          </p:cNvPr>
          <p:cNvSpPr>
            <a:spLocks noGrp="1"/>
          </p:cNvSpPr>
          <p:nvPr>
            <p:ph type="body" idx="1"/>
          </p:nvPr>
        </p:nvSpPr>
        <p:spPr>
          <a:xfrm>
            <a:off x="838200" y="2488406"/>
            <a:ext cx="10515600" cy="1325563"/>
          </a:xfrm>
        </p:spPr>
        <p:txBody>
          <a:bodyPr/>
          <a:lstStyle/>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Describe how tasks will be distributed among team members. Use a table to show task assignment. (Clarify roles.) </a:t>
            </a:r>
            <a:endParaRPr lang="en-US" i="1" dirty="0">
              <a:solidFill>
                <a:srgbClr val="002060"/>
              </a:solidFill>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a:extLst>
              <a:ext uri="{FF2B5EF4-FFF2-40B4-BE49-F238E27FC236}">
                <a16:creationId xmlns:a16="http://schemas.microsoft.com/office/drawing/2014/main" id="{57AFF9E2-EAA9-A41A-5777-8B67782D7AD0}"/>
              </a:ext>
            </a:extLst>
          </p:cNvPr>
          <p:cNvSpPr>
            <a:spLocks noGrp="1"/>
          </p:cNvSpPr>
          <p:nvPr>
            <p:ph type="sldNum" idx="12"/>
          </p:nvPr>
        </p:nvSpPr>
        <p:spPr/>
        <p:txBody>
          <a:bodyPr/>
          <a:lstStyle/>
          <a:p>
            <a:fld id="{6D22F896-40B5-4ADD-8801-0D06FADFA095}" type="slidenum">
              <a:rPr lang="en-US" smtClean="0"/>
              <a:t>9</a:t>
            </a:fld>
            <a:endParaRPr lang="en-US" dirty="0"/>
          </a:p>
        </p:txBody>
      </p:sp>
      <p:sp>
        <p:nvSpPr>
          <p:cNvPr id="5" name="Footer Placeholder 4">
            <a:extLst>
              <a:ext uri="{FF2B5EF4-FFF2-40B4-BE49-F238E27FC236}">
                <a16:creationId xmlns:a16="http://schemas.microsoft.com/office/drawing/2014/main" id="{1B9A3AB8-794E-2B0B-E7E1-A584A2FEAFEB}"/>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40505BC4-8955-C4AF-2180-662B1369FE31}"/>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5BDECCA7-8CAA-E6E7-F904-7FFE5891E085}"/>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251852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D6736-C6B0-4356-B293-6C728AD65F49}"/>
              </a:ext>
            </a:extLst>
          </p:cNvPr>
          <p:cNvSpPr>
            <a:spLocks noGrp="1"/>
          </p:cNvSpPr>
          <p:nvPr>
            <p:ph type="title"/>
          </p:nvPr>
        </p:nvSpPr>
        <p:spPr/>
        <p:txBody>
          <a:bodyPr/>
          <a:lstStyle/>
          <a:p>
            <a:r>
              <a:rPr lang="en-US" dirty="0">
                <a:solidFill>
                  <a:srgbClr val="002060"/>
                </a:solidFill>
                <a:latin typeface="Fjalla One" panose="02000506040000020004" pitchFamily="2" charset="0"/>
              </a:rPr>
              <a:t>Timeline</a:t>
            </a:r>
          </a:p>
        </p:txBody>
      </p:sp>
      <p:sp>
        <p:nvSpPr>
          <p:cNvPr id="3" name="Content Placeholder 2">
            <a:extLst>
              <a:ext uri="{FF2B5EF4-FFF2-40B4-BE49-F238E27FC236}">
                <a16:creationId xmlns:a16="http://schemas.microsoft.com/office/drawing/2014/main" id="{FBB08D96-0FB5-4593-9CEB-83BFB7F851D9}"/>
              </a:ext>
            </a:extLst>
          </p:cNvPr>
          <p:cNvSpPr>
            <a:spLocks noGrp="1"/>
          </p:cNvSpPr>
          <p:nvPr>
            <p:ph type="body" idx="1"/>
          </p:nvPr>
        </p:nvSpPr>
        <p:spPr>
          <a:xfrm>
            <a:off x="694765" y="1942165"/>
            <a:ext cx="10515600" cy="2271246"/>
          </a:xfrm>
        </p:spPr>
        <p:txBody>
          <a:bodyPr>
            <a:noAutofit/>
          </a:bodyPr>
          <a:lstStyle/>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Provide a time-based breakdown of your work (e.g., by weeks or months). </a:t>
            </a:r>
          </a:p>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Must use graphs/Gantt charts for better representation. But make sure you denote the upcoming months and your work’s progress within.</a:t>
            </a:r>
          </a:p>
        </p:txBody>
      </p:sp>
      <p:sp>
        <p:nvSpPr>
          <p:cNvPr id="4" name="Slide Number Placeholder 3">
            <a:extLst>
              <a:ext uri="{FF2B5EF4-FFF2-40B4-BE49-F238E27FC236}">
                <a16:creationId xmlns:a16="http://schemas.microsoft.com/office/drawing/2014/main" id="{BF105686-6FDF-44C6-96F0-5E66F785EF48}"/>
              </a:ext>
            </a:extLst>
          </p:cNvPr>
          <p:cNvSpPr>
            <a:spLocks noGrp="1"/>
          </p:cNvSpPr>
          <p:nvPr>
            <p:ph type="sldNum" idx="12"/>
          </p:nvPr>
        </p:nvSpPr>
        <p:spPr/>
        <p:txBody>
          <a:bodyPr/>
          <a:lstStyle/>
          <a:p>
            <a:fld id="{6D22F896-40B5-4ADD-8801-0D06FADFA095}" type="slidenum">
              <a:rPr lang="en-US" smtClean="0"/>
              <a:t>10</a:t>
            </a:fld>
            <a:endParaRPr lang="en-US" dirty="0"/>
          </a:p>
        </p:txBody>
      </p:sp>
      <p:sp>
        <p:nvSpPr>
          <p:cNvPr id="5" name="Footer Placeholder 4">
            <a:extLst>
              <a:ext uri="{FF2B5EF4-FFF2-40B4-BE49-F238E27FC236}">
                <a16:creationId xmlns:a16="http://schemas.microsoft.com/office/drawing/2014/main" id="{91905877-FB4C-724C-CD3C-E5BED5DD4D72}"/>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E9C3DB95-3F9E-C55E-BCB8-32E2367C2B31}"/>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2D23756C-FDCC-E003-3171-6978DF2E0319}"/>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3199129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9F30D-F555-4CAF-B9D6-9290C8D55085}"/>
              </a:ext>
            </a:extLst>
          </p:cNvPr>
          <p:cNvSpPr>
            <a:spLocks noGrp="1"/>
          </p:cNvSpPr>
          <p:nvPr>
            <p:ph type="title"/>
          </p:nvPr>
        </p:nvSpPr>
        <p:spPr/>
        <p:txBody>
          <a:bodyPr/>
          <a:lstStyle/>
          <a:p>
            <a:r>
              <a:rPr lang="en-US" dirty="0">
                <a:solidFill>
                  <a:srgbClr val="002060"/>
                </a:solidFill>
                <a:latin typeface="Fjalla One" panose="02000506040000020004" pitchFamily="2" charset="0"/>
              </a:rPr>
              <a:t>Cost-Benefit Analysis</a:t>
            </a:r>
          </a:p>
        </p:txBody>
      </p:sp>
      <p:sp>
        <p:nvSpPr>
          <p:cNvPr id="3" name="Content Placeholder 2">
            <a:extLst>
              <a:ext uri="{FF2B5EF4-FFF2-40B4-BE49-F238E27FC236}">
                <a16:creationId xmlns:a16="http://schemas.microsoft.com/office/drawing/2014/main" id="{CD801B49-FCB6-406D-9116-38C288F639C9}"/>
              </a:ext>
            </a:extLst>
          </p:cNvPr>
          <p:cNvSpPr>
            <a:spLocks noGrp="1"/>
          </p:cNvSpPr>
          <p:nvPr>
            <p:ph type="body" idx="1"/>
          </p:nvPr>
        </p:nvSpPr>
        <p:spPr>
          <a:xfrm>
            <a:off x="838200" y="2354543"/>
            <a:ext cx="10515600" cy="2728446"/>
          </a:xfrm>
        </p:spPr>
        <p:txBody>
          <a:bodyPr/>
          <a:lstStyle/>
          <a:p>
            <a:pPr algn="just"/>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Estimate any costs for tools, software, hosting, datasets, or devices. Mention if it is low-cost, cost-effective, or funded. Assess the economic feasibility, compare different options, and select the most cost-effective one. If no cost, state that clearly.</a:t>
            </a:r>
          </a:p>
        </p:txBody>
      </p:sp>
      <p:sp>
        <p:nvSpPr>
          <p:cNvPr id="4" name="Slide Number Placeholder 3">
            <a:extLst>
              <a:ext uri="{FF2B5EF4-FFF2-40B4-BE49-F238E27FC236}">
                <a16:creationId xmlns:a16="http://schemas.microsoft.com/office/drawing/2014/main" id="{F44C0D37-A85E-46D8-90CD-39D5F50D7107}"/>
              </a:ext>
            </a:extLst>
          </p:cNvPr>
          <p:cNvSpPr>
            <a:spLocks noGrp="1"/>
          </p:cNvSpPr>
          <p:nvPr>
            <p:ph type="sldNum" idx="12"/>
          </p:nvPr>
        </p:nvSpPr>
        <p:spPr/>
        <p:txBody>
          <a:bodyPr/>
          <a:lstStyle/>
          <a:p>
            <a:fld id="{6D22F896-40B5-4ADD-8801-0D06FADFA095}" type="slidenum">
              <a:rPr lang="en-US" smtClean="0"/>
              <a:t>11</a:t>
            </a:fld>
            <a:endParaRPr lang="en-US" dirty="0"/>
          </a:p>
        </p:txBody>
      </p:sp>
      <p:sp>
        <p:nvSpPr>
          <p:cNvPr id="6" name="Footer Placeholder 5">
            <a:extLst>
              <a:ext uri="{FF2B5EF4-FFF2-40B4-BE49-F238E27FC236}">
                <a16:creationId xmlns:a16="http://schemas.microsoft.com/office/drawing/2014/main" id="{8308D356-1B18-22E2-419E-323832C43B21}"/>
              </a:ext>
            </a:extLst>
          </p:cNvPr>
          <p:cNvSpPr>
            <a:spLocks noGrp="1"/>
          </p:cNvSpPr>
          <p:nvPr>
            <p:ph type="ftr" idx="11"/>
          </p:nvPr>
        </p:nvSpPr>
        <p:spPr/>
        <p:txBody>
          <a:bodyPr/>
          <a:lstStyle/>
          <a:p>
            <a:r>
              <a:rPr lang="en-US"/>
              <a:t>Thesis Title:</a:t>
            </a:r>
          </a:p>
        </p:txBody>
      </p:sp>
      <p:sp>
        <p:nvSpPr>
          <p:cNvPr id="7" name="Date Placeholder 6">
            <a:extLst>
              <a:ext uri="{FF2B5EF4-FFF2-40B4-BE49-F238E27FC236}">
                <a16:creationId xmlns:a16="http://schemas.microsoft.com/office/drawing/2014/main" id="{3B7D2072-319E-1649-9D42-3C615276933A}"/>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647050C5-5BB4-4AB7-A1E7-D0AEFEFB276F}"/>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1456143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623CE2-F69F-C195-776D-ABBCA87C9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0EEBE-0330-1632-0E7A-0B13F7D4BA8E}"/>
              </a:ext>
            </a:extLst>
          </p:cNvPr>
          <p:cNvSpPr>
            <a:spLocks noGrp="1"/>
          </p:cNvSpPr>
          <p:nvPr>
            <p:ph type="title"/>
          </p:nvPr>
        </p:nvSpPr>
        <p:spPr/>
        <p:txBody>
          <a:bodyPr/>
          <a:lstStyle/>
          <a:p>
            <a:r>
              <a:rPr lang="en-US" dirty="0">
                <a:solidFill>
                  <a:srgbClr val="002060"/>
                </a:solidFill>
                <a:latin typeface="Fjalla One" panose="02000506040000020004" pitchFamily="2" charset="0"/>
              </a:rPr>
              <a:t>Constraints and Limitations </a:t>
            </a:r>
          </a:p>
        </p:txBody>
      </p:sp>
      <p:sp>
        <p:nvSpPr>
          <p:cNvPr id="3" name="Content Placeholder 2">
            <a:extLst>
              <a:ext uri="{FF2B5EF4-FFF2-40B4-BE49-F238E27FC236}">
                <a16:creationId xmlns:a16="http://schemas.microsoft.com/office/drawing/2014/main" id="{2247E2F9-D48B-6F99-AFAF-51A0D6611F99}"/>
              </a:ext>
            </a:extLst>
          </p:cNvPr>
          <p:cNvSpPr>
            <a:spLocks noGrp="1"/>
          </p:cNvSpPr>
          <p:nvPr>
            <p:ph type="body" idx="1"/>
          </p:nvPr>
        </p:nvSpPr>
        <p:spPr>
          <a:xfrm>
            <a:off x="838200" y="2363507"/>
            <a:ext cx="10515600" cy="2262281"/>
          </a:xfrm>
        </p:spPr>
        <p:txBody>
          <a:bodyPr/>
          <a:lstStyle/>
          <a:p>
            <a:pPr algn="just"/>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Mention only the constraints relevant to your work. These may include economic, environmental, ethical, health and safety, social, political, or sustainability-related factors that affect the design, development, or research process.</a:t>
            </a:r>
          </a:p>
        </p:txBody>
      </p:sp>
      <p:sp>
        <p:nvSpPr>
          <p:cNvPr id="4" name="Slide Number Placeholder 3">
            <a:extLst>
              <a:ext uri="{FF2B5EF4-FFF2-40B4-BE49-F238E27FC236}">
                <a16:creationId xmlns:a16="http://schemas.microsoft.com/office/drawing/2014/main" id="{7BAB975D-5254-4D56-2DC8-2B1560C16EEC}"/>
              </a:ext>
            </a:extLst>
          </p:cNvPr>
          <p:cNvSpPr>
            <a:spLocks noGrp="1"/>
          </p:cNvSpPr>
          <p:nvPr>
            <p:ph type="sldNum" idx="12"/>
          </p:nvPr>
        </p:nvSpPr>
        <p:spPr/>
        <p:txBody>
          <a:bodyPr/>
          <a:lstStyle/>
          <a:p>
            <a:fld id="{6D22F896-40B5-4ADD-8801-0D06FADFA095}" type="slidenum">
              <a:rPr lang="en-US" smtClean="0"/>
              <a:t>12</a:t>
            </a:fld>
            <a:endParaRPr lang="en-US" dirty="0"/>
          </a:p>
        </p:txBody>
      </p:sp>
      <p:sp>
        <p:nvSpPr>
          <p:cNvPr id="5" name="Footer Placeholder 4">
            <a:extLst>
              <a:ext uri="{FF2B5EF4-FFF2-40B4-BE49-F238E27FC236}">
                <a16:creationId xmlns:a16="http://schemas.microsoft.com/office/drawing/2014/main" id="{16C52388-2A47-1F27-3E95-30D6632125EC}"/>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966EBFFF-071B-C859-93ED-E37FF3E3FD50}"/>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4FD11818-A656-F155-16E7-CB7C3750C455}"/>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964796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DEA996-7C6A-943D-9ECC-C49AB15FC4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F5F1D-09AF-E643-526C-1EA70CD99A0D}"/>
              </a:ext>
            </a:extLst>
          </p:cNvPr>
          <p:cNvSpPr>
            <a:spLocks noGrp="1"/>
          </p:cNvSpPr>
          <p:nvPr>
            <p:ph type="title"/>
          </p:nvPr>
        </p:nvSpPr>
        <p:spPr/>
        <p:txBody>
          <a:bodyPr/>
          <a:lstStyle/>
          <a:p>
            <a:r>
              <a:rPr lang="en-US" dirty="0">
                <a:solidFill>
                  <a:srgbClr val="002060"/>
                </a:solidFill>
                <a:latin typeface="Fjalla One" panose="02000506040000020004" pitchFamily="2" charset="0"/>
              </a:rPr>
              <a:t>Societal Impact</a:t>
            </a:r>
          </a:p>
        </p:txBody>
      </p:sp>
      <p:sp>
        <p:nvSpPr>
          <p:cNvPr id="3" name="Content Placeholder 2">
            <a:extLst>
              <a:ext uri="{FF2B5EF4-FFF2-40B4-BE49-F238E27FC236}">
                <a16:creationId xmlns:a16="http://schemas.microsoft.com/office/drawing/2014/main" id="{AD3A4987-DFB6-DD1B-BD4B-B5322E1E8D4A}"/>
              </a:ext>
            </a:extLst>
          </p:cNvPr>
          <p:cNvSpPr>
            <a:spLocks noGrp="1"/>
          </p:cNvSpPr>
          <p:nvPr>
            <p:ph type="body" idx="1"/>
          </p:nvPr>
        </p:nvSpPr>
        <p:spPr>
          <a:xfrm>
            <a:off x="838200" y="2372472"/>
            <a:ext cx="10515600" cy="2979457"/>
          </a:xfrm>
        </p:spPr>
        <p:txBody>
          <a:bodyPr/>
          <a:lstStyle/>
          <a:p>
            <a:pPr algn="just"/>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Point out how your proposed work will benefit society. This may include improvements in quality of life, accessibility, education, public health, digital inclusion, environmental awareness, or other social aspects. Focus on real-world relevance and ethical contribution to the community or specific user groups.</a:t>
            </a:r>
          </a:p>
        </p:txBody>
      </p:sp>
      <p:sp>
        <p:nvSpPr>
          <p:cNvPr id="4" name="Slide Number Placeholder 3">
            <a:extLst>
              <a:ext uri="{FF2B5EF4-FFF2-40B4-BE49-F238E27FC236}">
                <a16:creationId xmlns:a16="http://schemas.microsoft.com/office/drawing/2014/main" id="{4CD23D95-1F9D-A55B-FD16-2F36CACCBFF3}"/>
              </a:ext>
            </a:extLst>
          </p:cNvPr>
          <p:cNvSpPr>
            <a:spLocks noGrp="1"/>
          </p:cNvSpPr>
          <p:nvPr>
            <p:ph type="sldNum" idx="12"/>
          </p:nvPr>
        </p:nvSpPr>
        <p:spPr/>
        <p:txBody>
          <a:bodyPr/>
          <a:lstStyle/>
          <a:p>
            <a:fld id="{6D22F896-40B5-4ADD-8801-0D06FADFA095}" type="slidenum">
              <a:rPr lang="en-US" smtClean="0"/>
              <a:t>13</a:t>
            </a:fld>
            <a:endParaRPr lang="en-US" dirty="0"/>
          </a:p>
        </p:txBody>
      </p:sp>
      <p:sp>
        <p:nvSpPr>
          <p:cNvPr id="5" name="Footer Placeholder 4">
            <a:extLst>
              <a:ext uri="{FF2B5EF4-FFF2-40B4-BE49-F238E27FC236}">
                <a16:creationId xmlns:a16="http://schemas.microsoft.com/office/drawing/2014/main" id="{16836FD1-D928-AB9A-CE9E-47291AF4D89A}"/>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5ED33364-F6F3-2716-363F-9710B2C13BCA}"/>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B208B00C-A372-997C-C6B7-45C7939BFA11}"/>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3868674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4BD4F0-2CAC-4405-AB48-D87A2A1B1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EF8F5-E9A0-C204-36CB-BA5AA3E3D135}"/>
              </a:ext>
            </a:extLst>
          </p:cNvPr>
          <p:cNvSpPr>
            <a:spLocks noGrp="1"/>
          </p:cNvSpPr>
          <p:nvPr>
            <p:ph type="title"/>
          </p:nvPr>
        </p:nvSpPr>
        <p:spPr/>
        <p:txBody>
          <a:bodyPr/>
          <a:lstStyle/>
          <a:p>
            <a:r>
              <a:rPr lang="en-US" dirty="0">
                <a:solidFill>
                  <a:srgbClr val="002060"/>
                </a:solidFill>
                <a:latin typeface="Fjalla One" panose="02000506040000020004" pitchFamily="2" charset="0"/>
              </a:rPr>
              <a:t>Complex Engineering Problem Mapping</a:t>
            </a:r>
          </a:p>
        </p:txBody>
      </p:sp>
      <p:sp>
        <p:nvSpPr>
          <p:cNvPr id="3" name="Content Placeholder 2">
            <a:extLst>
              <a:ext uri="{FF2B5EF4-FFF2-40B4-BE49-F238E27FC236}">
                <a16:creationId xmlns:a16="http://schemas.microsoft.com/office/drawing/2014/main" id="{668E857F-8CC9-EDE1-0758-A8CBED3D14AF}"/>
              </a:ext>
            </a:extLst>
          </p:cNvPr>
          <p:cNvSpPr>
            <a:spLocks noGrp="1"/>
          </p:cNvSpPr>
          <p:nvPr>
            <p:ph type="body" idx="1"/>
          </p:nvPr>
        </p:nvSpPr>
        <p:spPr>
          <a:xfrm>
            <a:off x="838200" y="1766047"/>
            <a:ext cx="10515600" cy="4410916"/>
          </a:xfrm>
        </p:spPr>
        <p:txBody>
          <a:bodyPr/>
          <a:lstStyle/>
          <a:p>
            <a:pPr marL="114300" indent="0">
              <a:buNone/>
            </a:pPr>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Fill the following table by reflecting how your proposal maps with the complex engineering problem domains:</a:t>
            </a:r>
          </a:p>
          <a:p>
            <a:pPr marL="45720" indent="0" algn="ctr">
              <a:buNone/>
            </a:pPr>
            <a:endParaRPr lang="en-US" sz="1600" dirty="0">
              <a:solidFill>
                <a:srgbClr val="002060"/>
              </a:solidFill>
              <a:latin typeface="Tahoma" panose="020B0604030504040204" pitchFamily="34" charset="0"/>
              <a:ea typeface="Tahoma" panose="020B0604030504040204" pitchFamily="34" charset="0"/>
              <a:cs typeface="Tahoma" panose="020B0604030504040204" pitchFamily="34" charset="0"/>
            </a:endParaRPr>
          </a:p>
          <a:p>
            <a:pPr marL="45720" indent="0" algn="ctr">
              <a:buNone/>
            </a:pPr>
            <a:r>
              <a:rPr lang="en-US" sz="1600" dirty="0">
                <a:solidFill>
                  <a:srgbClr val="002060"/>
                </a:solidFill>
                <a:latin typeface="Tahoma" panose="020B0604030504040204" pitchFamily="34" charset="0"/>
                <a:ea typeface="Tahoma" panose="020B0604030504040204" pitchFamily="34" charset="0"/>
                <a:cs typeface="Tahoma" panose="020B0604030504040204" pitchFamily="34" charset="0"/>
              </a:rPr>
              <a:t>Table 1:  Mapping with Complex Engineering Problem solving</a:t>
            </a:r>
          </a:p>
          <a:p>
            <a:pPr marL="45720" indent="0">
              <a:buNone/>
            </a:pPr>
            <a:endParaRPr lang="en-US" dirty="0">
              <a:solidFill>
                <a:schemeClr val="tx1">
                  <a:lumMod val="50000"/>
                  <a:lumOff val="50000"/>
                </a:schemeClr>
              </a:solidFill>
            </a:endParaRPr>
          </a:p>
        </p:txBody>
      </p:sp>
      <p:sp>
        <p:nvSpPr>
          <p:cNvPr id="4" name="Slide Number Placeholder 3">
            <a:extLst>
              <a:ext uri="{FF2B5EF4-FFF2-40B4-BE49-F238E27FC236}">
                <a16:creationId xmlns:a16="http://schemas.microsoft.com/office/drawing/2014/main" id="{8E8246CA-3DEF-81D5-DDA6-802BF7D1B25F}"/>
              </a:ext>
            </a:extLst>
          </p:cNvPr>
          <p:cNvSpPr>
            <a:spLocks noGrp="1"/>
          </p:cNvSpPr>
          <p:nvPr>
            <p:ph type="sldNum" idx="12"/>
          </p:nvPr>
        </p:nvSpPr>
        <p:spPr/>
        <p:txBody>
          <a:bodyPr/>
          <a:lstStyle/>
          <a:p>
            <a:fld id="{6D22F896-40B5-4ADD-8801-0D06FADFA095}" type="slidenum">
              <a:rPr lang="en-US" smtClean="0"/>
              <a:t>14</a:t>
            </a:fld>
            <a:endParaRPr lang="en-US" dirty="0"/>
          </a:p>
        </p:txBody>
      </p:sp>
      <p:graphicFrame>
        <p:nvGraphicFramePr>
          <p:cNvPr id="6" name="Table 5">
            <a:extLst>
              <a:ext uri="{FF2B5EF4-FFF2-40B4-BE49-F238E27FC236}">
                <a16:creationId xmlns:a16="http://schemas.microsoft.com/office/drawing/2014/main" id="{98CDE65C-181E-8307-F397-D790ABB699F0}"/>
              </a:ext>
            </a:extLst>
          </p:cNvPr>
          <p:cNvGraphicFramePr>
            <a:graphicFrameLocks noGrp="1"/>
          </p:cNvGraphicFramePr>
          <p:nvPr>
            <p:extLst>
              <p:ext uri="{D42A27DB-BD31-4B8C-83A1-F6EECF244321}">
                <p14:modId xmlns:p14="http://schemas.microsoft.com/office/powerpoint/2010/main" val="4140114493"/>
              </p:ext>
            </p:extLst>
          </p:nvPr>
        </p:nvGraphicFramePr>
        <p:xfrm>
          <a:off x="1851212" y="3612917"/>
          <a:ext cx="8489576" cy="2249799"/>
        </p:xfrm>
        <a:graphic>
          <a:graphicData uri="http://schemas.openxmlformats.org/drawingml/2006/table">
            <a:tbl>
              <a:tblPr firstRow="1" firstCol="1" lastRow="1" lastCol="1" bandRow="1" bandCol="1"/>
              <a:tblGrid>
                <a:gridCol w="1232432">
                  <a:extLst>
                    <a:ext uri="{9D8B030D-6E8A-4147-A177-3AD203B41FA5}">
                      <a16:colId xmlns:a16="http://schemas.microsoft.com/office/drawing/2014/main" val="4262223314"/>
                    </a:ext>
                  </a:extLst>
                </a:gridCol>
                <a:gridCol w="1319481">
                  <a:extLst>
                    <a:ext uri="{9D8B030D-6E8A-4147-A177-3AD203B41FA5}">
                      <a16:colId xmlns:a16="http://schemas.microsoft.com/office/drawing/2014/main" val="2685076107"/>
                    </a:ext>
                  </a:extLst>
                </a:gridCol>
                <a:gridCol w="989611">
                  <a:extLst>
                    <a:ext uri="{9D8B030D-6E8A-4147-A177-3AD203B41FA5}">
                      <a16:colId xmlns:a16="http://schemas.microsoft.com/office/drawing/2014/main" val="2097957399"/>
                    </a:ext>
                  </a:extLst>
                </a:gridCol>
                <a:gridCol w="1076660">
                  <a:extLst>
                    <a:ext uri="{9D8B030D-6E8A-4147-A177-3AD203B41FA5}">
                      <a16:colId xmlns:a16="http://schemas.microsoft.com/office/drawing/2014/main" val="1450965913"/>
                    </a:ext>
                  </a:extLst>
                </a:gridCol>
                <a:gridCol w="1154545">
                  <a:extLst>
                    <a:ext uri="{9D8B030D-6E8A-4147-A177-3AD203B41FA5}">
                      <a16:colId xmlns:a16="http://schemas.microsoft.com/office/drawing/2014/main" val="4146940823"/>
                    </a:ext>
                  </a:extLst>
                </a:gridCol>
                <a:gridCol w="1232432">
                  <a:extLst>
                    <a:ext uri="{9D8B030D-6E8A-4147-A177-3AD203B41FA5}">
                      <a16:colId xmlns:a16="http://schemas.microsoft.com/office/drawing/2014/main" val="3859117099"/>
                    </a:ext>
                  </a:extLst>
                </a:gridCol>
                <a:gridCol w="1484415">
                  <a:extLst>
                    <a:ext uri="{9D8B030D-6E8A-4147-A177-3AD203B41FA5}">
                      <a16:colId xmlns:a16="http://schemas.microsoft.com/office/drawing/2014/main" val="3661781153"/>
                    </a:ext>
                  </a:extLst>
                </a:gridCol>
              </a:tblGrid>
              <a:tr h="1463067">
                <a:tc>
                  <a:txBody>
                    <a:bodyPr/>
                    <a:lstStyle/>
                    <a:p>
                      <a:pPr marL="74930" marR="0" algn="l">
                        <a:lnSpc>
                          <a:spcPts val="1240"/>
                        </a:lnSpc>
                        <a:spcBef>
                          <a:spcPts val="45"/>
                        </a:spcBef>
                        <a:buNone/>
                      </a:pPr>
                      <a:r>
                        <a:rPr lang="en-US" sz="1400" b="1" spc="-25" dirty="0">
                          <a:effectLst/>
                          <a:latin typeface="Tahoma" panose="020B0604030504040204" pitchFamily="34" charset="0"/>
                          <a:ea typeface="Tahoma" panose="020B0604030504040204" pitchFamily="34" charset="0"/>
                          <a:cs typeface="Tahoma" panose="020B0604030504040204" pitchFamily="34" charset="0"/>
                        </a:rPr>
                        <a:t>WP1</a:t>
                      </a:r>
                      <a:endParaRPr lang="en-US" sz="1400" dirty="0">
                        <a:effectLst/>
                        <a:latin typeface="Tahoma" panose="020B0604030504040204" pitchFamily="34" charset="0"/>
                        <a:ea typeface="Tahoma" panose="020B0604030504040204" pitchFamily="34" charset="0"/>
                        <a:cs typeface="Tahoma" panose="020B0604030504040204" pitchFamily="34" charset="0"/>
                      </a:endParaRPr>
                    </a:p>
                    <a:p>
                      <a:pPr marL="74930" marR="68580" algn="l">
                        <a:lnSpc>
                          <a:spcPct val="100000"/>
                        </a:lnSpc>
                        <a:spcBef>
                          <a:spcPts val="10"/>
                        </a:spcBef>
                        <a:buNone/>
                        <a:tabLst>
                          <a:tab pos="611505" algn="l"/>
                        </a:tabLst>
                      </a:pPr>
                      <a:r>
                        <a:rPr lang="en-US" sz="1400" spc="-20" dirty="0">
                          <a:effectLst/>
                          <a:latin typeface="Tahoma" panose="020B0604030504040204" pitchFamily="34" charset="0"/>
                          <a:ea typeface="Tahoma" panose="020B0604030504040204" pitchFamily="34" charset="0"/>
                          <a:cs typeface="Tahoma" panose="020B0604030504040204" pitchFamily="34" charset="0"/>
                        </a:rPr>
                        <a:t>Depth</a:t>
                      </a:r>
                      <a:r>
                        <a:rPr lang="en-US" sz="1400" dirty="0">
                          <a:effectLst/>
                          <a:latin typeface="Tahoma" panose="020B0604030504040204" pitchFamily="34" charset="0"/>
                          <a:ea typeface="Tahoma" panose="020B0604030504040204" pitchFamily="34" charset="0"/>
                          <a:cs typeface="Tahoma" panose="020B0604030504040204" pitchFamily="34" charset="0"/>
                        </a:rPr>
                        <a:t> </a:t>
                      </a:r>
                      <a:r>
                        <a:rPr lang="en-US" sz="1400" spc="-60" dirty="0">
                          <a:effectLst/>
                          <a:latin typeface="Tahoma" panose="020B0604030504040204" pitchFamily="34" charset="0"/>
                          <a:ea typeface="Tahoma" panose="020B0604030504040204" pitchFamily="34" charset="0"/>
                          <a:cs typeface="Tahoma" panose="020B0604030504040204" pitchFamily="34" charset="0"/>
                        </a:rPr>
                        <a:t>of </a:t>
                      </a:r>
                      <a:r>
                        <a:rPr lang="en-US" sz="1400" spc="-10" dirty="0">
                          <a:effectLst/>
                          <a:latin typeface="Tahoma" panose="020B0604030504040204" pitchFamily="34" charset="0"/>
                          <a:ea typeface="Tahoma" panose="020B0604030504040204" pitchFamily="34" charset="0"/>
                          <a:cs typeface="Tahoma" panose="020B0604030504040204" pitchFamily="34" charset="0"/>
                        </a:rPr>
                        <a:t>Knowl</a:t>
                      </a:r>
                      <a:r>
                        <a:rPr lang="en-US" sz="1400" spc="-20" dirty="0">
                          <a:effectLst/>
                          <a:latin typeface="Tahoma" panose="020B0604030504040204" pitchFamily="34" charset="0"/>
                          <a:ea typeface="Tahoma" panose="020B0604030504040204" pitchFamily="34" charset="0"/>
                          <a:cs typeface="Tahoma" panose="020B0604030504040204" pitchFamily="34" charset="0"/>
                        </a:rPr>
                        <a:t>edge</a:t>
                      </a: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930" marR="0" algn="l">
                        <a:lnSpc>
                          <a:spcPts val="1240"/>
                        </a:lnSpc>
                        <a:spcBef>
                          <a:spcPts val="45"/>
                        </a:spcBef>
                        <a:buNone/>
                      </a:pPr>
                      <a:r>
                        <a:rPr lang="en-US" sz="1400" b="1" spc="-25" dirty="0">
                          <a:effectLst/>
                          <a:latin typeface="Tahoma" panose="020B0604030504040204" pitchFamily="34" charset="0"/>
                          <a:ea typeface="Tahoma" panose="020B0604030504040204" pitchFamily="34" charset="0"/>
                          <a:cs typeface="Tahoma" panose="020B0604030504040204" pitchFamily="34" charset="0"/>
                        </a:rPr>
                        <a:t>WP2</a:t>
                      </a:r>
                      <a:endParaRPr lang="en-US" sz="1400" dirty="0">
                        <a:effectLst/>
                        <a:latin typeface="Tahoma" panose="020B0604030504040204" pitchFamily="34" charset="0"/>
                        <a:ea typeface="Tahoma" panose="020B0604030504040204" pitchFamily="34" charset="0"/>
                        <a:cs typeface="Tahoma" panose="020B0604030504040204" pitchFamily="34" charset="0"/>
                      </a:endParaRPr>
                    </a:p>
                    <a:p>
                      <a:pPr marL="74930" marR="0" algn="l">
                        <a:lnSpc>
                          <a:spcPct val="115000"/>
                        </a:lnSpc>
                        <a:spcBef>
                          <a:spcPts val="10"/>
                        </a:spcBef>
                        <a:buNone/>
                      </a:pPr>
                      <a:r>
                        <a:rPr lang="en-US" sz="1400" spc="-10" dirty="0">
                          <a:effectLst/>
                          <a:latin typeface="Tahoma" panose="020B0604030504040204" pitchFamily="34" charset="0"/>
                          <a:ea typeface="Tahoma" panose="020B0604030504040204" pitchFamily="34" charset="0"/>
                          <a:cs typeface="Tahoma" panose="020B0604030504040204" pitchFamily="34" charset="0"/>
                        </a:rPr>
                        <a:t>Range</a:t>
                      </a:r>
                      <a:r>
                        <a:rPr lang="en-US" sz="1400" dirty="0">
                          <a:effectLst/>
                          <a:latin typeface="Tahoma" panose="020B0604030504040204" pitchFamily="34" charset="0"/>
                          <a:ea typeface="Tahoma" panose="020B0604030504040204" pitchFamily="34" charset="0"/>
                          <a:cs typeface="Tahoma" panose="020B0604030504040204" pitchFamily="34" charset="0"/>
                        </a:rPr>
                        <a:t> </a:t>
                      </a:r>
                      <a:r>
                        <a:rPr lang="en-US" sz="1400" spc="-30" dirty="0">
                          <a:effectLst/>
                          <a:latin typeface="Tahoma" panose="020B0604030504040204" pitchFamily="34" charset="0"/>
                          <a:ea typeface="Tahoma" panose="020B0604030504040204" pitchFamily="34" charset="0"/>
                          <a:cs typeface="Tahoma" panose="020B0604030504040204" pitchFamily="34" charset="0"/>
                        </a:rPr>
                        <a:t>of</a:t>
                      </a:r>
                      <a:r>
                        <a:rPr lang="en-US" sz="1400" dirty="0">
                          <a:effectLst/>
                          <a:latin typeface="Tahoma" panose="020B0604030504040204" pitchFamily="34" charset="0"/>
                          <a:ea typeface="Tahoma" panose="020B0604030504040204" pitchFamily="34" charset="0"/>
                          <a:cs typeface="Tahoma" panose="020B0604030504040204" pitchFamily="34" charset="0"/>
                        </a:rPr>
                        <a:t> </a:t>
                      </a:r>
                      <a:r>
                        <a:rPr lang="en-US" sz="1400" spc="-20" dirty="0">
                          <a:effectLst/>
                          <a:latin typeface="Tahoma" panose="020B0604030504040204" pitchFamily="34" charset="0"/>
                          <a:ea typeface="Tahoma" panose="020B0604030504040204" pitchFamily="34" charset="0"/>
                          <a:cs typeface="Tahoma" panose="020B0604030504040204" pitchFamily="34" charset="0"/>
                        </a:rPr>
                        <a:t>Con</a:t>
                      </a:r>
                      <a:r>
                        <a:rPr lang="en-US" sz="1400" spc="-10" dirty="0">
                          <a:effectLst/>
                          <a:latin typeface="Tahoma" panose="020B0604030504040204" pitchFamily="34" charset="0"/>
                          <a:ea typeface="Tahoma" panose="020B0604030504040204" pitchFamily="34" charset="0"/>
                          <a:cs typeface="Tahoma" panose="020B0604030504040204" pitchFamily="34" charset="0"/>
                        </a:rPr>
                        <a:t>flicting Requirements</a:t>
                      </a: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295" marR="0" algn="l">
                        <a:lnSpc>
                          <a:spcPts val="1240"/>
                        </a:lnSpc>
                        <a:spcBef>
                          <a:spcPts val="45"/>
                        </a:spcBef>
                        <a:buNone/>
                      </a:pPr>
                      <a:r>
                        <a:rPr lang="en-US" sz="1400" b="1" spc="-25" dirty="0">
                          <a:effectLst/>
                          <a:latin typeface="Tahoma" panose="020B0604030504040204" pitchFamily="34" charset="0"/>
                          <a:ea typeface="Tahoma" panose="020B0604030504040204" pitchFamily="34" charset="0"/>
                          <a:cs typeface="Tahoma" panose="020B0604030504040204" pitchFamily="34" charset="0"/>
                        </a:rPr>
                        <a:t>WP3</a:t>
                      </a:r>
                      <a:endParaRPr lang="en-US" sz="1400" dirty="0">
                        <a:effectLst/>
                        <a:latin typeface="Tahoma" panose="020B0604030504040204" pitchFamily="34" charset="0"/>
                        <a:ea typeface="Tahoma" panose="020B0604030504040204" pitchFamily="34" charset="0"/>
                        <a:cs typeface="Tahoma" panose="020B0604030504040204" pitchFamily="34" charset="0"/>
                      </a:endParaRPr>
                    </a:p>
                    <a:p>
                      <a:pPr marL="74295" marR="69215" algn="l">
                        <a:lnSpc>
                          <a:spcPct val="100000"/>
                        </a:lnSpc>
                        <a:spcBef>
                          <a:spcPts val="10"/>
                        </a:spcBef>
                        <a:buNone/>
                        <a:tabLst>
                          <a:tab pos="610870" algn="l"/>
                        </a:tabLst>
                      </a:pPr>
                      <a:r>
                        <a:rPr lang="en-US" sz="1400" spc="-20" dirty="0">
                          <a:effectLst/>
                          <a:latin typeface="Tahoma" panose="020B0604030504040204" pitchFamily="34" charset="0"/>
                          <a:ea typeface="Tahoma" panose="020B0604030504040204" pitchFamily="34" charset="0"/>
                          <a:cs typeface="Tahoma" panose="020B0604030504040204" pitchFamily="34" charset="0"/>
                        </a:rPr>
                        <a:t>Depth</a:t>
                      </a:r>
                      <a:r>
                        <a:rPr lang="en-US" sz="1400" dirty="0">
                          <a:effectLst/>
                          <a:latin typeface="Tahoma" panose="020B0604030504040204" pitchFamily="34" charset="0"/>
                          <a:ea typeface="Tahoma" panose="020B0604030504040204" pitchFamily="34" charset="0"/>
                          <a:cs typeface="Tahoma" panose="020B0604030504040204" pitchFamily="34" charset="0"/>
                        </a:rPr>
                        <a:t> </a:t>
                      </a:r>
                      <a:r>
                        <a:rPr lang="en-US" sz="1400" spc="-60" dirty="0">
                          <a:effectLst/>
                          <a:latin typeface="Tahoma" panose="020B0604030504040204" pitchFamily="34" charset="0"/>
                          <a:ea typeface="Tahoma" panose="020B0604030504040204" pitchFamily="34" charset="0"/>
                          <a:cs typeface="Tahoma" panose="020B0604030504040204" pitchFamily="34" charset="0"/>
                        </a:rPr>
                        <a:t>of </a:t>
                      </a:r>
                      <a:r>
                        <a:rPr lang="en-US" sz="1400" spc="-10" dirty="0">
                          <a:effectLst/>
                          <a:latin typeface="Tahoma" panose="020B0604030504040204" pitchFamily="34" charset="0"/>
                          <a:ea typeface="Tahoma" panose="020B0604030504040204" pitchFamily="34" charset="0"/>
                          <a:cs typeface="Tahoma" panose="020B0604030504040204" pitchFamily="34" charset="0"/>
                        </a:rPr>
                        <a:t>Analysis</a:t>
                      </a: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295" marR="0" algn="l">
                        <a:lnSpc>
                          <a:spcPts val="1240"/>
                        </a:lnSpc>
                        <a:spcBef>
                          <a:spcPts val="45"/>
                        </a:spcBef>
                        <a:buNone/>
                      </a:pPr>
                      <a:r>
                        <a:rPr lang="en-US" sz="1400" b="1" spc="-25" dirty="0">
                          <a:effectLst/>
                          <a:latin typeface="Tahoma" panose="020B0604030504040204" pitchFamily="34" charset="0"/>
                          <a:ea typeface="Tahoma" panose="020B0604030504040204" pitchFamily="34" charset="0"/>
                          <a:cs typeface="Tahoma" panose="020B0604030504040204" pitchFamily="34" charset="0"/>
                        </a:rPr>
                        <a:t>WP4</a:t>
                      </a:r>
                      <a:endParaRPr lang="en-US" sz="1400" dirty="0">
                        <a:effectLst/>
                        <a:latin typeface="Tahoma" panose="020B0604030504040204" pitchFamily="34" charset="0"/>
                        <a:ea typeface="Tahoma" panose="020B0604030504040204" pitchFamily="34" charset="0"/>
                        <a:cs typeface="Tahoma" panose="020B0604030504040204" pitchFamily="34" charset="0"/>
                      </a:endParaRPr>
                    </a:p>
                    <a:p>
                      <a:pPr marL="74295" marR="0" algn="l">
                        <a:lnSpc>
                          <a:spcPct val="100000"/>
                        </a:lnSpc>
                        <a:spcBef>
                          <a:spcPts val="10"/>
                        </a:spcBef>
                        <a:buNone/>
                      </a:pPr>
                      <a:r>
                        <a:rPr lang="en-US" sz="1400" spc="-10" dirty="0">
                          <a:effectLst/>
                          <a:latin typeface="Tahoma" panose="020B0604030504040204" pitchFamily="34" charset="0"/>
                          <a:ea typeface="Tahoma" panose="020B0604030504040204" pitchFamily="34" charset="0"/>
                          <a:cs typeface="Tahoma" panose="020B0604030504040204" pitchFamily="34" charset="0"/>
                        </a:rPr>
                        <a:t>Familiarity </a:t>
                      </a:r>
                      <a:r>
                        <a:rPr lang="en-US" sz="1400" dirty="0">
                          <a:effectLst/>
                          <a:latin typeface="Tahoma" panose="020B0604030504040204" pitchFamily="34" charset="0"/>
                          <a:ea typeface="Tahoma" panose="020B0604030504040204" pitchFamily="34" charset="0"/>
                          <a:cs typeface="Tahoma" panose="020B0604030504040204" pitchFamily="34" charset="0"/>
                        </a:rPr>
                        <a:t>of Issues</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660" marR="0" algn="l">
                        <a:lnSpc>
                          <a:spcPts val="1240"/>
                        </a:lnSpc>
                        <a:spcBef>
                          <a:spcPts val="45"/>
                        </a:spcBef>
                        <a:buNone/>
                      </a:pPr>
                      <a:r>
                        <a:rPr lang="en-US" sz="1400" b="1" spc="-25" dirty="0">
                          <a:effectLst/>
                          <a:latin typeface="Tahoma"/>
                          <a:ea typeface="Tahoma"/>
                          <a:cs typeface="Tahoma"/>
                        </a:rPr>
                        <a:t>WP5</a:t>
                      </a:r>
                      <a:endParaRPr lang="en-US" sz="1400" dirty="0">
                        <a:effectLst/>
                        <a:latin typeface="Tahoma"/>
                        <a:ea typeface="Tahoma"/>
                        <a:cs typeface="Tahoma"/>
                      </a:endParaRPr>
                    </a:p>
                    <a:p>
                      <a:pPr marL="73660" marR="69850" algn="l">
                        <a:lnSpc>
                          <a:spcPct val="100000"/>
                        </a:lnSpc>
                        <a:spcBef>
                          <a:spcPts val="10"/>
                        </a:spcBef>
                        <a:buNone/>
                      </a:pPr>
                      <a:r>
                        <a:rPr lang="en-US" sz="1400" dirty="0">
                          <a:effectLst/>
                          <a:latin typeface="Tahoma"/>
                          <a:ea typeface="Tahoma"/>
                          <a:cs typeface="Tahoma"/>
                        </a:rPr>
                        <a:t>Extent of </a:t>
                      </a:r>
                      <a:r>
                        <a:rPr lang="en-US" sz="1400" spc="-10" dirty="0">
                          <a:effectLst/>
                          <a:latin typeface="Tahoma"/>
                          <a:ea typeface="Tahoma"/>
                          <a:cs typeface="Tahoma"/>
                        </a:rPr>
                        <a:t>Applicable Codes</a:t>
                      </a:r>
                      <a:endParaRPr lang="en-US" sz="1400" dirty="0">
                        <a:effectLst/>
                        <a:latin typeface="Tahoma"/>
                        <a:ea typeface="Tahoma"/>
                        <a:cs typeface="Tahom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660" marR="0" algn="l">
                        <a:lnSpc>
                          <a:spcPts val="1240"/>
                        </a:lnSpc>
                        <a:spcBef>
                          <a:spcPts val="45"/>
                        </a:spcBef>
                        <a:buNone/>
                      </a:pPr>
                      <a:r>
                        <a:rPr lang="en-US" sz="1400" b="1" spc="-25" dirty="0">
                          <a:effectLst/>
                          <a:latin typeface="Tahoma"/>
                          <a:ea typeface="Tahoma"/>
                          <a:cs typeface="Tahoma"/>
                        </a:rPr>
                        <a:t>WP6</a:t>
                      </a:r>
                      <a:endParaRPr lang="en-US" sz="1400" dirty="0">
                        <a:effectLst/>
                        <a:latin typeface="Tahoma"/>
                        <a:ea typeface="Tahoma"/>
                        <a:cs typeface="Tahoma"/>
                      </a:endParaRPr>
                    </a:p>
                    <a:p>
                      <a:pPr marL="73660" marR="0" algn="l">
                        <a:lnSpc>
                          <a:spcPct val="115000"/>
                        </a:lnSpc>
                        <a:spcBef>
                          <a:spcPts val="10"/>
                        </a:spcBef>
                        <a:buNone/>
                      </a:pPr>
                      <a:r>
                        <a:rPr lang="en-US" sz="1400" spc="-10" dirty="0">
                          <a:effectLst/>
                          <a:latin typeface="Tahoma"/>
                          <a:ea typeface="Tahoma"/>
                          <a:cs typeface="Tahoma"/>
                        </a:rPr>
                        <a:t>Extent</a:t>
                      </a:r>
                      <a:r>
                        <a:rPr lang="en-US" sz="1400" dirty="0">
                          <a:effectLst/>
                          <a:latin typeface="Tahoma"/>
                          <a:ea typeface="Tahoma"/>
                          <a:cs typeface="Tahoma"/>
                        </a:rPr>
                        <a:t> </a:t>
                      </a:r>
                      <a:r>
                        <a:rPr lang="en-US" sz="1400" spc="-30" dirty="0">
                          <a:effectLst/>
                          <a:latin typeface="Tahoma"/>
                          <a:ea typeface="Tahoma"/>
                          <a:cs typeface="Tahoma"/>
                        </a:rPr>
                        <a:t>of</a:t>
                      </a:r>
                      <a:r>
                        <a:rPr lang="en-US" sz="1400" dirty="0">
                          <a:effectLst/>
                          <a:latin typeface="Tahoma"/>
                          <a:ea typeface="Tahoma"/>
                          <a:cs typeface="Tahoma"/>
                        </a:rPr>
                        <a:t> </a:t>
                      </a:r>
                      <a:r>
                        <a:rPr lang="en-US" sz="1400" spc="-10" dirty="0">
                          <a:effectLst/>
                          <a:latin typeface="Tahoma"/>
                          <a:ea typeface="Tahoma"/>
                          <a:cs typeface="Tahoma"/>
                        </a:rPr>
                        <a:t>Stakeholder Involve</a:t>
                      </a:r>
                      <a:r>
                        <a:rPr lang="en-US" sz="1400" spc="-20" dirty="0">
                          <a:effectLst/>
                          <a:latin typeface="Tahoma"/>
                          <a:ea typeface="Tahoma"/>
                          <a:cs typeface="Tahoma"/>
                        </a:rPr>
                        <a:t>ment</a:t>
                      </a:r>
                      <a:endParaRPr lang="en-US" sz="1400" dirty="0">
                        <a:effectLst/>
                        <a:latin typeface="Tahoma"/>
                        <a:ea typeface="Tahoma"/>
                        <a:cs typeface="Tahom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025" marR="0" algn="l">
                        <a:lnSpc>
                          <a:spcPts val="1240"/>
                        </a:lnSpc>
                        <a:spcBef>
                          <a:spcPts val="45"/>
                        </a:spcBef>
                        <a:buNone/>
                      </a:pPr>
                      <a:r>
                        <a:rPr lang="en-US" sz="1400" b="1" spc="-25" dirty="0">
                          <a:effectLst/>
                          <a:latin typeface="Tahoma"/>
                          <a:ea typeface="Tahoma"/>
                          <a:cs typeface="Tahoma"/>
                        </a:rPr>
                        <a:t>WP7</a:t>
                      </a:r>
                      <a:endParaRPr lang="en-US" sz="1400" dirty="0">
                        <a:effectLst/>
                        <a:latin typeface="Tahoma"/>
                        <a:ea typeface="Tahoma"/>
                        <a:cs typeface="Tahoma"/>
                      </a:endParaRPr>
                    </a:p>
                    <a:p>
                      <a:pPr marL="73025" marR="16510" algn="l">
                        <a:lnSpc>
                          <a:spcPct val="100000"/>
                        </a:lnSpc>
                        <a:spcBef>
                          <a:spcPts val="10"/>
                        </a:spcBef>
                        <a:buNone/>
                      </a:pPr>
                      <a:r>
                        <a:rPr lang="en-US" sz="1400" spc="-10" dirty="0">
                          <a:effectLst/>
                          <a:latin typeface="Tahoma"/>
                          <a:ea typeface="Tahoma"/>
                          <a:cs typeface="Tahoma"/>
                        </a:rPr>
                        <a:t>Interdependence</a:t>
                      </a:r>
                      <a:endParaRPr lang="en-US" sz="1400" dirty="0">
                        <a:effectLst/>
                        <a:latin typeface="Tahoma"/>
                        <a:ea typeface="Tahoma"/>
                        <a:cs typeface="Tahom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68640031"/>
                  </a:ext>
                </a:extLst>
              </a:tr>
              <a:tr h="786732">
                <a:tc>
                  <a:txBody>
                    <a:bodyPr/>
                    <a:lstStyle/>
                    <a:p>
                      <a:pPr marL="74930" marR="0" algn="l">
                        <a:lnSpc>
                          <a:spcPts val="1240"/>
                        </a:lnSpc>
                        <a:spcBef>
                          <a:spcPts val="45"/>
                        </a:spcBef>
                        <a:buNone/>
                      </a:pPr>
                      <a:r>
                        <a:rPr lang="en-US" sz="1400" spc="-50" dirty="0">
                          <a:effectLst/>
                          <a:latin typeface="Tahoma"/>
                          <a:ea typeface="Tahoma"/>
                          <a:cs typeface="Tahoma"/>
                        </a:rPr>
                        <a:t>√</a:t>
                      </a:r>
                      <a:endParaRPr lang="en-US" sz="1400" dirty="0">
                        <a:effectLst/>
                        <a:latin typeface="Tahoma"/>
                        <a:ea typeface="Tahoma"/>
                        <a:cs typeface="Tahom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930" marR="0" algn="l">
                        <a:lnSpc>
                          <a:spcPts val="1240"/>
                        </a:lnSpc>
                        <a:spcBef>
                          <a:spcPts val="45"/>
                        </a:spcBef>
                        <a:buNone/>
                      </a:pPr>
                      <a:r>
                        <a:rPr lang="en-US" sz="1400" spc="-50" dirty="0">
                          <a:effectLst/>
                          <a:latin typeface="Tahoma"/>
                          <a:ea typeface="Tahoma"/>
                          <a:cs typeface="Tahoma"/>
                        </a:rPr>
                        <a:t>√</a:t>
                      </a:r>
                      <a:endParaRPr lang="en-US" sz="1400" dirty="0">
                        <a:effectLst/>
                        <a:latin typeface="Tahoma"/>
                        <a:ea typeface="Tahoma"/>
                        <a:cs typeface="Tahom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295" marR="0" algn="l">
                        <a:lnSpc>
                          <a:spcPts val="1240"/>
                        </a:lnSpc>
                        <a:spcBef>
                          <a:spcPts val="45"/>
                        </a:spcBef>
                        <a:buNone/>
                      </a:pPr>
                      <a:r>
                        <a:rPr lang="en-US" sz="1400" spc="-50" dirty="0">
                          <a:effectLst/>
                          <a:latin typeface="Tahoma"/>
                          <a:ea typeface="Tahoma"/>
                          <a:cs typeface="Tahoma"/>
                        </a:rPr>
                        <a:t>√</a:t>
                      </a:r>
                      <a:endParaRPr lang="en-US" sz="1400" dirty="0">
                        <a:effectLst/>
                        <a:latin typeface="Tahoma"/>
                        <a:ea typeface="Tahoma"/>
                        <a:cs typeface="Tahoma"/>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295" marR="0" algn="l">
                        <a:lnSpc>
                          <a:spcPts val="1240"/>
                        </a:lnSpc>
                        <a:spcBef>
                          <a:spcPts val="45"/>
                        </a:spcBef>
                        <a:buNone/>
                      </a:pP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660" marR="0" algn="l">
                        <a:lnSpc>
                          <a:spcPts val="1240"/>
                        </a:lnSpc>
                        <a:spcBef>
                          <a:spcPts val="45"/>
                        </a:spcBef>
                        <a:buNone/>
                      </a:pPr>
                      <a:endParaRPr lang="en-US" sz="140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660" marR="0" algn="l">
                        <a:lnSpc>
                          <a:spcPts val="1240"/>
                        </a:lnSpc>
                        <a:spcBef>
                          <a:spcPts val="45"/>
                        </a:spcBef>
                        <a:buNone/>
                      </a:pPr>
                      <a:endParaRPr lang="en-US" sz="140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3025" marR="0" algn="l">
                        <a:lnSpc>
                          <a:spcPts val="1240"/>
                        </a:lnSpc>
                        <a:spcBef>
                          <a:spcPts val="45"/>
                        </a:spcBef>
                        <a:buNone/>
                      </a:pP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7590364"/>
                  </a:ext>
                </a:extLst>
              </a:tr>
            </a:tbl>
          </a:graphicData>
        </a:graphic>
      </p:graphicFrame>
      <p:sp>
        <p:nvSpPr>
          <p:cNvPr id="7" name="Footer Placeholder 6">
            <a:extLst>
              <a:ext uri="{FF2B5EF4-FFF2-40B4-BE49-F238E27FC236}">
                <a16:creationId xmlns:a16="http://schemas.microsoft.com/office/drawing/2014/main" id="{90B5659D-E1BA-DE84-C831-9197B364B2BF}"/>
              </a:ext>
            </a:extLst>
          </p:cNvPr>
          <p:cNvSpPr>
            <a:spLocks noGrp="1"/>
          </p:cNvSpPr>
          <p:nvPr>
            <p:ph type="ftr" idx="11"/>
          </p:nvPr>
        </p:nvSpPr>
        <p:spPr/>
        <p:txBody>
          <a:bodyPr/>
          <a:lstStyle/>
          <a:p>
            <a:r>
              <a:rPr lang="en-US" dirty="0"/>
              <a:t>Thesis Title:</a:t>
            </a:r>
          </a:p>
        </p:txBody>
      </p:sp>
      <p:sp>
        <p:nvSpPr>
          <p:cNvPr id="8" name="Date Placeholder 7">
            <a:extLst>
              <a:ext uri="{FF2B5EF4-FFF2-40B4-BE49-F238E27FC236}">
                <a16:creationId xmlns:a16="http://schemas.microsoft.com/office/drawing/2014/main" id="{9B10E935-72CD-C4FF-00AA-740FD8492B0D}"/>
              </a:ext>
            </a:extLst>
          </p:cNvPr>
          <p:cNvSpPr>
            <a:spLocks noGrp="1"/>
          </p:cNvSpPr>
          <p:nvPr>
            <p:ph type="dt" idx="10"/>
          </p:nvPr>
        </p:nvSpPr>
        <p:spPr/>
        <p:txBody>
          <a:bodyPr/>
          <a:lstStyle/>
          <a:p>
            <a:r>
              <a:rPr lang="en-US"/>
              <a:t>30.04.2026</a:t>
            </a:r>
          </a:p>
        </p:txBody>
      </p:sp>
      <p:sp>
        <p:nvSpPr>
          <p:cNvPr id="9" name="Frame 8">
            <a:extLst>
              <a:ext uri="{FF2B5EF4-FFF2-40B4-BE49-F238E27FC236}">
                <a16:creationId xmlns:a16="http://schemas.microsoft.com/office/drawing/2014/main" id="{6C8357B8-FA6C-2D0C-75F8-477D3EFDE07B}"/>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2469432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9FB5CA6-DA08-AD5D-09B0-4E0C3BF901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E0C71-8EE7-1697-D3A1-EB3D7E99A9B8}"/>
              </a:ext>
            </a:extLst>
          </p:cNvPr>
          <p:cNvSpPr>
            <a:spLocks noGrp="1"/>
          </p:cNvSpPr>
          <p:nvPr>
            <p:ph type="title"/>
          </p:nvPr>
        </p:nvSpPr>
        <p:spPr/>
        <p:txBody>
          <a:bodyPr/>
          <a:lstStyle/>
          <a:p>
            <a:r>
              <a:rPr lang="en-US" dirty="0">
                <a:solidFill>
                  <a:srgbClr val="002060"/>
                </a:solidFill>
                <a:latin typeface="Fjalla One" panose="02000506040000020004" pitchFamily="2" charset="0"/>
              </a:rPr>
              <a:t>Complex Engineering Activity Mapping</a:t>
            </a:r>
          </a:p>
        </p:txBody>
      </p:sp>
      <p:sp>
        <p:nvSpPr>
          <p:cNvPr id="3" name="Content Placeholder 2">
            <a:extLst>
              <a:ext uri="{FF2B5EF4-FFF2-40B4-BE49-F238E27FC236}">
                <a16:creationId xmlns:a16="http://schemas.microsoft.com/office/drawing/2014/main" id="{CBE80C81-A4AD-1EF9-49B6-E8BCC7A0BAEF}"/>
              </a:ext>
            </a:extLst>
          </p:cNvPr>
          <p:cNvSpPr>
            <a:spLocks noGrp="1"/>
          </p:cNvSpPr>
          <p:nvPr>
            <p:ph type="body" idx="1"/>
          </p:nvPr>
        </p:nvSpPr>
        <p:spPr/>
        <p:txBody>
          <a:bodyPr/>
          <a:lstStyle/>
          <a:p>
            <a:pPr marL="114300" indent="0">
              <a:buNone/>
            </a:pPr>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Justify which complex engineering activity level your proposal aligns with:</a:t>
            </a:r>
          </a:p>
          <a:p>
            <a:pPr marL="114300" indent="0" algn="ctr">
              <a:buNone/>
            </a:pPr>
            <a:r>
              <a:rPr lang="en-US" sz="1600" dirty="0">
                <a:solidFill>
                  <a:srgbClr val="002060"/>
                </a:solidFill>
                <a:latin typeface="Tahoma" panose="020B0604030504040204" pitchFamily="34" charset="0"/>
                <a:ea typeface="Tahoma" panose="020B0604030504040204" pitchFamily="34" charset="0"/>
                <a:cs typeface="Tahoma" panose="020B0604030504040204" pitchFamily="34" charset="0"/>
              </a:rPr>
              <a:t>Table 2: Mapping with complex engineering activities.</a:t>
            </a:r>
          </a:p>
          <a:p>
            <a:pPr marL="45720" indent="0">
              <a:buNone/>
            </a:pPr>
            <a:endParaRPr lang="en-US" dirty="0">
              <a:solidFill>
                <a:schemeClr val="tx1">
                  <a:lumMod val="50000"/>
                  <a:lumOff val="50000"/>
                </a:schemeClr>
              </a:solidFill>
            </a:endParaRPr>
          </a:p>
        </p:txBody>
      </p:sp>
      <p:sp>
        <p:nvSpPr>
          <p:cNvPr id="4" name="Slide Number Placeholder 3">
            <a:extLst>
              <a:ext uri="{FF2B5EF4-FFF2-40B4-BE49-F238E27FC236}">
                <a16:creationId xmlns:a16="http://schemas.microsoft.com/office/drawing/2014/main" id="{63F09970-16AE-1142-12E4-066465B5E018}"/>
              </a:ext>
            </a:extLst>
          </p:cNvPr>
          <p:cNvSpPr>
            <a:spLocks noGrp="1"/>
          </p:cNvSpPr>
          <p:nvPr>
            <p:ph type="sldNum" idx="12"/>
          </p:nvPr>
        </p:nvSpPr>
        <p:spPr/>
        <p:txBody>
          <a:bodyPr/>
          <a:lstStyle/>
          <a:p>
            <a:fld id="{6D22F896-40B5-4ADD-8801-0D06FADFA095}" type="slidenum">
              <a:rPr lang="en-US" smtClean="0"/>
              <a:t>15</a:t>
            </a:fld>
            <a:endParaRPr lang="en-US" dirty="0"/>
          </a:p>
        </p:txBody>
      </p:sp>
      <p:graphicFrame>
        <p:nvGraphicFramePr>
          <p:cNvPr id="7" name="Table 6">
            <a:extLst>
              <a:ext uri="{FF2B5EF4-FFF2-40B4-BE49-F238E27FC236}">
                <a16:creationId xmlns:a16="http://schemas.microsoft.com/office/drawing/2014/main" id="{378A5A74-2AEB-7472-6E87-3040260F57A8}"/>
              </a:ext>
            </a:extLst>
          </p:cNvPr>
          <p:cNvGraphicFramePr>
            <a:graphicFrameLocks noGrp="1"/>
          </p:cNvGraphicFramePr>
          <p:nvPr>
            <p:extLst>
              <p:ext uri="{D42A27DB-BD31-4B8C-83A1-F6EECF244321}">
                <p14:modId xmlns:p14="http://schemas.microsoft.com/office/powerpoint/2010/main" val="1910446084"/>
              </p:ext>
            </p:extLst>
          </p:nvPr>
        </p:nvGraphicFramePr>
        <p:xfrm>
          <a:off x="1878105" y="3276954"/>
          <a:ext cx="8435789" cy="2066010"/>
        </p:xfrm>
        <a:graphic>
          <a:graphicData uri="http://schemas.openxmlformats.org/drawingml/2006/table">
            <a:tbl>
              <a:tblPr firstRow="1" firstCol="1" lastRow="1" lastCol="1" bandRow="1" bandCol="1"/>
              <a:tblGrid>
                <a:gridCol w="1665305">
                  <a:extLst>
                    <a:ext uri="{9D8B030D-6E8A-4147-A177-3AD203B41FA5}">
                      <a16:colId xmlns:a16="http://schemas.microsoft.com/office/drawing/2014/main" val="967580727"/>
                    </a:ext>
                  </a:extLst>
                </a:gridCol>
                <a:gridCol w="1665305">
                  <a:extLst>
                    <a:ext uri="{9D8B030D-6E8A-4147-A177-3AD203B41FA5}">
                      <a16:colId xmlns:a16="http://schemas.microsoft.com/office/drawing/2014/main" val="650960049"/>
                    </a:ext>
                  </a:extLst>
                </a:gridCol>
                <a:gridCol w="1499596">
                  <a:extLst>
                    <a:ext uri="{9D8B030D-6E8A-4147-A177-3AD203B41FA5}">
                      <a16:colId xmlns:a16="http://schemas.microsoft.com/office/drawing/2014/main" val="584958578"/>
                    </a:ext>
                  </a:extLst>
                </a:gridCol>
                <a:gridCol w="2269841">
                  <a:extLst>
                    <a:ext uri="{9D8B030D-6E8A-4147-A177-3AD203B41FA5}">
                      <a16:colId xmlns:a16="http://schemas.microsoft.com/office/drawing/2014/main" val="3693135759"/>
                    </a:ext>
                  </a:extLst>
                </a:gridCol>
                <a:gridCol w="1335742">
                  <a:extLst>
                    <a:ext uri="{9D8B030D-6E8A-4147-A177-3AD203B41FA5}">
                      <a16:colId xmlns:a16="http://schemas.microsoft.com/office/drawing/2014/main" val="3997896865"/>
                    </a:ext>
                  </a:extLst>
                </a:gridCol>
              </a:tblGrid>
              <a:tr h="1272880">
                <a:tc>
                  <a:txBody>
                    <a:bodyPr/>
                    <a:lstStyle/>
                    <a:p>
                      <a:pPr marL="74930" marR="0">
                        <a:lnSpc>
                          <a:spcPts val="1240"/>
                        </a:lnSpc>
                        <a:spcBef>
                          <a:spcPts val="45"/>
                        </a:spcBef>
                        <a:buNone/>
                      </a:pPr>
                      <a:r>
                        <a:rPr lang="en-US" sz="1400" b="1" spc="-25" dirty="0">
                          <a:effectLst/>
                          <a:latin typeface="Tahoma" panose="020B0604030504040204" pitchFamily="34" charset="0"/>
                          <a:ea typeface="Tahoma" panose="020B0604030504040204" pitchFamily="34" charset="0"/>
                          <a:cs typeface="Tahoma" panose="020B0604030504040204" pitchFamily="34" charset="0"/>
                        </a:rPr>
                        <a:t>EA1</a:t>
                      </a:r>
                      <a:endParaRPr lang="en-US" sz="1400" dirty="0">
                        <a:effectLst/>
                        <a:latin typeface="Tahoma" panose="020B0604030504040204" pitchFamily="34" charset="0"/>
                        <a:ea typeface="Tahoma" panose="020B0604030504040204" pitchFamily="34" charset="0"/>
                        <a:cs typeface="Tahoma" panose="020B0604030504040204" pitchFamily="34" charset="0"/>
                      </a:endParaRPr>
                    </a:p>
                    <a:p>
                      <a:pPr marL="74930" marR="68580">
                        <a:lnSpc>
                          <a:spcPct val="100000"/>
                        </a:lnSpc>
                        <a:spcBef>
                          <a:spcPts val="10"/>
                        </a:spcBef>
                        <a:buNone/>
                        <a:tabLst>
                          <a:tab pos="613410" algn="l"/>
                          <a:tab pos="885190" algn="l"/>
                        </a:tabLst>
                      </a:pPr>
                      <a:r>
                        <a:rPr lang="en-US" sz="1400" spc="-10" dirty="0">
                          <a:effectLst/>
                          <a:latin typeface="Tahoma" panose="020B0604030504040204" pitchFamily="34" charset="0"/>
                          <a:ea typeface="Tahoma" panose="020B0604030504040204" pitchFamily="34" charset="0"/>
                          <a:cs typeface="Tahoma" panose="020B0604030504040204" pitchFamily="34" charset="0"/>
                        </a:rPr>
                        <a:t>Range</a:t>
                      </a:r>
                      <a:r>
                        <a:rPr lang="en-US" sz="1400" dirty="0">
                          <a:effectLst/>
                          <a:latin typeface="Tahoma" panose="020B0604030504040204" pitchFamily="34" charset="0"/>
                          <a:ea typeface="Tahoma" panose="020B0604030504040204" pitchFamily="34" charset="0"/>
                          <a:cs typeface="Tahoma" panose="020B0604030504040204" pitchFamily="34" charset="0"/>
                        </a:rPr>
                        <a:t> </a:t>
                      </a:r>
                      <a:r>
                        <a:rPr lang="en-US" sz="1400" spc="-30" dirty="0">
                          <a:effectLst/>
                          <a:latin typeface="Tahoma" panose="020B0604030504040204" pitchFamily="34" charset="0"/>
                          <a:ea typeface="Tahoma" panose="020B0604030504040204" pitchFamily="34" charset="0"/>
                          <a:cs typeface="Tahoma" panose="020B0604030504040204" pitchFamily="34" charset="0"/>
                        </a:rPr>
                        <a:t>of</a:t>
                      </a:r>
                      <a:r>
                        <a:rPr lang="en-US" sz="1400" dirty="0">
                          <a:effectLst/>
                          <a:latin typeface="Tahoma" panose="020B0604030504040204" pitchFamily="34" charset="0"/>
                          <a:ea typeface="Tahoma" panose="020B0604030504040204" pitchFamily="34" charset="0"/>
                          <a:cs typeface="Tahoma" panose="020B0604030504040204" pitchFamily="34" charset="0"/>
                        </a:rPr>
                        <a:t> </a:t>
                      </a:r>
                      <a:r>
                        <a:rPr lang="en-US" sz="1400" spc="-20" dirty="0">
                          <a:effectLst/>
                          <a:latin typeface="Tahoma" panose="020B0604030504040204" pitchFamily="34" charset="0"/>
                          <a:ea typeface="Tahoma" panose="020B0604030504040204" pitchFamily="34" charset="0"/>
                          <a:cs typeface="Tahoma" panose="020B0604030504040204" pitchFamily="34" charset="0"/>
                        </a:rPr>
                        <a:t>re</a:t>
                      </a:r>
                      <a:r>
                        <a:rPr lang="en-US" sz="1400" spc="-10" dirty="0">
                          <a:effectLst/>
                          <a:latin typeface="Tahoma" panose="020B0604030504040204" pitchFamily="34" charset="0"/>
                          <a:ea typeface="Tahoma" panose="020B0604030504040204" pitchFamily="34" charset="0"/>
                          <a:cs typeface="Tahoma" panose="020B0604030504040204" pitchFamily="34" charset="0"/>
                        </a:rPr>
                        <a:t>sources</a:t>
                      </a: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930" marR="0">
                        <a:lnSpc>
                          <a:spcPts val="1240"/>
                        </a:lnSpc>
                        <a:spcBef>
                          <a:spcPts val="45"/>
                        </a:spcBef>
                        <a:buNone/>
                      </a:pPr>
                      <a:r>
                        <a:rPr lang="en-US" sz="1400" b="1" spc="-25" dirty="0">
                          <a:effectLst/>
                          <a:latin typeface="Tahoma" panose="020B0604030504040204" pitchFamily="34" charset="0"/>
                          <a:ea typeface="Tahoma" panose="020B0604030504040204" pitchFamily="34" charset="0"/>
                          <a:cs typeface="Tahoma" panose="020B0604030504040204" pitchFamily="34" charset="0"/>
                        </a:rPr>
                        <a:t>EA2</a:t>
                      </a:r>
                      <a:endParaRPr lang="en-US" sz="1400" dirty="0">
                        <a:effectLst/>
                        <a:latin typeface="Tahoma" panose="020B0604030504040204" pitchFamily="34" charset="0"/>
                        <a:ea typeface="Tahoma" panose="020B0604030504040204" pitchFamily="34" charset="0"/>
                        <a:cs typeface="Tahoma" panose="020B0604030504040204" pitchFamily="34" charset="0"/>
                      </a:endParaRPr>
                    </a:p>
                    <a:p>
                      <a:pPr marL="74930" marR="0">
                        <a:lnSpc>
                          <a:spcPct val="100000"/>
                        </a:lnSpc>
                        <a:spcBef>
                          <a:spcPts val="10"/>
                        </a:spcBef>
                        <a:buNone/>
                      </a:pPr>
                      <a:r>
                        <a:rPr lang="en-US" sz="1400" dirty="0">
                          <a:effectLst/>
                          <a:latin typeface="Tahoma" panose="020B0604030504040204" pitchFamily="34" charset="0"/>
                          <a:ea typeface="Tahoma" panose="020B0604030504040204" pitchFamily="34" charset="0"/>
                          <a:cs typeface="Tahoma" panose="020B0604030504040204" pitchFamily="34" charset="0"/>
                        </a:rPr>
                        <a:t>Level</a:t>
                      </a:r>
                      <a:r>
                        <a:rPr lang="en-US" sz="1400" spc="-45" dirty="0">
                          <a:effectLst/>
                          <a:latin typeface="Tahoma" panose="020B0604030504040204" pitchFamily="34" charset="0"/>
                          <a:ea typeface="Tahoma" panose="020B0604030504040204" pitchFamily="34" charset="0"/>
                          <a:cs typeface="Tahoma" panose="020B0604030504040204" pitchFamily="34" charset="0"/>
                        </a:rPr>
                        <a:t> </a:t>
                      </a:r>
                      <a:r>
                        <a:rPr lang="en-US" sz="1400" dirty="0">
                          <a:effectLst/>
                          <a:latin typeface="Tahoma" panose="020B0604030504040204" pitchFamily="34" charset="0"/>
                          <a:ea typeface="Tahoma" panose="020B0604030504040204" pitchFamily="34" charset="0"/>
                          <a:cs typeface="Tahoma" panose="020B0604030504040204" pitchFamily="34" charset="0"/>
                        </a:rPr>
                        <a:t>of</a:t>
                      </a:r>
                      <a:r>
                        <a:rPr lang="en-US" sz="1400" spc="-50" dirty="0">
                          <a:effectLst/>
                          <a:latin typeface="Tahoma" panose="020B0604030504040204" pitchFamily="34" charset="0"/>
                          <a:ea typeface="Tahoma" panose="020B0604030504040204" pitchFamily="34" charset="0"/>
                          <a:cs typeface="Tahoma" panose="020B0604030504040204" pitchFamily="34" charset="0"/>
                        </a:rPr>
                        <a:t> </a:t>
                      </a:r>
                      <a:r>
                        <a:rPr lang="en-US" sz="1400" dirty="0">
                          <a:effectLst/>
                          <a:latin typeface="Tahoma" panose="020B0604030504040204" pitchFamily="34" charset="0"/>
                          <a:ea typeface="Tahoma" panose="020B0604030504040204" pitchFamily="34" charset="0"/>
                          <a:cs typeface="Tahoma" panose="020B0604030504040204" pitchFamily="34" charset="0"/>
                        </a:rPr>
                        <a:t>Interac</a:t>
                      </a:r>
                      <a:r>
                        <a:rPr lang="en-US" sz="1400" spc="-20" dirty="0">
                          <a:effectLst/>
                          <a:latin typeface="Tahoma" panose="020B0604030504040204" pitchFamily="34" charset="0"/>
                          <a:ea typeface="Tahoma" panose="020B0604030504040204" pitchFamily="34" charset="0"/>
                          <a:cs typeface="Tahoma" panose="020B0604030504040204" pitchFamily="34" charset="0"/>
                        </a:rPr>
                        <a:t>tion</a:t>
                      </a: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930" marR="0">
                        <a:lnSpc>
                          <a:spcPts val="1240"/>
                        </a:lnSpc>
                        <a:spcBef>
                          <a:spcPts val="45"/>
                        </a:spcBef>
                        <a:buNone/>
                      </a:pPr>
                      <a:r>
                        <a:rPr lang="en-US" sz="1400" b="1" spc="-25">
                          <a:effectLst/>
                          <a:latin typeface="Tahoma" panose="020B0604030504040204" pitchFamily="34" charset="0"/>
                          <a:ea typeface="Tahoma" panose="020B0604030504040204" pitchFamily="34" charset="0"/>
                          <a:cs typeface="Tahoma" panose="020B0604030504040204" pitchFamily="34" charset="0"/>
                        </a:rPr>
                        <a:t>EA3</a:t>
                      </a:r>
                      <a:endParaRPr lang="en-US" sz="1400">
                        <a:effectLst/>
                        <a:latin typeface="Tahoma" panose="020B0604030504040204" pitchFamily="34" charset="0"/>
                        <a:ea typeface="Tahoma" panose="020B0604030504040204" pitchFamily="34" charset="0"/>
                        <a:cs typeface="Tahoma" panose="020B0604030504040204" pitchFamily="34" charset="0"/>
                      </a:endParaRPr>
                    </a:p>
                    <a:p>
                      <a:pPr marL="74930" marR="0">
                        <a:lnSpc>
                          <a:spcPct val="115000"/>
                        </a:lnSpc>
                        <a:spcBef>
                          <a:spcPts val="10"/>
                        </a:spcBef>
                        <a:buNone/>
                      </a:pPr>
                      <a:r>
                        <a:rPr lang="en-US" sz="1400" spc="-10">
                          <a:effectLst/>
                          <a:latin typeface="Tahoma" panose="020B0604030504040204" pitchFamily="34" charset="0"/>
                          <a:ea typeface="Tahoma" panose="020B0604030504040204" pitchFamily="34" charset="0"/>
                          <a:cs typeface="Tahoma" panose="020B0604030504040204" pitchFamily="34" charset="0"/>
                        </a:rPr>
                        <a:t>Innovation</a:t>
                      </a:r>
                      <a:endParaRPr lang="en-US" sz="140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295" marR="0">
                        <a:lnSpc>
                          <a:spcPts val="1240"/>
                        </a:lnSpc>
                        <a:spcBef>
                          <a:spcPts val="45"/>
                        </a:spcBef>
                        <a:buNone/>
                      </a:pPr>
                      <a:r>
                        <a:rPr lang="en-US" sz="1400" b="1" spc="-25">
                          <a:effectLst/>
                          <a:latin typeface="Tahoma" panose="020B0604030504040204" pitchFamily="34" charset="0"/>
                          <a:ea typeface="Tahoma" panose="020B0604030504040204" pitchFamily="34" charset="0"/>
                          <a:cs typeface="Tahoma" panose="020B0604030504040204" pitchFamily="34" charset="0"/>
                        </a:rPr>
                        <a:t>EA4</a:t>
                      </a:r>
                      <a:endParaRPr lang="en-US" sz="1400">
                        <a:effectLst/>
                        <a:latin typeface="Tahoma" panose="020B0604030504040204" pitchFamily="34" charset="0"/>
                        <a:ea typeface="Tahoma" panose="020B0604030504040204" pitchFamily="34" charset="0"/>
                        <a:cs typeface="Tahoma" panose="020B0604030504040204" pitchFamily="34" charset="0"/>
                      </a:endParaRPr>
                    </a:p>
                    <a:p>
                      <a:pPr marL="74295" marR="74295">
                        <a:lnSpc>
                          <a:spcPts val="1350"/>
                        </a:lnSpc>
                        <a:spcBef>
                          <a:spcPts val="5"/>
                        </a:spcBef>
                        <a:buNone/>
                      </a:pPr>
                      <a:r>
                        <a:rPr lang="en-US" sz="1400" spc="-10">
                          <a:effectLst/>
                          <a:latin typeface="Tahoma" panose="020B0604030504040204" pitchFamily="34" charset="0"/>
                          <a:ea typeface="Tahoma" panose="020B0604030504040204" pitchFamily="34" charset="0"/>
                          <a:cs typeface="Tahoma" panose="020B0604030504040204" pitchFamily="34" charset="0"/>
                        </a:rPr>
                        <a:t>Consequences</a:t>
                      </a:r>
                      <a:r>
                        <a:rPr lang="en-US" sz="1400">
                          <a:effectLst/>
                          <a:latin typeface="Tahoma" panose="020B0604030504040204" pitchFamily="34" charset="0"/>
                          <a:ea typeface="Tahoma" panose="020B0604030504040204" pitchFamily="34" charset="0"/>
                          <a:cs typeface="Tahoma" panose="020B0604030504040204" pitchFamily="34" charset="0"/>
                        </a:rPr>
                        <a:t> for</a:t>
                      </a:r>
                      <a:r>
                        <a:rPr lang="en-US" sz="1400" spc="200">
                          <a:effectLst/>
                          <a:latin typeface="Tahoma" panose="020B0604030504040204" pitchFamily="34" charset="0"/>
                          <a:ea typeface="Tahoma" panose="020B0604030504040204" pitchFamily="34" charset="0"/>
                          <a:cs typeface="Tahoma" panose="020B0604030504040204" pitchFamily="34" charset="0"/>
                        </a:rPr>
                        <a:t> </a:t>
                      </a:r>
                      <a:r>
                        <a:rPr lang="en-US" sz="1400">
                          <a:effectLst/>
                          <a:latin typeface="Tahoma" panose="020B0604030504040204" pitchFamily="34" charset="0"/>
                          <a:ea typeface="Tahoma" panose="020B0604030504040204" pitchFamily="34" charset="0"/>
                          <a:cs typeface="Tahoma" panose="020B0604030504040204" pitchFamily="34" charset="0"/>
                        </a:rPr>
                        <a:t>society</a:t>
                      </a:r>
                      <a:r>
                        <a:rPr lang="en-US" sz="1400" spc="200">
                          <a:effectLst/>
                          <a:latin typeface="Tahoma" panose="020B0604030504040204" pitchFamily="34" charset="0"/>
                          <a:ea typeface="Tahoma" panose="020B0604030504040204" pitchFamily="34" charset="0"/>
                          <a:cs typeface="Tahoma" panose="020B0604030504040204" pitchFamily="34" charset="0"/>
                        </a:rPr>
                        <a:t> </a:t>
                      </a:r>
                      <a:r>
                        <a:rPr lang="en-US" sz="1400">
                          <a:effectLst/>
                          <a:latin typeface="Tahoma" panose="020B0604030504040204" pitchFamily="34" charset="0"/>
                          <a:ea typeface="Tahoma" panose="020B0604030504040204" pitchFamily="34" charset="0"/>
                          <a:cs typeface="Tahoma" panose="020B0604030504040204" pitchFamily="34" charset="0"/>
                        </a:rPr>
                        <a:t>and </a:t>
                      </a:r>
                      <a:r>
                        <a:rPr lang="en-US" sz="1400" spc="-10">
                          <a:effectLst/>
                          <a:latin typeface="Tahoma" panose="020B0604030504040204" pitchFamily="34" charset="0"/>
                          <a:ea typeface="Tahoma" panose="020B0604030504040204" pitchFamily="34" charset="0"/>
                          <a:cs typeface="Tahoma" panose="020B0604030504040204" pitchFamily="34" charset="0"/>
                        </a:rPr>
                        <a:t>environment</a:t>
                      </a:r>
                      <a:endParaRPr lang="en-US" sz="140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295" marR="0">
                        <a:lnSpc>
                          <a:spcPts val="1240"/>
                        </a:lnSpc>
                        <a:spcBef>
                          <a:spcPts val="45"/>
                        </a:spcBef>
                        <a:buNone/>
                      </a:pPr>
                      <a:r>
                        <a:rPr lang="en-US" sz="1400" b="1" spc="-25">
                          <a:effectLst/>
                          <a:latin typeface="Tahoma" panose="020B0604030504040204" pitchFamily="34" charset="0"/>
                          <a:ea typeface="Tahoma" panose="020B0604030504040204" pitchFamily="34" charset="0"/>
                          <a:cs typeface="Tahoma" panose="020B0604030504040204" pitchFamily="34" charset="0"/>
                        </a:rPr>
                        <a:t>EA5</a:t>
                      </a:r>
                      <a:endParaRPr lang="en-US" sz="1400">
                        <a:effectLst/>
                        <a:latin typeface="Tahoma" panose="020B0604030504040204" pitchFamily="34" charset="0"/>
                        <a:ea typeface="Tahoma" panose="020B0604030504040204" pitchFamily="34" charset="0"/>
                        <a:cs typeface="Tahoma" panose="020B0604030504040204" pitchFamily="34" charset="0"/>
                      </a:endParaRPr>
                    </a:p>
                    <a:p>
                      <a:pPr marL="74295" marR="0">
                        <a:lnSpc>
                          <a:spcPct val="115000"/>
                        </a:lnSpc>
                        <a:spcBef>
                          <a:spcPts val="10"/>
                        </a:spcBef>
                        <a:buNone/>
                      </a:pPr>
                      <a:r>
                        <a:rPr lang="en-US" sz="1400" spc="-10">
                          <a:effectLst/>
                          <a:latin typeface="Tahoma" panose="020B0604030504040204" pitchFamily="34" charset="0"/>
                          <a:ea typeface="Tahoma" panose="020B0604030504040204" pitchFamily="34" charset="0"/>
                          <a:cs typeface="Tahoma" panose="020B0604030504040204" pitchFamily="34" charset="0"/>
                        </a:rPr>
                        <a:t>Familiarity</a:t>
                      </a:r>
                      <a:endParaRPr lang="en-US" sz="140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4264579"/>
                  </a:ext>
                </a:extLst>
              </a:tr>
              <a:tr h="793130">
                <a:tc>
                  <a:txBody>
                    <a:bodyPr/>
                    <a:lstStyle/>
                    <a:p>
                      <a:pPr marL="74930" marR="0" algn="l">
                        <a:lnSpc>
                          <a:spcPts val="1240"/>
                        </a:lnSpc>
                        <a:spcBef>
                          <a:spcPts val="45"/>
                        </a:spcBef>
                        <a:buNone/>
                      </a:pPr>
                      <a:r>
                        <a:rPr lang="en-US" sz="1400" spc="-50">
                          <a:effectLst/>
                          <a:latin typeface="Tahoma" panose="020B0604030504040204" pitchFamily="34" charset="0"/>
                          <a:ea typeface="Tahoma" panose="020B0604030504040204" pitchFamily="34" charset="0"/>
                          <a:cs typeface="Tahoma" panose="020B0604030504040204" pitchFamily="34" charset="0"/>
                        </a:rPr>
                        <a:t>√</a:t>
                      </a:r>
                      <a:endParaRPr lang="en-US" sz="140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930" marR="0" algn="l">
                        <a:lnSpc>
                          <a:spcPts val="1240"/>
                        </a:lnSpc>
                        <a:spcBef>
                          <a:spcPts val="45"/>
                        </a:spcBef>
                        <a:buNone/>
                      </a:pPr>
                      <a:r>
                        <a:rPr lang="en-US" sz="1400" spc="-50" dirty="0">
                          <a:effectLst/>
                          <a:latin typeface="Tahoma" panose="020B0604030504040204" pitchFamily="34" charset="0"/>
                          <a:ea typeface="Tahoma" panose="020B0604030504040204" pitchFamily="34" charset="0"/>
                          <a:cs typeface="Tahoma" panose="020B0604030504040204" pitchFamily="34" charset="0"/>
                        </a:rPr>
                        <a:t>√</a:t>
                      </a: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930" marR="0" algn="l">
                        <a:lnSpc>
                          <a:spcPts val="1240"/>
                        </a:lnSpc>
                        <a:spcBef>
                          <a:spcPts val="45"/>
                        </a:spcBef>
                        <a:buNone/>
                      </a:pP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295" marR="0" algn="l">
                        <a:lnSpc>
                          <a:spcPts val="1240"/>
                        </a:lnSpc>
                        <a:spcBef>
                          <a:spcPts val="45"/>
                        </a:spcBef>
                        <a:buNone/>
                      </a:pPr>
                      <a:endParaRPr lang="en-US" sz="140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4295" marR="0" algn="l">
                        <a:lnSpc>
                          <a:spcPts val="1240"/>
                        </a:lnSpc>
                        <a:spcBef>
                          <a:spcPts val="45"/>
                        </a:spcBef>
                        <a:buNone/>
                      </a:pPr>
                      <a:endParaRPr lang="en-US" sz="1400" dirty="0">
                        <a:effectLst/>
                        <a:latin typeface="Tahoma" panose="020B0604030504040204" pitchFamily="34" charset="0"/>
                        <a:ea typeface="Tahoma" panose="020B0604030504040204" pitchFamily="34" charset="0"/>
                        <a:cs typeface="Tahoma" panose="020B060403050404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46459598"/>
                  </a:ext>
                </a:extLst>
              </a:tr>
            </a:tbl>
          </a:graphicData>
        </a:graphic>
      </p:graphicFrame>
      <p:sp>
        <p:nvSpPr>
          <p:cNvPr id="8" name="Footer Placeholder 7">
            <a:extLst>
              <a:ext uri="{FF2B5EF4-FFF2-40B4-BE49-F238E27FC236}">
                <a16:creationId xmlns:a16="http://schemas.microsoft.com/office/drawing/2014/main" id="{D12AB997-9F79-064E-639E-4C3F41AD5AC6}"/>
              </a:ext>
            </a:extLst>
          </p:cNvPr>
          <p:cNvSpPr>
            <a:spLocks noGrp="1"/>
          </p:cNvSpPr>
          <p:nvPr>
            <p:ph type="ftr" idx="11"/>
          </p:nvPr>
        </p:nvSpPr>
        <p:spPr/>
        <p:txBody>
          <a:bodyPr/>
          <a:lstStyle/>
          <a:p>
            <a:r>
              <a:rPr lang="en-US"/>
              <a:t>Thesis Title:</a:t>
            </a:r>
          </a:p>
        </p:txBody>
      </p:sp>
      <p:sp>
        <p:nvSpPr>
          <p:cNvPr id="9" name="Date Placeholder 8">
            <a:extLst>
              <a:ext uri="{FF2B5EF4-FFF2-40B4-BE49-F238E27FC236}">
                <a16:creationId xmlns:a16="http://schemas.microsoft.com/office/drawing/2014/main" id="{E4EC3E09-7302-D007-F371-60AB8D7DF191}"/>
              </a:ext>
            </a:extLst>
          </p:cNvPr>
          <p:cNvSpPr>
            <a:spLocks noGrp="1"/>
          </p:cNvSpPr>
          <p:nvPr>
            <p:ph type="dt" idx="10"/>
          </p:nvPr>
        </p:nvSpPr>
        <p:spPr/>
        <p:txBody>
          <a:bodyPr/>
          <a:lstStyle/>
          <a:p>
            <a:r>
              <a:rPr lang="en-US"/>
              <a:t>30.04.2026</a:t>
            </a:r>
          </a:p>
        </p:txBody>
      </p:sp>
      <p:sp>
        <p:nvSpPr>
          <p:cNvPr id="6" name="Frame 5">
            <a:extLst>
              <a:ext uri="{FF2B5EF4-FFF2-40B4-BE49-F238E27FC236}">
                <a16:creationId xmlns:a16="http://schemas.microsoft.com/office/drawing/2014/main" id="{F7B3B396-4ED4-EB1B-9C33-C24B77612BA5}"/>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1295305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5C26783-6C19-2659-3641-899C63B7B4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FE683-97EA-58D3-7BA5-D1A8C06B5824}"/>
              </a:ext>
            </a:extLst>
          </p:cNvPr>
          <p:cNvSpPr>
            <a:spLocks noGrp="1"/>
          </p:cNvSpPr>
          <p:nvPr>
            <p:ph type="title"/>
          </p:nvPr>
        </p:nvSpPr>
        <p:spPr/>
        <p:txBody>
          <a:bodyPr/>
          <a:lstStyle/>
          <a:p>
            <a:r>
              <a:rPr lang="en-US" dirty="0">
                <a:solidFill>
                  <a:srgbClr val="002060"/>
                </a:solidFill>
                <a:latin typeface="Fjalla One" panose="02000506040000020004" pitchFamily="2" charset="0"/>
              </a:rPr>
              <a:t>Green Computing Considerations</a:t>
            </a:r>
          </a:p>
        </p:txBody>
      </p:sp>
      <p:sp>
        <p:nvSpPr>
          <p:cNvPr id="3" name="Content Placeholder 2">
            <a:extLst>
              <a:ext uri="{FF2B5EF4-FFF2-40B4-BE49-F238E27FC236}">
                <a16:creationId xmlns:a16="http://schemas.microsoft.com/office/drawing/2014/main" id="{B22877BD-782A-D552-EA4A-5A5FBFAE02F7}"/>
              </a:ext>
            </a:extLst>
          </p:cNvPr>
          <p:cNvSpPr>
            <a:spLocks noGrp="1"/>
          </p:cNvSpPr>
          <p:nvPr>
            <p:ph type="body" idx="1"/>
          </p:nvPr>
        </p:nvSpPr>
        <p:spPr>
          <a:xfrm>
            <a:off x="838200" y="2354542"/>
            <a:ext cx="10515600" cy="2746375"/>
          </a:xfrm>
        </p:spPr>
        <p:txBody>
          <a:bodyPr/>
          <a:lstStyle/>
          <a:p>
            <a:pPr algn="just"/>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Point out how your work considers energy efficiency, environmental sustainability, or digital carbon footprint reduction. (Even if indirectly related, reflect awareness of green ICT principles.)</a:t>
            </a:r>
          </a:p>
        </p:txBody>
      </p:sp>
      <p:sp>
        <p:nvSpPr>
          <p:cNvPr id="4" name="Slide Number Placeholder 3">
            <a:extLst>
              <a:ext uri="{FF2B5EF4-FFF2-40B4-BE49-F238E27FC236}">
                <a16:creationId xmlns:a16="http://schemas.microsoft.com/office/drawing/2014/main" id="{BDC28DBC-624F-1A36-27C2-806930140677}"/>
              </a:ext>
            </a:extLst>
          </p:cNvPr>
          <p:cNvSpPr>
            <a:spLocks noGrp="1"/>
          </p:cNvSpPr>
          <p:nvPr>
            <p:ph type="sldNum" idx="12"/>
          </p:nvPr>
        </p:nvSpPr>
        <p:spPr/>
        <p:txBody>
          <a:bodyPr/>
          <a:lstStyle/>
          <a:p>
            <a:fld id="{6D22F896-40B5-4ADD-8801-0D06FADFA095}" type="slidenum">
              <a:rPr lang="en-US" smtClean="0"/>
              <a:t>16</a:t>
            </a:fld>
            <a:endParaRPr lang="en-US" dirty="0"/>
          </a:p>
        </p:txBody>
      </p:sp>
      <p:sp>
        <p:nvSpPr>
          <p:cNvPr id="5" name="Footer Placeholder 4">
            <a:extLst>
              <a:ext uri="{FF2B5EF4-FFF2-40B4-BE49-F238E27FC236}">
                <a16:creationId xmlns:a16="http://schemas.microsoft.com/office/drawing/2014/main" id="{F2403F03-6E4F-CDFA-4D7E-0DC179C666CB}"/>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AD51325A-EFD6-0DCE-BC1B-35BC8EF73164}"/>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946E146E-EC1D-C51F-A82E-967C1229C2D6}"/>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3005120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0F445D1-3510-69A3-A84F-6AB9B6425E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CD8B2-16DF-9ABF-5253-2D0558B3ADC5}"/>
              </a:ext>
            </a:extLst>
          </p:cNvPr>
          <p:cNvSpPr>
            <a:spLocks noGrp="1"/>
          </p:cNvSpPr>
          <p:nvPr>
            <p:ph type="title"/>
          </p:nvPr>
        </p:nvSpPr>
        <p:spPr/>
        <p:txBody>
          <a:bodyPr/>
          <a:lstStyle/>
          <a:p>
            <a:r>
              <a:rPr lang="en-US" dirty="0">
                <a:solidFill>
                  <a:srgbClr val="002060"/>
                </a:solidFill>
                <a:latin typeface="Fjalla One" panose="02000506040000020004" pitchFamily="2" charset="0"/>
              </a:rPr>
              <a:t>Lifelong Learning and Personal Development</a:t>
            </a:r>
          </a:p>
        </p:txBody>
      </p:sp>
      <p:sp>
        <p:nvSpPr>
          <p:cNvPr id="3" name="Content Placeholder 2">
            <a:extLst>
              <a:ext uri="{FF2B5EF4-FFF2-40B4-BE49-F238E27FC236}">
                <a16:creationId xmlns:a16="http://schemas.microsoft.com/office/drawing/2014/main" id="{F0786DF1-59CA-4F21-DA10-6AD0128BD6E0}"/>
              </a:ext>
            </a:extLst>
          </p:cNvPr>
          <p:cNvSpPr>
            <a:spLocks noGrp="1"/>
          </p:cNvSpPr>
          <p:nvPr>
            <p:ph type="body" idx="1"/>
          </p:nvPr>
        </p:nvSpPr>
        <p:spPr>
          <a:xfrm>
            <a:off x="739588" y="2562318"/>
            <a:ext cx="10515600" cy="1733363"/>
          </a:xfrm>
        </p:spPr>
        <p:txBody>
          <a:bodyPr/>
          <a:lstStyle/>
          <a:p>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State how this work will contribute to your knowledge, skills, and long-term professional growth. (E.g., learning new tech, teamwork, research skills, etc.)</a:t>
            </a:r>
          </a:p>
        </p:txBody>
      </p:sp>
      <p:sp>
        <p:nvSpPr>
          <p:cNvPr id="4" name="Slide Number Placeholder 3">
            <a:extLst>
              <a:ext uri="{FF2B5EF4-FFF2-40B4-BE49-F238E27FC236}">
                <a16:creationId xmlns:a16="http://schemas.microsoft.com/office/drawing/2014/main" id="{D7E020FA-C54C-026D-2F86-55AEA451C628}"/>
              </a:ext>
            </a:extLst>
          </p:cNvPr>
          <p:cNvSpPr>
            <a:spLocks noGrp="1"/>
          </p:cNvSpPr>
          <p:nvPr>
            <p:ph type="sldNum" idx="12"/>
          </p:nvPr>
        </p:nvSpPr>
        <p:spPr/>
        <p:txBody>
          <a:bodyPr/>
          <a:lstStyle/>
          <a:p>
            <a:fld id="{6D22F896-40B5-4ADD-8801-0D06FADFA095}" type="slidenum">
              <a:rPr lang="en-US" smtClean="0"/>
              <a:t>17</a:t>
            </a:fld>
            <a:endParaRPr lang="en-US" dirty="0"/>
          </a:p>
        </p:txBody>
      </p:sp>
      <p:sp>
        <p:nvSpPr>
          <p:cNvPr id="5" name="Footer Placeholder 4">
            <a:extLst>
              <a:ext uri="{FF2B5EF4-FFF2-40B4-BE49-F238E27FC236}">
                <a16:creationId xmlns:a16="http://schemas.microsoft.com/office/drawing/2014/main" id="{026FCDC5-7C8D-D92F-F7C6-03F054D66E09}"/>
              </a:ext>
            </a:extLst>
          </p:cNvPr>
          <p:cNvSpPr>
            <a:spLocks noGrp="1"/>
          </p:cNvSpPr>
          <p:nvPr>
            <p:ph type="ftr" idx="11"/>
          </p:nvPr>
        </p:nvSpPr>
        <p:spPr/>
        <p:txBody>
          <a:bodyPr/>
          <a:lstStyle/>
          <a:p>
            <a:r>
              <a:rPr lang="en-US"/>
              <a:t>Thesis Title:</a:t>
            </a:r>
          </a:p>
        </p:txBody>
      </p:sp>
      <p:sp>
        <p:nvSpPr>
          <p:cNvPr id="6" name="Date Placeholder 5">
            <a:extLst>
              <a:ext uri="{FF2B5EF4-FFF2-40B4-BE49-F238E27FC236}">
                <a16:creationId xmlns:a16="http://schemas.microsoft.com/office/drawing/2014/main" id="{4E0E127D-CE0C-0DB0-87A8-64304C4F7838}"/>
              </a:ext>
            </a:extLst>
          </p:cNvPr>
          <p:cNvSpPr>
            <a:spLocks noGrp="1"/>
          </p:cNvSpPr>
          <p:nvPr>
            <p:ph type="dt" idx="10"/>
          </p:nvPr>
        </p:nvSpPr>
        <p:spPr/>
        <p:txBody>
          <a:bodyPr/>
          <a:lstStyle/>
          <a:p>
            <a:r>
              <a:rPr lang="en-US"/>
              <a:t>30.04.2026</a:t>
            </a:r>
          </a:p>
        </p:txBody>
      </p:sp>
      <p:sp>
        <p:nvSpPr>
          <p:cNvPr id="8" name="Frame 7">
            <a:extLst>
              <a:ext uri="{FF2B5EF4-FFF2-40B4-BE49-F238E27FC236}">
                <a16:creationId xmlns:a16="http://schemas.microsoft.com/office/drawing/2014/main" id="{7334D1ED-D866-BFA5-4CC3-19C22C8EA803}"/>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4239789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A8DF4A1-3A36-3BA6-F13D-61629F19C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60125-FADB-8D5E-4309-3C16FDEE6C27}"/>
              </a:ext>
            </a:extLst>
          </p:cNvPr>
          <p:cNvSpPr>
            <a:spLocks noGrp="1"/>
          </p:cNvSpPr>
          <p:nvPr>
            <p:ph type="title"/>
          </p:nvPr>
        </p:nvSpPr>
        <p:spPr/>
        <p:txBody>
          <a:bodyPr/>
          <a:lstStyle/>
          <a:p>
            <a:r>
              <a:rPr lang="en-US" dirty="0">
                <a:solidFill>
                  <a:srgbClr val="002060"/>
                </a:solidFill>
                <a:latin typeface="Fjalla One" panose="02000506040000020004" pitchFamily="2" charset="0"/>
              </a:rPr>
              <a:t>References</a:t>
            </a:r>
          </a:p>
        </p:txBody>
      </p:sp>
      <p:sp>
        <p:nvSpPr>
          <p:cNvPr id="3" name="Content Placeholder 2">
            <a:extLst>
              <a:ext uri="{FF2B5EF4-FFF2-40B4-BE49-F238E27FC236}">
                <a16:creationId xmlns:a16="http://schemas.microsoft.com/office/drawing/2014/main" id="{3396ED84-7733-C244-838A-6A49886A10F7}"/>
              </a:ext>
            </a:extLst>
          </p:cNvPr>
          <p:cNvSpPr>
            <a:spLocks noGrp="1"/>
          </p:cNvSpPr>
          <p:nvPr>
            <p:ph type="body" idx="1"/>
          </p:nvPr>
        </p:nvSpPr>
        <p:spPr>
          <a:xfrm>
            <a:off x="788894" y="1889965"/>
            <a:ext cx="11143130" cy="3282670"/>
          </a:xfrm>
        </p:spPr>
        <p:txBody>
          <a:bodyPr>
            <a:normAutofit fontScale="55000" lnSpcReduction="20000"/>
          </a:bodyPr>
          <a:lstStyle/>
          <a:p>
            <a:pPr marL="114300" indent="0">
              <a:buNone/>
            </a:pPr>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Add the references of the papers/sources used in this presentation. Must Follow the IEEE reference style.</a:t>
            </a:r>
            <a:b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br>
            <a:b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br>
            <a:endParaRPr lang="en-US" dirty="0">
              <a:solidFill>
                <a:srgbClr val="002060"/>
              </a:solidFill>
              <a:latin typeface="Tahoma" panose="020B0604030504040204" pitchFamily="34" charset="0"/>
              <a:ea typeface="Tahoma" panose="020B0604030504040204" pitchFamily="34" charset="0"/>
              <a:cs typeface="Tahoma" panose="020B0604030504040204" pitchFamily="34" charset="0"/>
            </a:endParaRPr>
          </a:p>
          <a:p>
            <a:pPr marL="114300" indent="0">
              <a:buNone/>
            </a:pPr>
            <a: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t>Example:</a:t>
            </a:r>
          </a:p>
          <a:p>
            <a:pPr marL="114300" indent="0">
              <a:buNone/>
            </a:pPr>
            <a:endParaRPr lang="en-US" dirty="0">
              <a:solidFill>
                <a:srgbClr val="002060"/>
              </a:solidFill>
              <a:latin typeface="Tahoma" panose="020B0604030504040204" pitchFamily="34" charset="0"/>
              <a:ea typeface="Tahoma" panose="020B0604030504040204" pitchFamily="34" charset="0"/>
              <a:cs typeface="Tahoma" panose="020B0604030504040204" pitchFamily="34" charset="0"/>
            </a:endParaRPr>
          </a:p>
          <a:p>
            <a:pPr marL="114300" indent="0">
              <a:buNone/>
            </a:pPr>
            <a:r>
              <a:rPr lang="en-US" dirty="0">
                <a:solidFill>
                  <a:schemeClr val="accent1">
                    <a:lumMod val="50000"/>
                  </a:schemeClr>
                </a:solidFill>
              </a:rPr>
              <a:t>[1] Shanmugavadivel, K., M S, M. D., T R, M., Al-</a:t>
            </a:r>
            <a:r>
              <a:rPr lang="en-US" dirty="0" err="1">
                <a:solidFill>
                  <a:schemeClr val="accent1">
                    <a:lumMod val="50000"/>
                  </a:schemeClr>
                </a:solidFill>
              </a:rPr>
              <a:t>Shehari</a:t>
            </a:r>
            <a:r>
              <a:rPr lang="en-US" dirty="0">
                <a:solidFill>
                  <a:schemeClr val="accent1">
                    <a:lumMod val="50000"/>
                  </a:schemeClr>
                </a:solidFill>
              </a:rPr>
              <a:t>, T., </a:t>
            </a:r>
            <a:r>
              <a:rPr lang="en-US" dirty="0" err="1">
                <a:solidFill>
                  <a:schemeClr val="accent1">
                    <a:lumMod val="50000"/>
                  </a:schemeClr>
                </a:solidFill>
              </a:rPr>
              <a:t>Alsadhan</a:t>
            </a:r>
            <a:r>
              <a:rPr lang="en-US" dirty="0">
                <a:solidFill>
                  <a:schemeClr val="accent1">
                    <a:lumMod val="50000"/>
                  </a:schemeClr>
                </a:solidFill>
              </a:rPr>
              <a:t>, N. A., &amp; Yimer, T. E. (2024). Optimized polycystic ovarian disease prognosis and classification using AI based computational approaches on multi-modality data. BMC Medical Informatics and Decision Making, 24(1), 281. https://doi.org/10.1186/s12911-024-02688-9 </a:t>
            </a:r>
          </a:p>
          <a:p>
            <a:pPr marL="114300" indent="0">
              <a:buNone/>
            </a:pPr>
            <a:r>
              <a:rPr lang="en-US" dirty="0">
                <a:solidFill>
                  <a:schemeClr val="accent1">
                    <a:lumMod val="50000"/>
                  </a:schemeClr>
                </a:solidFill>
              </a:rPr>
              <a:t>[2] Alamoudi, A., Khan, I. U., Aslam, N., Alqahtani, N., </a:t>
            </a:r>
            <a:r>
              <a:rPr lang="en-US" dirty="0" err="1">
                <a:solidFill>
                  <a:schemeClr val="accent1">
                    <a:lumMod val="50000"/>
                  </a:schemeClr>
                </a:solidFill>
              </a:rPr>
              <a:t>Alsaif</a:t>
            </a:r>
            <a:r>
              <a:rPr lang="en-US" dirty="0">
                <a:solidFill>
                  <a:schemeClr val="accent1">
                    <a:lumMod val="50000"/>
                  </a:schemeClr>
                </a:solidFill>
              </a:rPr>
              <a:t>, H. S., al Dandan, O., al </a:t>
            </a:r>
            <a:r>
              <a:rPr lang="en-US" dirty="0" err="1">
                <a:solidFill>
                  <a:schemeClr val="accent1">
                    <a:lumMod val="50000"/>
                  </a:schemeClr>
                </a:solidFill>
              </a:rPr>
              <a:t>Gadeeb</a:t>
            </a:r>
            <a:r>
              <a:rPr lang="en-US" dirty="0">
                <a:solidFill>
                  <a:schemeClr val="accent1">
                    <a:lumMod val="50000"/>
                  </a:schemeClr>
                </a:solidFill>
              </a:rPr>
              <a:t>, M., &amp; al Bahrani, R. (2023). A Deep Learning Fusion Approach to Diagnosis the Polycystic Ovary Syndrome (PCOS). Applied Computational Intelligence and Soft Computing, 2023. https://doi.org/10.1155/2023/9686697 </a:t>
            </a:r>
          </a:p>
          <a:p>
            <a:pPr marL="114300" indent="0">
              <a:buNone/>
            </a:pPr>
            <a:r>
              <a:rPr lang="en-US" dirty="0">
                <a:solidFill>
                  <a:schemeClr val="accent1">
                    <a:lumMod val="50000"/>
                  </a:schemeClr>
                </a:solidFill>
              </a:rPr>
              <a:t>[3] </a:t>
            </a:r>
            <a:r>
              <a:rPr lang="en-US" dirty="0" err="1">
                <a:solidFill>
                  <a:schemeClr val="accent1">
                    <a:lumMod val="50000"/>
                  </a:schemeClr>
                </a:solidFill>
              </a:rPr>
              <a:t>Elmannai</a:t>
            </a:r>
            <a:r>
              <a:rPr lang="en-US" dirty="0">
                <a:solidFill>
                  <a:schemeClr val="accent1">
                    <a:lumMod val="50000"/>
                  </a:schemeClr>
                </a:solidFill>
              </a:rPr>
              <a:t>, H., El-</a:t>
            </a:r>
            <a:r>
              <a:rPr lang="en-US" dirty="0" err="1">
                <a:solidFill>
                  <a:schemeClr val="accent1">
                    <a:lumMod val="50000"/>
                  </a:schemeClr>
                </a:solidFill>
              </a:rPr>
              <a:t>Rashidy</a:t>
            </a:r>
            <a:r>
              <a:rPr lang="en-US" dirty="0">
                <a:solidFill>
                  <a:schemeClr val="accent1">
                    <a:lumMod val="50000"/>
                  </a:schemeClr>
                </a:solidFill>
              </a:rPr>
              <a:t>, N., Mashal, I., </a:t>
            </a:r>
            <a:r>
              <a:rPr lang="en-US" dirty="0" err="1">
                <a:solidFill>
                  <a:schemeClr val="accent1">
                    <a:lumMod val="50000"/>
                  </a:schemeClr>
                </a:solidFill>
              </a:rPr>
              <a:t>Alohali</a:t>
            </a:r>
            <a:r>
              <a:rPr lang="en-US" dirty="0">
                <a:solidFill>
                  <a:schemeClr val="accent1">
                    <a:lumMod val="50000"/>
                  </a:schemeClr>
                </a:solidFill>
              </a:rPr>
              <a:t>, M. A., Farag, S., El </a:t>
            </a:r>
            <a:r>
              <a:rPr lang="en-US" dirty="0" err="1">
                <a:solidFill>
                  <a:schemeClr val="accent1">
                    <a:lumMod val="50000"/>
                  </a:schemeClr>
                </a:solidFill>
              </a:rPr>
              <a:t>Sappagh</a:t>
            </a:r>
            <a:r>
              <a:rPr lang="en-US" dirty="0">
                <a:solidFill>
                  <a:schemeClr val="accent1">
                    <a:lumMod val="50000"/>
                  </a:schemeClr>
                </a:solidFill>
              </a:rPr>
              <a:t>, S., &amp; Saleh, H. (2023). Polycystic Ovary Syndrome Detection Machine Learning Model Based on Optimized Feature Selection and Explainable Artificial Intelligence. Diagnostics, 13(8). https://doi.org/10.3390/diagnostics13081506 </a:t>
            </a:r>
            <a:br>
              <a:rPr lang="en-US" dirty="0">
                <a:solidFill>
                  <a:srgbClr val="002060"/>
                </a:solidFill>
                <a:latin typeface="Tahoma" panose="020B0604030504040204" pitchFamily="34" charset="0"/>
                <a:ea typeface="Tahoma" panose="020B0604030504040204" pitchFamily="34" charset="0"/>
                <a:cs typeface="Tahoma" panose="020B0604030504040204" pitchFamily="34" charset="0"/>
              </a:rPr>
            </a:br>
            <a:endParaRPr lang="en-US" dirty="0">
              <a:solidFill>
                <a:srgbClr val="002060"/>
              </a:solidFill>
              <a:latin typeface="Tahoma" panose="020B0604030504040204" pitchFamily="34" charset="0"/>
              <a:ea typeface="Tahoma" panose="020B0604030504040204" pitchFamily="34" charset="0"/>
              <a:cs typeface="Tahoma" panose="020B0604030504040204" pitchFamily="34" charset="0"/>
            </a:endParaRPr>
          </a:p>
        </p:txBody>
      </p:sp>
      <p:sp>
        <p:nvSpPr>
          <p:cNvPr id="5" name="Frame 4">
            <a:extLst>
              <a:ext uri="{FF2B5EF4-FFF2-40B4-BE49-F238E27FC236}">
                <a16:creationId xmlns:a16="http://schemas.microsoft.com/office/drawing/2014/main" id="{4E7C06D9-06E7-1688-EB98-3C0839DAF58E}"/>
              </a:ext>
            </a:extLst>
          </p:cNvPr>
          <p:cNvSpPr/>
          <p:nvPr/>
        </p:nvSpPr>
        <p:spPr>
          <a:xfrm>
            <a:off x="134472" y="134471"/>
            <a:ext cx="11896164" cy="6571129"/>
          </a:xfrm>
          <a:prstGeom prst="frame">
            <a:avLst>
              <a:gd name="adj1" fmla="val 0"/>
            </a:avLst>
          </a:prstGeom>
          <a:solidFill>
            <a:srgbClr val="FAFCFF"/>
          </a:solidFill>
          <a:ln w="76200" cap="flat" cmpd="sng" algn="ctr">
            <a:solidFill>
              <a:srgbClr val="D6EEFE">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D3D3D"/>
              </a:solidFill>
              <a:effectLst/>
              <a:uLnTx/>
              <a:uFillTx/>
              <a:latin typeface="Arial"/>
              <a:ea typeface="+mn-ea"/>
              <a:cs typeface="+mn-cs"/>
            </a:endParaRPr>
          </a:p>
        </p:txBody>
      </p:sp>
    </p:spTree>
    <p:extLst>
      <p:ext uri="{BB962C8B-B14F-4D97-AF65-F5344CB8AC3E}">
        <p14:creationId xmlns:p14="http://schemas.microsoft.com/office/powerpoint/2010/main" val="4084722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487DFF-1ADE-DFA3-9B42-381A4505F0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516BD-721F-744F-34AF-4CEDAD6D8B4B}"/>
              </a:ext>
            </a:extLst>
          </p:cNvPr>
          <p:cNvSpPr>
            <a:spLocks noGrp="1"/>
          </p:cNvSpPr>
          <p:nvPr>
            <p:ph type="title"/>
          </p:nvPr>
        </p:nvSpPr>
        <p:spPr>
          <a:xfrm>
            <a:off x="649941" y="340658"/>
            <a:ext cx="7068671" cy="874900"/>
          </a:xfrm>
        </p:spPr>
        <p:txBody>
          <a:bodyPr/>
          <a:lstStyle/>
          <a:p>
            <a:r>
              <a:rPr lang="en-US" dirty="0">
                <a:solidFill>
                  <a:srgbClr val="FF0000"/>
                </a:solidFill>
                <a:latin typeface="Fjalla One" panose="02000506040000020004" pitchFamily="2" charset="0"/>
              </a:rPr>
              <a:t>***</a:t>
            </a:r>
            <a:r>
              <a:rPr lang="en-US" dirty="0">
                <a:solidFill>
                  <a:srgbClr val="002060"/>
                </a:solidFill>
                <a:latin typeface="Fjalla One" panose="02000506040000020004" pitchFamily="2" charset="0"/>
              </a:rPr>
              <a:t>Additional Suggestions:</a:t>
            </a:r>
            <a:endParaRPr lang="en-US" sz="2000" b="1" dirty="0">
              <a:solidFill>
                <a:srgbClr val="FF0000"/>
              </a:solidFill>
              <a:latin typeface="Fjalla One" panose="02000506040000020004" pitchFamily="2" charset="0"/>
            </a:endParaRPr>
          </a:p>
        </p:txBody>
      </p:sp>
      <p:sp>
        <p:nvSpPr>
          <p:cNvPr id="5" name="Title 1">
            <a:extLst>
              <a:ext uri="{FF2B5EF4-FFF2-40B4-BE49-F238E27FC236}">
                <a16:creationId xmlns:a16="http://schemas.microsoft.com/office/drawing/2014/main" id="{BD04F5F6-716A-E6C6-22D0-47B919287A89}"/>
              </a:ext>
            </a:extLst>
          </p:cNvPr>
          <p:cNvSpPr txBox="1">
            <a:spLocks/>
          </p:cNvSpPr>
          <p:nvPr/>
        </p:nvSpPr>
        <p:spPr>
          <a:xfrm>
            <a:off x="649941" y="5967212"/>
            <a:ext cx="6835588" cy="82598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defTabSz="914400"/>
            <a:r>
              <a:rPr lang="en-US" sz="3600" kern="0" dirty="0">
                <a:solidFill>
                  <a:srgbClr val="FF0000"/>
                </a:solidFill>
                <a:latin typeface="Fjalla One" panose="02000506040000020004" pitchFamily="2" charset="0"/>
              </a:rPr>
              <a:t>***</a:t>
            </a:r>
            <a:r>
              <a:rPr lang="en-US" sz="3600" b="1" kern="0" dirty="0">
                <a:solidFill>
                  <a:srgbClr val="FF0000"/>
                </a:solidFill>
                <a:latin typeface="Fjalla One" panose="02000506040000020004" pitchFamily="2" charset="0"/>
                <a:ea typeface="Times New Roman"/>
                <a:cs typeface="Times New Roman"/>
                <a:sym typeface="Times New Roman"/>
              </a:rPr>
              <a:t> Remember to remove this slide!</a:t>
            </a:r>
            <a:endParaRPr lang="en-US" sz="3600" b="1" kern="0" dirty="0">
              <a:solidFill>
                <a:srgbClr val="FF0000"/>
              </a:solidFill>
              <a:latin typeface="Fjalla One" panose="02000506040000020004" pitchFamily="2" charset="0"/>
            </a:endParaRPr>
          </a:p>
        </p:txBody>
      </p:sp>
      <p:sp>
        <p:nvSpPr>
          <p:cNvPr id="8" name="Rectangle 3">
            <a:extLst>
              <a:ext uri="{FF2B5EF4-FFF2-40B4-BE49-F238E27FC236}">
                <a16:creationId xmlns:a16="http://schemas.microsoft.com/office/drawing/2014/main" id="{61CC1AE4-EEC1-C2EC-46F4-DFE35D8258FC}"/>
              </a:ext>
            </a:extLst>
          </p:cNvPr>
          <p:cNvSpPr>
            <a:spLocks noGrp="1" noChangeArrowheads="1"/>
          </p:cNvSpPr>
          <p:nvPr>
            <p:ph type="body" idx="1"/>
          </p:nvPr>
        </p:nvSpPr>
        <p:spPr bwMode="auto">
          <a:xfrm>
            <a:off x="874057" y="1431867"/>
            <a:ext cx="991048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Use bullet points, not paragraphs. Do not overcrowd the slides!</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Keep font style and color consistent throughout all of the slides.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Ensure high color contrast and sufficient font-size for comfortable readability.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Prefer visuals (image/diagram/animation) over text where possible.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Properly </a:t>
            </a:r>
            <a:r>
              <a:rPr lang="en-US" altLang="en-US" sz="2000"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rPr>
              <a:t>r</a:t>
            </a: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ehearse for clarity, timing, and confidence.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Do not just read out the slides</a:t>
            </a:r>
            <a:r>
              <a:rPr lang="en-US" altLang="en-US" sz="2000"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rPr>
              <a:t> (that’s so boring!)</a:t>
            </a: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 use them as your cues only.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Keep a PDF backup (if no animations) to avoid formatting issues.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rPr>
              <a:t>Maintain eye contact with the audience.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lang="en-US" altLang="en-US" sz="2000"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rPr>
              <a:t>Always be confident, but remember to be polite &amp; kind too!</a:t>
            </a:r>
            <a:endParaRPr kumimoji="0" lang="en-US" altLang="en-US" sz="2000" b="0" i="0" u="none" strike="noStrike" cap="none" normalizeH="0" baseline="0" dirty="0">
              <a:ln>
                <a:noFill/>
              </a:ln>
              <a:solidFill>
                <a:schemeClr val="accent1">
                  <a:lumMod val="50000"/>
                </a:schemeClr>
              </a:solidFill>
              <a:effectLst/>
              <a:latin typeface="Tahoma" panose="020B0604030504040204" pitchFamily="34" charset="0"/>
              <a:ea typeface="Tahoma" panose="020B0604030504040204" pitchFamily="34" charset="0"/>
              <a:cs typeface="Tahoma" panose="020B0604030504040204" pitchFamily="34" charset="0"/>
            </a:endParaRPr>
          </a:p>
        </p:txBody>
      </p:sp>
      <p:sp>
        <p:nvSpPr>
          <p:cNvPr id="4" name="Frame 3">
            <a:extLst>
              <a:ext uri="{FF2B5EF4-FFF2-40B4-BE49-F238E27FC236}">
                <a16:creationId xmlns:a16="http://schemas.microsoft.com/office/drawing/2014/main" id="{21E3D5D8-8E12-8256-299E-FE42207EB049}"/>
              </a:ext>
            </a:extLst>
          </p:cNvPr>
          <p:cNvSpPr/>
          <p:nvPr/>
        </p:nvSpPr>
        <p:spPr>
          <a:xfrm>
            <a:off x="134471" y="100664"/>
            <a:ext cx="11949953" cy="6649757"/>
          </a:xfrm>
          <a:prstGeom prst="frame">
            <a:avLst>
              <a:gd name="adj1" fmla="val 1299"/>
            </a:avLst>
          </a:prstGeom>
          <a:solidFill>
            <a:srgbClr val="FAFCFF"/>
          </a:solidFill>
          <a:ln w="28575">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3436068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3ED8B06F6900E448416576E247702F7" ma:contentTypeVersion="3" ma:contentTypeDescription="Create a new document." ma:contentTypeScope="" ma:versionID="19fa738c936f8995513dd82102ef8b8d">
  <xsd:schema xmlns:xsd="http://www.w3.org/2001/XMLSchema" xmlns:xs="http://www.w3.org/2001/XMLSchema" xmlns:p="http://schemas.microsoft.com/office/2006/metadata/properties" xmlns:ns2="123b355f-3442-4f5d-89d7-14627ff301e8" targetNamespace="http://schemas.microsoft.com/office/2006/metadata/properties" ma:root="true" ma:fieldsID="ff913bd41dd430a3fe4aab40ea3478d9" ns2:_="">
    <xsd:import namespace="123b355f-3442-4f5d-89d7-14627ff301e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3b355f-3442-4f5d-89d7-14627ff301e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25C1B6D-2721-4942-AADB-F2E21B225941}">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911E6B1-2098-4AE4-B45F-BED3AB874C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3b355f-3442-4f5d-89d7-14627ff301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BBDE92-5E49-4839-A841-EB4BA39CB6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246</TotalTime>
  <Words>1173</Words>
  <Application>Microsoft Office PowerPoint</Application>
  <PresentationFormat>Widescreen</PresentationFormat>
  <Paragraphs>149</Paragraphs>
  <Slides>19</Slides>
  <Notes>1</Notes>
  <HiddenSlides>0</HiddenSlides>
  <MMClips>0</MMClips>
  <ScaleCrop>false</ScaleCrop>
  <HeadingPairs>
    <vt:vector size="4" baseType="variant">
      <vt:variant>
        <vt:lpstr>Theme</vt:lpstr>
      </vt:variant>
      <vt:variant>
        <vt:i4>3</vt:i4>
      </vt:variant>
      <vt:variant>
        <vt:lpstr>Slide Titles</vt:lpstr>
      </vt:variant>
      <vt:variant>
        <vt:i4>19</vt:i4>
      </vt:variant>
    </vt:vector>
  </HeadingPairs>
  <TitlesOfParts>
    <vt:vector size="22" baseType="lpstr">
      <vt:lpstr>Office Theme</vt:lpstr>
      <vt:lpstr>1_Office Theme</vt:lpstr>
      <vt:lpstr>Technology Consulting by Slidesgo</vt:lpstr>
      <vt:lpstr>PowerPoint Presentation</vt:lpstr>
      <vt:lpstr>“Your Thesis Title” **clear this line and write your title</vt:lpstr>
      <vt:lpstr>Introduction</vt:lpstr>
      <vt:lpstr>Motivation</vt:lpstr>
      <vt:lpstr>Literature Review</vt:lpstr>
      <vt:lpstr>Objectives</vt:lpstr>
      <vt:lpstr>Proposed Methodology</vt:lpstr>
      <vt:lpstr>System Overview: A workflow diagram</vt:lpstr>
      <vt:lpstr>Work Division &amp; Team Management</vt:lpstr>
      <vt:lpstr>Timeline</vt:lpstr>
      <vt:lpstr>Cost-Benefit Analysis</vt:lpstr>
      <vt:lpstr>Constraints and Limitations </vt:lpstr>
      <vt:lpstr>Societal Impact</vt:lpstr>
      <vt:lpstr>Complex Engineering Problem Mapping</vt:lpstr>
      <vt:lpstr>Complex Engineering Activity Mapping</vt:lpstr>
      <vt:lpstr>Green Computing Considerations</vt:lpstr>
      <vt:lpstr>Lifelong Learning and Personal Development</vt:lpstr>
      <vt:lpstr>References</vt:lpstr>
      <vt:lpstr>***Additional Suggestions: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Sumaiya Tasnim</dc:creator>
  <cp:lastModifiedBy>Sumaiya Tasnim</cp:lastModifiedBy>
  <cp:revision>65</cp:revision>
  <dcterms:created xsi:type="dcterms:W3CDTF">2019-04-09T00:33:29Z</dcterms:created>
  <dcterms:modified xsi:type="dcterms:W3CDTF">2026-10-04T16:20:09Z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v-abdarl@microsoft.com</vt:lpwstr>
  </property>
  <property fmtid="{D5CDD505-2E9C-101B-9397-08002B2CF9AE}" pid="5" name="MSIP_Label_f42aa342-8706-4288-bd11-ebb85995028c_SetDate">
    <vt:lpwstr>2018-08-20T20:03:10.9182338Z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y fmtid="{D5CDD505-2E9C-101B-9397-08002B2CF9AE}" pid="10" name="ContentTypeId">
    <vt:lpwstr>0x010100E3ED8B06F6900E448416576E247702F7</vt:lpwstr>
  </property>
</Properties>
</file>