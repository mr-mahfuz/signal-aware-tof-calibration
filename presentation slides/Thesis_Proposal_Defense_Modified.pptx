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23"/>
    <p:sldId id="273" r:id="rId24"/>
    <p:sldId id="274" r:id="rId25"/>
    <p:sldId id="275" r:id="rId26"/>
    <p:sldId id="276" r:id="rId27"/>
    <p:sldId id="277" r:id="rId28"/>
    <p:sldId id="278" r:id="rId29"/>
    <p:sldId id="279" r:id="rId30"/>
    <p:sldId id="280" r:id="rId31"/>
    <p:sldId id="281" r:id="rId32"/>
    <p:sldId id="282"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B6B7F"/>
                </a:solidFill>
                <a:latin typeface="+mn-lt"/>
              </a:defRPr>
            </a:pPr>
            <a:r>
              <a:rPr lang="en-US" sz="1200" b="0" i="0" u="none" strike="noStrike">
                <a:solidFill>
                  <a:srgbClr val="5B6B7F"/>
                </a:solidFill>
                <a:latin typeface="+mn-lt"/>
              </a:rPr>
              <a:t>Relative MAE, Day 2 pilot (raw = 100%)</a:t>
            </a:r>
          </a:p>
        </c:rich>
      </c:tx>
      <c:overlay val="0"/>
    </c:title>
    <c:autoTitleDeleted val="0"/>
    <c:plotArea>
      <c:layout/>
      <c:barChart>
        <c:barDir val="bar"/>
        <c:grouping val="clustered"/>
        <c:varyColors val="0"/>
        <c:ser>
          <c:idx val="0"/>
          <c:order val="0"/>
          <c:tx>
            <c:strRef>
              <c:f>Sheet1!$B$1</c:f>
              <c:strCache>
                <c:ptCount val="1"/>
                <c:pt idx="0">
                  <c:v>Relative error</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8FE9-4A13-BC60-F6115798DC81}"/>
              </c:ext>
            </c:extLst>
          </c:dPt>
          <c:dPt>
            <c:idx val="1"/>
            <c:invertIfNegative val="0"/>
            <c:bubble3D val="0"/>
            <c:spPr>
              <a:solidFill>
                <a:srgbClr val="2E8B57"/>
              </a:solidFill>
              <a:effectLst/>
            </c:spPr>
            <c:extLst>
              <c:ext xmlns:c16="http://schemas.microsoft.com/office/drawing/2014/chart" uri="{C3380CC4-5D6E-409C-BE32-E72D297353CC}">
                <c16:uniqueId val="{00000003-8FE9-4A13-BC60-F6115798DC81}"/>
              </c:ext>
            </c:extLst>
          </c:dPt>
          <c:dLbls>
            <c:numFmt formatCode="0.0&quot;%&quot;" sourceLinked="0"/>
            <c:spPr>
              <a:noFill/>
              <a:ln>
                <a:noFill/>
              </a:ln>
              <a:effectLst/>
            </c:spPr>
            <c:txPr>
              <a:bodyPr/>
              <a:lstStyle/>
              <a:p>
                <a:pPr>
                  <a:defRPr sz="1200" b="0" i="0" u="none" strike="noStrike">
                    <a:solidFill>
                      <a:srgbClr val="1B2A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Raw</c:v>
                </c:pt>
                <c:pt idx="1">
                  <c:v>Calibrated</c:v>
                </c:pt>
              </c:strCache>
            </c:strRef>
          </c:cat>
          <c:val>
            <c:numRef>
              <c:f>Sheet1!$B$2:$B$3</c:f>
              <c:numCache>
                <c:formatCode>General</c:formatCode>
                <c:ptCount val="2"/>
                <c:pt idx="0">
                  <c:v>100</c:v>
                </c:pt>
                <c:pt idx="1">
                  <c:v>5.3</c:v>
                </c:pt>
              </c:numCache>
            </c:numRef>
          </c:val>
          <c:extLst>
            <c:ext xmlns:c16="http://schemas.microsoft.com/office/drawing/2014/chart" uri="{C3380CC4-5D6E-409C-BE32-E72D297353CC}">
              <c16:uniqueId val="{00000004-8FE9-4A13-BC60-F6115798DC81}"/>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D"/>
                </a:solidFill>
                <a:latin typeface="+mn-lt"/>
              </a:defRPr>
            </a:pPr>
            <a:endParaRPr lang="en-US"/>
          </a:p>
        </c:txPr>
        <c:crossAx val="2094734552"/>
        <c:crosses val="autoZero"/>
        <c:auto val="1"/>
        <c:lblAlgn val="ctr"/>
        <c:lblOffset val="100"/>
        <c:noMultiLvlLbl val="1"/>
      </c:catAx>
      <c:valAx>
        <c:axId val="2094734552"/>
        <c:scaling>
          <c:orientation val="minMax"/>
          <c:max val="12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477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Keep this intuitive: a sensor measures distance, we know which direction it was pointing, and together that gives one 3D point. Rotate the sensor and repeat, and the points build up into the geometry of the room.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Commercial LiDAR starts around $500+; our target for the whole scanner is roughly $25. The tension: low cost usually costs accuracy. This thesis is about closing that gap with the sensor's own signal information.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Keep it light. Ultrasonic has a wide beam and lower spatial resolution; radar brings strong indoor complexity. Time-of-flight is compact, fast, and gives fine spatial sensing, so that is what we chose.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(team leader, hardware lead). Walk the diagram: VL53L1X ToF sensor on a pan-tilt mechanism, driven by a DC gear motor (pan) and an N20 motor (tilt) through a TB6612FNG driver, all coordinated by the ESP32. MPU6050, DHT11 (temperature, an auxiliary feature) and INA219 support the system. Explain why this architecture was chosen and that this is the PROPOSED final platform, not the pilot prototype.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This is what we actually built and tested: an SG90-based pan-tilt prototype that produced 68,000+ measurements across two indoor campaigns. Explain how it was assembled and what we learned, and why it motivates optimizing the hardware for the final thesis. Important: this prototype is NOT the final proposed platform. (Replace the placeholder with the photograph from the proposal.)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No equations. The scanner turns, takes a distance reading, and records one point; repeat that thousands of times and the points form a 3D picture of the room.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Real rooms are messy. A dark surface sends back a weak return; reflective or mixed surfaces send back mixed returns; bright room lighting adds ambient noise. All of these show up as range error. Keep it non-technical.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The pilot gave 68,000+ measurements; the final thesis proposes 150,000+ (a target, not yet achieved) across indoor and outdoor environments, different lighting and different surfaces, each paired with ground truth. More varied data is what lets a model handle new rooms.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A model can look good in the room it learned from, then lose accuracy somewhere new or brighter. Whether it carries over to a completely new environment is the open question this thesis is designed to test. We have NOT solved it yet.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Oishi. Who benefits: education and affordable research, robotics needing low-cost spatial awareness, and assistive technology for obstacle and environment sensing. Keep it inspirational but grounded: we are not claiming a finished product.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The idea: do not trust raw distance alone. Feed the model raw distance, pan and tilt angle, plus VL53L1X signal rate and ambient rate (internal photon-related telemetry) and DHT11 temperature (an auxiliary environmental feature, not photon telemetry). The model predicts the range error (residual formulation), which is then used to produce a corrected distance. Signal rate and ambient rate are the core signal-aware contribution.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Train in Python, transpile the trained model to C, and deploy on the ESP32 so inference runs on the device with no cloud or external runtime. &lt; 100 μs is an inference TARGET. In the pilot we completed preliminary ESP32 model transpilation; final model selection and deployment are proposed thesis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Pilot only. In the Day 2 pilot, XGBoost reached 49.34 mm MAE, a 94.7% MAE reduction; pooled pilot training reached 22.41 mm MAE under the current pilot protocol. The bar chart shows relative error derived from the 94.7% reduction (raw = 100%, calibrated = 5.3%). These are NOT final thesis performance: the final evaluation will use corrected, object-aware ground truth and scan-level / leave-one-scan-out validation.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Four stages, simplified from the proposal timeline: optimize the hardware, collect 150K+ measurements, test on a third unseen environment, then rigorously validate generalization with scan-level / leave-one-scan-out validation. The end goal is a final 3D reconstruction with the selected calibration model deployed on the ESP32.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Mahfuz. Close on openness: code on GitHub, open hardware design, and a public dataset. Then thank the committee and invite questions. Central idea to repeat: we are turning a very cheap ToF sensor into a more capable 3D sensing system by using the sensor's own signal information to learn and correct its errors directly on the edge.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image" Target="../media/image23.png"/><Relationship Id="rId6"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548640"/>
            <a:ext cx="6400800" cy="274320"/>
          </a:xfrm>
          <a:prstGeom prst="rect">
            <a:avLst/>
          </a:prstGeom>
          <a:noFill/>
          <a:ln/>
        </p:spPr>
        <p:txBody>
          <a:bodyPr wrap="square" lIns="0" tIns="0" rIns="0" bIns="0" rtlCol="0" anchor="t"/>
          <a:lstStyle/>
          <a:p>
            <a:pPr marL="0" indent="0">
              <a:buNone/>
            </a:pPr>
            <a:r>
              <a:rPr lang="en-US" sz="1400" b="1" kern="0" spc="300" dirty="0">
                <a:solidFill>
                  <a:srgbClr val="7FD1DB"/>
                </a:solidFill>
              </a:rPr>
              <a:t>UNDERGRADUATE THESIS PROPOSAL</a:t>
            </a:r>
            <a:endParaRPr lang="en-US" sz="1400" dirty="0"/>
          </a:p>
        </p:txBody>
      </p:sp>
      <p:sp>
        <p:nvSpPr>
          <p:cNvPr id="3" name="Text 1"/>
          <p:cNvSpPr txBox="1"/>
          <p:nvPr/>
        </p:nvSpPr>
        <p:spPr>
          <a:xfrm>
            <a:off x="548640" y="868680"/>
            <a:ext cx="6400800" cy="274320"/>
          </a:xfrm>
          <a:prstGeom prst="rect">
            <a:avLst/>
          </a:prstGeom>
          <a:noFill/>
          <a:ln/>
        </p:spPr>
        <p:txBody>
          <a:bodyPr wrap="square" lIns="0" tIns="0" rIns="0" bIns="0" rtlCol="0" anchor="t"/>
          <a:lstStyle/>
          <a:p>
            <a:pPr marL="0" indent="0">
              <a:buNone/>
            </a:pPr>
            <a:r>
              <a:rPr lang="en-US" sz="1400" dirty="0">
                <a:solidFill>
                  <a:srgbClr val="C9D3DE"/>
                </a:solidFill>
              </a:rPr>
              <a:t>CSE 4100: Project or Thesis with Seminar Part I</a:t>
            </a:r>
            <a:endParaRPr lang="en-US" sz="1400" dirty="0"/>
          </a:p>
        </p:txBody>
      </p:sp>
      <p:sp>
        <p:nvSpPr>
          <p:cNvPr id="4" name="Text 2"/>
          <p:cNvSpPr txBox="1"/>
          <p:nvPr/>
        </p:nvSpPr>
        <p:spPr>
          <a:xfrm>
            <a:off x="539309" y="1508760"/>
            <a:ext cx="6400800" cy="1920240"/>
          </a:xfrm>
          <a:prstGeom prst="rect">
            <a:avLst/>
          </a:prstGeom>
          <a:noFill/>
          <a:ln/>
        </p:spPr>
        <p:txBody>
          <a:bodyPr wrap="square" lIns="0" tIns="0" rIns="0" bIns="0" rtlCol="0" anchor="t"/>
          <a:lstStyle/>
          <a:p>
            <a:pPr marL="0" indent="0">
              <a:buNone/>
            </a:pPr>
            <a:r>
              <a:rPr lang="en-US" sz="4400" b="1" dirty="0">
                <a:solidFill>
                  <a:srgbClr val="FFFFFF"/>
                </a:solidFill>
              </a:rPr>
              <a:t>Signal-Aware ML Calibration for Low-Cost Pan-Tilt LiDAR</a:t>
            </a:r>
            <a:endParaRPr lang="en-US" sz="4400" dirty="0"/>
          </a:p>
        </p:txBody>
      </p:sp>
      <p:sp>
        <p:nvSpPr>
          <p:cNvPr id="5" name="Text 3"/>
          <p:cNvSpPr txBox="1"/>
          <p:nvPr/>
        </p:nvSpPr>
        <p:spPr>
          <a:xfrm>
            <a:off x="548640" y="3657600"/>
            <a:ext cx="6400800" cy="365760"/>
          </a:xfrm>
          <a:prstGeom prst="rect">
            <a:avLst/>
          </a:prstGeom>
          <a:noFill/>
          <a:ln/>
        </p:spPr>
        <p:txBody>
          <a:bodyPr wrap="square" lIns="0" tIns="0" rIns="0" bIns="0" rtlCol="0" anchor="t"/>
          <a:lstStyle/>
          <a:p>
            <a:pPr marL="0" indent="0">
              <a:buNone/>
            </a:pPr>
            <a:r>
              <a:rPr lang="en-US" sz="2000" b="1" dirty="0">
                <a:solidFill>
                  <a:srgbClr val="FFFFFF"/>
                </a:solidFill>
              </a:rPr>
              <a:t>Varendra University</a:t>
            </a:r>
            <a:endParaRPr lang="en-US" sz="2000" dirty="0"/>
          </a:p>
        </p:txBody>
      </p:sp>
      <p:sp>
        <p:nvSpPr>
          <p:cNvPr id="6" name="Text 4"/>
          <p:cNvSpPr txBox="1"/>
          <p:nvPr/>
        </p:nvSpPr>
        <p:spPr>
          <a:xfrm>
            <a:off x="548640" y="4023360"/>
            <a:ext cx="6400800" cy="274320"/>
          </a:xfrm>
          <a:prstGeom prst="rect">
            <a:avLst/>
          </a:prstGeom>
          <a:noFill/>
          <a:ln/>
        </p:spPr>
        <p:txBody>
          <a:bodyPr wrap="square" lIns="0" tIns="0" rIns="0" bIns="0" rtlCol="0" anchor="t"/>
          <a:lstStyle/>
          <a:p>
            <a:pPr marL="0" indent="0">
              <a:buNone/>
            </a:pPr>
            <a:r>
              <a:rPr lang="en-US" sz="1400" dirty="0">
                <a:solidFill>
                  <a:srgbClr val="C9D3DE"/>
                </a:solidFill>
              </a:rPr>
              <a:t>Department of Computer Science and Engineering</a:t>
            </a:r>
            <a:endParaRPr lang="en-US" sz="1400" dirty="0"/>
          </a:p>
        </p:txBody>
      </p:sp>
      <p:sp>
        <p:nvSpPr>
          <p:cNvPr id="7" name="Text 5"/>
          <p:cNvSpPr txBox="1"/>
          <p:nvPr/>
        </p:nvSpPr>
        <p:spPr>
          <a:xfrm>
            <a:off x="548640" y="4297680"/>
            <a:ext cx="6400800" cy="274320"/>
          </a:xfrm>
          <a:prstGeom prst="rect">
            <a:avLst/>
          </a:prstGeom>
          <a:noFill/>
          <a:ln/>
        </p:spPr>
        <p:txBody>
          <a:bodyPr wrap="square" lIns="0" tIns="0" rIns="0" bIns="0" rtlCol="0" anchor="t"/>
          <a:lstStyle/>
          <a:p>
            <a:pPr marL="0" indent="0">
              <a:buNone/>
            </a:pPr>
            <a:r>
              <a:rPr lang="en-US" sz="1400" dirty="0">
                <a:solidFill>
                  <a:srgbClr val="C9D3DE"/>
                </a:solidFill>
              </a:rPr>
              <a:t>7th Semester  |  Section E</a:t>
            </a:r>
            <a:endParaRPr lang="en-US" sz="1400" dirty="0"/>
          </a:p>
        </p:txBody>
      </p:sp>
      <p:sp>
        <p:nvSpPr>
          <p:cNvPr id="8" name="Text 6"/>
          <p:cNvSpPr txBox="1"/>
          <p:nvPr/>
        </p:nvSpPr>
        <p:spPr>
          <a:xfrm>
            <a:off x="548640" y="4983480"/>
            <a:ext cx="3657600" cy="228600"/>
          </a:xfrm>
          <a:prstGeom prst="rect">
            <a:avLst/>
          </a:prstGeom>
          <a:noFill/>
          <a:ln/>
        </p:spPr>
        <p:txBody>
          <a:bodyPr wrap="square" lIns="0" tIns="0" rIns="0" bIns="0" rtlCol="0" anchor="t"/>
          <a:lstStyle/>
          <a:p>
            <a:pPr marL="0" indent="0">
              <a:buNone/>
            </a:pPr>
            <a:r>
              <a:rPr lang="en-US" sz="1100" b="1" kern="0" spc="200" dirty="0">
                <a:solidFill>
                  <a:srgbClr val="7FD1DB"/>
                </a:solidFill>
              </a:rPr>
              <a:t>Presenters</a:t>
            </a:r>
            <a:endParaRPr lang="en-US" sz="1100" dirty="0"/>
          </a:p>
        </p:txBody>
      </p:sp>
      <p:sp>
        <p:nvSpPr>
          <p:cNvPr id="9" name="Text 7"/>
          <p:cNvSpPr txBox="1"/>
          <p:nvPr/>
        </p:nvSpPr>
        <p:spPr>
          <a:xfrm>
            <a:off x="548640" y="5257800"/>
            <a:ext cx="4023360" cy="868680"/>
          </a:xfrm>
          <a:prstGeom prst="rect">
            <a:avLst/>
          </a:prstGeom>
          <a:noFill/>
          <a:ln/>
        </p:spPr>
        <p:txBody>
          <a:bodyPr wrap="square" lIns="0" tIns="0" rIns="0" bIns="0" rtlCol="0" anchor="t"/>
          <a:lstStyle/>
          <a:p>
            <a:pPr marL="0" indent="0">
              <a:buNone/>
            </a:pPr>
            <a:r>
              <a:rPr lang="en-US" sz="1400" dirty="0">
                <a:solidFill>
                  <a:srgbClr val="FFFFFF"/>
                </a:solidFill>
              </a:rPr>
              <a:t>Abdul Momit Talukder — 232311320</a:t>
            </a:r>
            <a:endParaRPr lang="en-US" sz="1400" dirty="0"/>
          </a:p>
          <a:p>
            <a:pPr marL="0" indent="0">
              <a:buNone/>
            </a:pPr>
            <a:r>
              <a:rPr lang="en-US" sz="1400" dirty="0">
                <a:solidFill>
                  <a:srgbClr val="FFFFFF"/>
                </a:solidFill>
              </a:rPr>
              <a:t>Oishi Farzana — 232311294</a:t>
            </a:r>
            <a:endParaRPr lang="en-US" sz="1400" dirty="0"/>
          </a:p>
          <a:p>
            <a:pPr marL="0" indent="0">
              <a:buNone/>
            </a:pPr>
            <a:r>
              <a:rPr lang="en-US" sz="1400" dirty="0">
                <a:solidFill>
                  <a:srgbClr val="FFFFFF"/>
                </a:solidFill>
              </a:rPr>
              <a:t>Mahfuz Ahmad — 232311307</a:t>
            </a:r>
            <a:endParaRPr lang="en-US" sz="1400" dirty="0"/>
          </a:p>
        </p:txBody>
      </p:sp>
      <p:sp>
        <p:nvSpPr>
          <p:cNvPr id="10" name="Text 8"/>
          <p:cNvSpPr txBox="1"/>
          <p:nvPr/>
        </p:nvSpPr>
        <p:spPr>
          <a:xfrm>
            <a:off x="4754880" y="4983480"/>
            <a:ext cx="2377440" cy="228600"/>
          </a:xfrm>
          <a:prstGeom prst="rect">
            <a:avLst/>
          </a:prstGeom>
          <a:noFill/>
          <a:ln/>
        </p:spPr>
        <p:txBody>
          <a:bodyPr wrap="square" lIns="0" tIns="0" rIns="0" bIns="0" rtlCol="0" anchor="t"/>
          <a:lstStyle/>
          <a:p>
            <a:pPr marL="0" indent="0">
              <a:buNone/>
            </a:pPr>
            <a:r>
              <a:rPr lang="en-US" sz="1100" b="1" kern="0" spc="200" dirty="0">
                <a:solidFill>
                  <a:srgbClr val="7FD1DB"/>
                </a:solidFill>
              </a:rPr>
              <a:t>SUPERVISOR</a:t>
            </a:r>
            <a:endParaRPr lang="en-US" sz="1100" dirty="0"/>
          </a:p>
        </p:txBody>
      </p:sp>
      <p:sp>
        <p:nvSpPr>
          <p:cNvPr id="11" name="Text 9"/>
          <p:cNvSpPr txBox="1"/>
          <p:nvPr/>
        </p:nvSpPr>
        <p:spPr>
          <a:xfrm>
            <a:off x="4754880" y="5257800"/>
            <a:ext cx="2377440" cy="914400"/>
          </a:xfrm>
          <a:prstGeom prst="rect">
            <a:avLst/>
          </a:prstGeom>
          <a:noFill/>
          <a:ln/>
        </p:spPr>
        <p:txBody>
          <a:bodyPr wrap="square" lIns="0" tIns="0" rIns="0" bIns="0" rtlCol="0" anchor="t"/>
          <a:lstStyle/>
          <a:p>
            <a:pPr marL="0" indent="0">
              <a:buNone/>
            </a:pPr>
            <a:r>
              <a:rPr lang="en-US" sz="1400" b="1" dirty="0">
                <a:solidFill>
                  <a:srgbClr val="FFFFFF"/>
                </a:solidFill>
              </a:rPr>
              <a:t>Mohd Ruhul Ameen</a:t>
            </a:r>
            <a:endParaRPr lang="en-US" sz="1400" dirty="0"/>
          </a:p>
          <a:p>
            <a:pPr marL="0" indent="0">
              <a:buNone/>
            </a:pPr>
            <a:r>
              <a:rPr lang="en-US" sz="1400" dirty="0">
                <a:solidFill>
                  <a:srgbClr val="FFFFFF"/>
                </a:solidFill>
              </a:rPr>
              <a:t>Lecturer</a:t>
            </a:r>
          </a:p>
          <a:p>
            <a:pPr marL="0" indent="0">
              <a:buNone/>
            </a:pPr>
            <a:r>
              <a:rPr lang="en-US" sz="1400" dirty="0">
                <a:solidFill>
                  <a:srgbClr val="FFFFFF"/>
                </a:solidFill>
              </a:rPr>
              <a:t>Department of CSE</a:t>
            </a:r>
          </a:p>
          <a:p>
            <a:pPr marL="0" indent="0">
              <a:buNone/>
            </a:pPr>
            <a:r>
              <a:rPr lang="en-US" sz="1400" dirty="0">
                <a:solidFill>
                  <a:srgbClr val="FFFFFF"/>
                </a:solidFill>
              </a:rPr>
              <a:t>Varendra University</a:t>
            </a:r>
            <a:endParaRPr lang="en-US" sz="1400" dirty="0"/>
          </a:p>
        </p:txBody>
      </p:sp>
      <p:sp>
        <p:nvSpPr>
          <p:cNvPr id="12" name="Shape 10"/>
          <p:cNvSpPr/>
          <p:nvPr/>
        </p:nvSpPr>
        <p:spPr>
          <a:xfrm flipV="1">
            <a:off x="8732520" y="1366433"/>
            <a:ext cx="684359" cy="2089999"/>
          </a:xfrm>
          <a:prstGeom prst="line">
            <a:avLst/>
          </a:prstGeom>
          <a:noFill/>
          <a:ln w="7620">
            <a:solidFill>
              <a:srgbClr val="7FD1DB">
                <a:alpha val="25000"/>
              </a:srgbClr>
            </a:solidFill>
            <a:prstDash val="solid"/>
          </a:ln>
        </p:spPr>
        <p:txBody>
          <a:bodyPr/>
          <a:lstStyle/>
          <a:p>
            <a:endParaRPr lang="en-US"/>
          </a:p>
        </p:txBody>
      </p:sp>
      <p:sp>
        <p:nvSpPr>
          <p:cNvPr id="13" name="Shape 11"/>
          <p:cNvSpPr/>
          <p:nvPr/>
        </p:nvSpPr>
        <p:spPr>
          <a:xfrm flipV="1">
            <a:off x="8732520" y="1377446"/>
            <a:ext cx="2304457" cy="2078986"/>
          </a:xfrm>
          <a:prstGeom prst="line">
            <a:avLst/>
          </a:prstGeom>
          <a:noFill/>
          <a:ln w="7620">
            <a:solidFill>
              <a:srgbClr val="7FD1DB">
                <a:alpha val="25000"/>
              </a:srgbClr>
            </a:solidFill>
            <a:prstDash val="solid"/>
          </a:ln>
        </p:spPr>
        <p:txBody>
          <a:bodyPr/>
          <a:lstStyle/>
          <a:p>
            <a:endParaRPr lang="en-US"/>
          </a:p>
        </p:txBody>
      </p:sp>
      <p:sp>
        <p:nvSpPr>
          <p:cNvPr id="14" name="Shape 12"/>
          <p:cNvSpPr/>
          <p:nvPr/>
        </p:nvSpPr>
        <p:spPr>
          <a:xfrm flipV="1">
            <a:off x="8732520" y="2327652"/>
            <a:ext cx="1795489" cy="1128780"/>
          </a:xfrm>
          <a:prstGeom prst="line">
            <a:avLst/>
          </a:prstGeom>
          <a:noFill/>
          <a:ln w="7620">
            <a:solidFill>
              <a:srgbClr val="7FD1DB">
                <a:alpha val="25000"/>
              </a:srgbClr>
            </a:solidFill>
            <a:prstDash val="solid"/>
          </a:ln>
        </p:spPr>
        <p:txBody>
          <a:bodyPr/>
          <a:lstStyle/>
          <a:p>
            <a:endParaRPr lang="en-US"/>
          </a:p>
        </p:txBody>
      </p:sp>
      <p:sp>
        <p:nvSpPr>
          <p:cNvPr id="15" name="Shape 13"/>
          <p:cNvSpPr/>
          <p:nvPr/>
        </p:nvSpPr>
        <p:spPr>
          <a:xfrm flipV="1">
            <a:off x="8732520" y="1475451"/>
            <a:ext cx="744771" cy="1980981"/>
          </a:xfrm>
          <a:prstGeom prst="line">
            <a:avLst/>
          </a:prstGeom>
          <a:noFill/>
          <a:ln w="7620">
            <a:solidFill>
              <a:srgbClr val="7FD1DB">
                <a:alpha val="25000"/>
              </a:srgbClr>
            </a:solidFill>
            <a:prstDash val="solid"/>
          </a:ln>
        </p:spPr>
        <p:txBody>
          <a:bodyPr/>
          <a:lstStyle/>
          <a:p>
            <a:endParaRPr lang="en-US"/>
          </a:p>
        </p:txBody>
      </p:sp>
      <p:sp>
        <p:nvSpPr>
          <p:cNvPr id="16" name="Shape 14"/>
          <p:cNvSpPr/>
          <p:nvPr/>
        </p:nvSpPr>
        <p:spPr>
          <a:xfrm flipV="1">
            <a:off x="8732520" y="2175315"/>
            <a:ext cx="1220987" cy="1281117"/>
          </a:xfrm>
          <a:prstGeom prst="line">
            <a:avLst/>
          </a:prstGeom>
          <a:noFill/>
          <a:ln w="7620">
            <a:solidFill>
              <a:srgbClr val="7FD1DB">
                <a:alpha val="25000"/>
              </a:srgbClr>
            </a:solidFill>
            <a:prstDash val="solid"/>
          </a:ln>
        </p:spPr>
        <p:txBody>
          <a:bodyPr/>
          <a:lstStyle/>
          <a:p>
            <a:endParaRPr lang="en-US"/>
          </a:p>
        </p:txBody>
      </p:sp>
      <p:sp>
        <p:nvSpPr>
          <p:cNvPr id="17" name="Shape 15"/>
          <p:cNvSpPr/>
          <p:nvPr/>
        </p:nvSpPr>
        <p:spPr>
          <a:xfrm flipV="1">
            <a:off x="8732520" y="3225780"/>
            <a:ext cx="2971722" cy="230652"/>
          </a:xfrm>
          <a:prstGeom prst="line">
            <a:avLst/>
          </a:prstGeom>
          <a:noFill/>
          <a:ln w="7620">
            <a:solidFill>
              <a:srgbClr val="7FD1DB">
                <a:alpha val="25000"/>
              </a:srgbClr>
            </a:solidFill>
            <a:prstDash val="solid"/>
          </a:ln>
        </p:spPr>
        <p:txBody>
          <a:bodyPr/>
          <a:lstStyle/>
          <a:p>
            <a:endParaRPr lang="en-US"/>
          </a:p>
        </p:txBody>
      </p:sp>
      <p:sp>
        <p:nvSpPr>
          <p:cNvPr id="18" name="Shape 16"/>
          <p:cNvSpPr/>
          <p:nvPr/>
        </p:nvSpPr>
        <p:spPr>
          <a:xfrm flipV="1">
            <a:off x="8732520" y="2663710"/>
            <a:ext cx="2324471" cy="792722"/>
          </a:xfrm>
          <a:prstGeom prst="line">
            <a:avLst/>
          </a:prstGeom>
          <a:noFill/>
          <a:ln w="7620">
            <a:solidFill>
              <a:srgbClr val="7FD1DB">
                <a:alpha val="25000"/>
              </a:srgbClr>
            </a:solidFill>
            <a:prstDash val="solid"/>
          </a:ln>
        </p:spPr>
        <p:txBody>
          <a:bodyPr/>
          <a:lstStyle/>
          <a:p>
            <a:endParaRPr lang="en-US"/>
          </a:p>
        </p:txBody>
      </p:sp>
      <p:sp>
        <p:nvSpPr>
          <p:cNvPr id="19" name="Shape 17"/>
          <p:cNvSpPr/>
          <p:nvPr/>
        </p:nvSpPr>
        <p:spPr>
          <a:xfrm>
            <a:off x="8732520" y="3456432"/>
            <a:ext cx="2323048" cy="571248"/>
          </a:xfrm>
          <a:prstGeom prst="line">
            <a:avLst/>
          </a:prstGeom>
          <a:noFill/>
          <a:ln w="7620">
            <a:solidFill>
              <a:srgbClr val="7FD1DB">
                <a:alpha val="25000"/>
              </a:srgbClr>
            </a:solidFill>
            <a:prstDash val="solid"/>
          </a:ln>
        </p:spPr>
        <p:txBody>
          <a:bodyPr/>
          <a:lstStyle/>
          <a:p>
            <a:endParaRPr lang="en-US"/>
          </a:p>
        </p:txBody>
      </p:sp>
      <p:sp>
        <p:nvSpPr>
          <p:cNvPr id="20" name="Shape 18"/>
          <p:cNvSpPr/>
          <p:nvPr/>
        </p:nvSpPr>
        <p:spPr>
          <a:xfrm flipV="1">
            <a:off x="8732520" y="1938899"/>
            <a:ext cx="2594820" cy="1517533"/>
          </a:xfrm>
          <a:prstGeom prst="line">
            <a:avLst/>
          </a:prstGeom>
          <a:noFill/>
          <a:ln w="7620">
            <a:solidFill>
              <a:srgbClr val="7FD1DB">
                <a:alpha val="25000"/>
              </a:srgbClr>
            </a:solidFill>
            <a:prstDash val="solid"/>
          </a:ln>
        </p:spPr>
        <p:txBody>
          <a:bodyPr/>
          <a:lstStyle/>
          <a:p>
            <a:endParaRPr lang="en-US"/>
          </a:p>
        </p:txBody>
      </p:sp>
      <p:sp>
        <p:nvSpPr>
          <p:cNvPr id="21" name="Shape 19"/>
          <p:cNvSpPr/>
          <p:nvPr/>
        </p:nvSpPr>
        <p:spPr>
          <a:xfrm>
            <a:off x="8732520" y="3456432"/>
            <a:ext cx="2277465" cy="1750894"/>
          </a:xfrm>
          <a:prstGeom prst="line">
            <a:avLst/>
          </a:prstGeom>
          <a:noFill/>
          <a:ln w="7620">
            <a:solidFill>
              <a:srgbClr val="7FD1DB">
                <a:alpha val="25000"/>
              </a:srgbClr>
            </a:solidFill>
            <a:prstDash val="solid"/>
          </a:ln>
        </p:spPr>
        <p:txBody>
          <a:bodyPr/>
          <a:lstStyle/>
          <a:p>
            <a:endParaRPr lang="en-US"/>
          </a:p>
        </p:txBody>
      </p:sp>
      <p:sp>
        <p:nvSpPr>
          <p:cNvPr id="22" name="Shape 20"/>
          <p:cNvSpPr/>
          <p:nvPr/>
        </p:nvSpPr>
        <p:spPr>
          <a:xfrm>
            <a:off x="8732520" y="3456432"/>
            <a:ext cx="776226" cy="1749843"/>
          </a:xfrm>
          <a:prstGeom prst="line">
            <a:avLst/>
          </a:prstGeom>
          <a:noFill/>
          <a:ln w="7620">
            <a:solidFill>
              <a:srgbClr val="7FD1DB">
                <a:alpha val="25000"/>
              </a:srgbClr>
            </a:solidFill>
            <a:prstDash val="solid"/>
          </a:ln>
        </p:spPr>
        <p:txBody>
          <a:bodyPr/>
          <a:lstStyle/>
          <a:p>
            <a:endParaRPr lang="en-US"/>
          </a:p>
        </p:txBody>
      </p:sp>
      <p:sp>
        <p:nvSpPr>
          <p:cNvPr id="23" name="Shape 21"/>
          <p:cNvSpPr/>
          <p:nvPr/>
        </p:nvSpPr>
        <p:spPr>
          <a:xfrm>
            <a:off x="8732520" y="3456432"/>
            <a:ext cx="1641052" cy="802179"/>
          </a:xfrm>
          <a:prstGeom prst="line">
            <a:avLst/>
          </a:prstGeom>
          <a:noFill/>
          <a:ln w="7620">
            <a:solidFill>
              <a:srgbClr val="7FD1DB">
                <a:alpha val="25000"/>
              </a:srgbClr>
            </a:solidFill>
            <a:prstDash val="solid"/>
          </a:ln>
        </p:spPr>
        <p:txBody>
          <a:bodyPr/>
          <a:lstStyle/>
          <a:p>
            <a:endParaRPr lang="en-US"/>
          </a:p>
        </p:txBody>
      </p:sp>
      <p:sp>
        <p:nvSpPr>
          <p:cNvPr id="24" name="Shape 22"/>
          <p:cNvSpPr/>
          <p:nvPr/>
        </p:nvSpPr>
        <p:spPr>
          <a:xfrm>
            <a:off x="8732520" y="3456432"/>
            <a:ext cx="2759407" cy="1421891"/>
          </a:xfrm>
          <a:prstGeom prst="line">
            <a:avLst/>
          </a:prstGeom>
          <a:noFill/>
          <a:ln w="7620">
            <a:solidFill>
              <a:srgbClr val="7FD1DB">
                <a:alpha val="25000"/>
              </a:srgbClr>
            </a:solidFill>
            <a:prstDash val="solid"/>
          </a:ln>
        </p:spPr>
        <p:txBody>
          <a:bodyPr/>
          <a:lstStyle/>
          <a:p>
            <a:endParaRPr lang="en-US"/>
          </a:p>
        </p:txBody>
      </p:sp>
      <p:sp>
        <p:nvSpPr>
          <p:cNvPr id="25" name="Shape 23"/>
          <p:cNvSpPr/>
          <p:nvPr/>
        </p:nvSpPr>
        <p:spPr>
          <a:xfrm>
            <a:off x="8732520" y="3456432"/>
            <a:ext cx="683610" cy="1678879"/>
          </a:xfrm>
          <a:prstGeom prst="line">
            <a:avLst/>
          </a:prstGeom>
          <a:noFill/>
          <a:ln w="7620">
            <a:solidFill>
              <a:srgbClr val="7FD1DB">
                <a:alpha val="25000"/>
              </a:srgbClr>
            </a:solidFill>
            <a:prstDash val="solid"/>
          </a:ln>
        </p:spPr>
        <p:txBody>
          <a:bodyPr/>
          <a:lstStyle/>
          <a:p>
            <a:endParaRPr lang="en-US"/>
          </a:p>
        </p:txBody>
      </p:sp>
      <p:sp>
        <p:nvSpPr>
          <p:cNvPr id="26" name="Shape 24"/>
          <p:cNvSpPr/>
          <p:nvPr/>
        </p:nvSpPr>
        <p:spPr>
          <a:xfrm flipV="1">
            <a:off x="8732520" y="2444319"/>
            <a:ext cx="679458" cy="1012113"/>
          </a:xfrm>
          <a:prstGeom prst="line">
            <a:avLst/>
          </a:prstGeom>
          <a:noFill/>
          <a:ln w="7620">
            <a:solidFill>
              <a:srgbClr val="7FD1DB">
                <a:alpha val="25000"/>
              </a:srgbClr>
            </a:solidFill>
            <a:prstDash val="solid"/>
          </a:ln>
        </p:spPr>
        <p:txBody>
          <a:bodyPr/>
          <a:lstStyle/>
          <a:p>
            <a:endParaRPr lang="en-US"/>
          </a:p>
        </p:txBody>
      </p:sp>
      <p:sp>
        <p:nvSpPr>
          <p:cNvPr id="27" name="Shape 25"/>
          <p:cNvSpPr/>
          <p:nvPr/>
        </p:nvSpPr>
        <p:spPr>
          <a:xfrm>
            <a:off x="8732520" y="3456432"/>
            <a:ext cx="1338917" cy="33468"/>
          </a:xfrm>
          <a:prstGeom prst="line">
            <a:avLst/>
          </a:prstGeom>
          <a:noFill/>
          <a:ln w="7620">
            <a:solidFill>
              <a:srgbClr val="7FD1DB">
                <a:alpha val="25000"/>
              </a:srgbClr>
            </a:solidFill>
            <a:prstDash val="solid"/>
          </a:ln>
        </p:spPr>
        <p:txBody>
          <a:bodyPr/>
          <a:lstStyle/>
          <a:p>
            <a:endParaRPr lang="en-US"/>
          </a:p>
        </p:txBody>
      </p:sp>
      <p:sp>
        <p:nvSpPr>
          <p:cNvPr id="28" name="Shape 26"/>
          <p:cNvSpPr/>
          <p:nvPr/>
        </p:nvSpPr>
        <p:spPr>
          <a:xfrm>
            <a:off x="8732520" y="3456432"/>
            <a:ext cx="775924" cy="1647891"/>
          </a:xfrm>
          <a:prstGeom prst="line">
            <a:avLst/>
          </a:prstGeom>
          <a:noFill/>
          <a:ln w="7620">
            <a:solidFill>
              <a:srgbClr val="7FD1DB">
                <a:alpha val="25000"/>
              </a:srgbClr>
            </a:solidFill>
            <a:prstDash val="solid"/>
          </a:ln>
        </p:spPr>
        <p:txBody>
          <a:bodyPr/>
          <a:lstStyle/>
          <a:p>
            <a:endParaRPr lang="en-US"/>
          </a:p>
        </p:txBody>
      </p:sp>
      <p:sp>
        <p:nvSpPr>
          <p:cNvPr id="29" name="Shape 27"/>
          <p:cNvSpPr/>
          <p:nvPr/>
        </p:nvSpPr>
        <p:spPr>
          <a:xfrm>
            <a:off x="8732520" y="3456432"/>
            <a:ext cx="1223211" cy="978125"/>
          </a:xfrm>
          <a:prstGeom prst="line">
            <a:avLst/>
          </a:prstGeom>
          <a:noFill/>
          <a:ln w="7620">
            <a:solidFill>
              <a:srgbClr val="7FD1DB">
                <a:alpha val="25000"/>
              </a:srgbClr>
            </a:solidFill>
            <a:prstDash val="solid"/>
          </a:ln>
        </p:spPr>
        <p:txBody>
          <a:bodyPr/>
          <a:lstStyle/>
          <a:p>
            <a:endParaRPr lang="en-US"/>
          </a:p>
        </p:txBody>
      </p:sp>
      <p:sp>
        <p:nvSpPr>
          <p:cNvPr id="30" name="Shape 28"/>
          <p:cNvSpPr/>
          <p:nvPr/>
        </p:nvSpPr>
        <p:spPr>
          <a:xfrm>
            <a:off x="9384875" y="1334429"/>
            <a:ext cx="64008" cy="64008"/>
          </a:xfrm>
          <a:prstGeom prst="ellipse">
            <a:avLst/>
          </a:prstGeom>
          <a:solidFill>
            <a:srgbClr val="7FD1DB"/>
          </a:solidFill>
          <a:ln/>
        </p:spPr>
        <p:txBody>
          <a:bodyPr/>
          <a:lstStyle/>
          <a:p>
            <a:endParaRPr lang="en-US"/>
          </a:p>
        </p:txBody>
      </p:sp>
      <p:sp>
        <p:nvSpPr>
          <p:cNvPr id="31" name="Shape 29"/>
          <p:cNvSpPr/>
          <p:nvPr/>
        </p:nvSpPr>
        <p:spPr>
          <a:xfrm>
            <a:off x="9579989" y="1337087"/>
            <a:ext cx="64008" cy="64008"/>
          </a:xfrm>
          <a:prstGeom prst="ellipse">
            <a:avLst/>
          </a:prstGeom>
          <a:solidFill>
            <a:srgbClr val="7FD1DB">
              <a:alpha val="75000"/>
            </a:srgbClr>
          </a:solidFill>
          <a:ln/>
        </p:spPr>
        <p:txBody>
          <a:bodyPr/>
          <a:lstStyle/>
          <a:p>
            <a:endParaRPr lang="en-US"/>
          </a:p>
        </p:txBody>
      </p:sp>
      <p:sp>
        <p:nvSpPr>
          <p:cNvPr id="32" name="Shape 30"/>
          <p:cNvSpPr/>
          <p:nvPr/>
        </p:nvSpPr>
        <p:spPr>
          <a:xfrm>
            <a:off x="9828116" y="1338835"/>
            <a:ext cx="64008" cy="64008"/>
          </a:xfrm>
          <a:prstGeom prst="ellipse">
            <a:avLst/>
          </a:prstGeom>
          <a:solidFill>
            <a:srgbClr val="7FD1DB">
              <a:alpha val="75000"/>
            </a:srgbClr>
          </a:solidFill>
          <a:ln/>
        </p:spPr>
        <p:txBody>
          <a:bodyPr/>
          <a:lstStyle/>
          <a:p>
            <a:endParaRPr lang="en-US"/>
          </a:p>
        </p:txBody>
      </p:sp>
      <p:sp>
        <p:nvSpPr>
          <p:cNvPr id="33" name="Shape 31"/>
          <p:cNvSpPr/>
          <p:nvPr/>
        </p:nvSpPr>
        <p:spPr>
          <a:xfrm>
            <a:off x="9955655" y="1345455"/>
            <a:ext cx="64008" cy="64008"/>
          </a:xfrm>
          <a:prstGeom prst="ellipse">
            <a:avLst/>
          </a:prstGeom>
          <a:solidFill>
            <a:srgbClr val="7FD1DB"/>
          </a:solidFill>
          <a:ln/>
        </p:spPr>
        <p:txBody>
          <a:bodyPr/>
          <a:lstStyle/>
          <a:p>
            <a:endParaRPr lang="en-US"/>
          </a:p>
        </p:txBody>
      </p:sp>
      <p:sp>
        <p:nvSpPr>
          <p:cNvPr id="34" name="Shape 32"/>
          <p:cNvSpPr/>
          <p:nvPr/>
        </p:nvSpPr>
        <p:spPr>
          <a:xfrm>
            <a:off x="10111144" y="1342012"/>
            <a:ext cx="64008" cy="64008"/>
          </a:xfrm>
          <a:prstGeom prst="ellipse">
            <a:avLst/>
          </a:prstGeom>
          <a:solidFill>
            <a:srgbClr val="7FD1DB">
              <a:alpha val="75000"/>
            </a:srgbClr>
          </a:solidFill>
          <a:ln/>
        </p:spPr>
        <p:txBody>
          <a:bodyPr/>
          <a:lstStyle/>
          <a:p>
            <a:endParaRPr lang="en-US"/>
          </a:p>
        </p:txBody>
      </p:sp>
      <p:sp>
        <p:nvSpPr>
          <p:cNvPr id="35" name="Shape 33"/>
          <p:cNvSpPr/>
          <p:nvPr/>
        </p:nvSpPr>
        <p:spPr>
          <a:xfrm>
            <a:off x="10407700" y="1328203"/>
            <a:ext cx="64008" cy="64008"/>
          </a:xfrm>
          <a:prstGeom prst="ellipse">
            <a:avLst/>
          </a:prstGeom>
          <a:solidFill>
            <a:srgbClr val="7FD1DB">
              <a:alpha val="75000"/>
            </a:srgbClr>
          </a:solidFill>
          <a:ln/>
        </p:spPr>
        <p:txBody>
          <a:bodyPr/>
          <a:lstStyle/>
          <a:p>
            <a:endParaRPr lang="en-US"/>
          </a:p>
        </p:txBody>
      </p:sp>
      <p:sp>
        <p:nvSpPr>
          <p:cNvPr id="36" name="Shape 34"/>
          <p:cNvSpPr/>
          <p:nvPr/>
        </p:nvSpPr>
        <p:spPr>
          <a:xfrm>
            <a:off x="10486106" y="1342129"/>
            <a:ext cx="64008" cy="64008"/>
          </a:xfrm>
          <a:prstGeom prst="ellipse">
            <a:avLst/>
          </a:prstGeom>
          <a:solidFill>
            <a:srgbClr val="7FD1DB"/>
          </a:solidFill>
          <a:ln/>
        </p:spPr>
        <p:txBody>
          <a:bodyPr/>
          <a:lstStyle/>
          <a:p>
            <a:endParaRPr lang="en-US"/>
          </a:p>
        </p:txBody>
      </p:sp>
      <p:sp>
        <p:nvSpPr>
          <p:cNvPr id="37" name="Shape 35"/>
          <p:cNvSpPr/>
          <p:nvPr/>
        </p:nvSpPr>
        <p:spPr>
          <a:xfrm>
            <a:off x="10714163" y="1332321"/>
            <a:ext cx="64008" cy="64008"/>
          </a:xfrm>
          <a:prstGeom prst="ellipse">
            <a:avLst/>
          </a:prstGeom>
          <a:solidFill>
            <a:srgbClr val="7FD1DB">
              <a:alpha val="75000"/>
            </a:srgbClr>
          </a:solidFill>
          <a:ln/>
        </p:spPr>
        <p:txBody>
          <a:bodyPr/>
          <a:lstStyle/>
          <a:p>
            <a:endParaRPr lang="en-US"/>
          </a:p>
        </p:txBody>
      </p:sp>
      <p:sp>
        <p:nvSpPr>
          <p:cNvPr id="38" name="Shape 36"/>
          <p:cNvSpPr/>
          <p:nvPr/>
        </p:nvSpPr>
        <p:spPr>
          <a:xfrm>
            <a:off x="10855343" y="1326199"/>
            <a:ext cx="64008" cy="64008"/>
          </a:xfrm>
          <a:prstGeom prst="ellipse">
            <a:avLst/>
          </a:prstGeom>
          <a:solidFill>
            <a:srgbClr val="7FD1DB">
              <a:alpha val="75000"/>
            </a:srgbClr>
          </a:solidFill>
          <a:ln/>
        </p:spPr>
        <p:txBody>
          <a:bodyPr/>
          <a:lstStyle/>
          <a:p>
            <a:endParaRPr lang="en-US"/>
          </a:p>
        </p:txBody>
      </p:sp>
      <p:sp>
        <p:nvSpPr>
          <p:cNvPr id="39" name="Shape 37"/>
          <p:cNvSpPr/>
          <p:nvPr/>
        </p:nvSpPr>
        <p:spPr>
          <a:xfrm>
            <a:off x="11004973" y="1345442"/>
            <a:ext cx="64008" cy="64008"/>
          </a:xfrm>
          <a:prstGeom prst="ellipse">
            <a:avLst/>
          </a:prstGeom>
          <a:solidFill>
            <a:srgbClr val="7FD1DB"/>
          </a:solidFill>
          <a:ln/>
        </p:spPr>
        <p:txBody>
          <a:bodyPr/>
          <a:lstStyle/>
          <a:p>
            <a:endParaRPr lang="en-US"/>
          </a:p>
        </p:txBody>
      </p:sp>
      <p:sp>
        <p:nvSpPr>
          <p:cNvPr id="40" name="Shape 38"/>
          <p:cNvSpPr/>
          <p:nvPr/>
        </p:nvSpPr>
        <p:spPr>
          <a:xfrm>
            <a:off x="11143979" y="1350212"/>
            <a:ext cx="64008" cy="64008"/>
          </a:xfrm>
          <a:prstGeom prst="ellipse">
            <a:avLst/>
          </a:prstGeom>
          <a:solidFill>
            <a:srgbClr val="7FD1DB">
              <a:alpha val="75000"/>
            </a:srgbClr>
          </a:solidFill>
          <a:ln/>
        </p:spPr>
        <p:txBody>
          <a:bodyPr/>
          <a:lstStyle/>
          <a:p>
            <a:endParaRPr lang="en-US"/>
          </a:p>
        </p:txBody>
      </p:sp>
      <p:sp>
        <p:nvSpPr>
          <p:cNvPr id="41" name="Shape 39"/>
          <p:cNvSpPr/>
          <p:nvPr/>
        </p:nvSpPr>
        <p:spPr>
          <a:xfrm>
            <a:off x="11401377" y="1342629"/>
            <a:ext cx="64008" cy="64008"/>
          </a:xfrm>
          <a:prstGeom prst="ellipse">
            <a:avLst/>
          </a:prstGeom>
          <a:solidFill>
            <a:srgbClr val="7FD1DB">
              <a:alpha val="75000"/>
            </a:srgbClr>
          </a:solidFill>
          <a:ln/>
        </p:spPr>
        <p:txBody>
          <a:bodyPr/>
          <a:lstStyle/>
          <a:p>
            <a:endParaRPr lang="en-US"/>
          </a:p>
        </p:txBody>
      </p:sp>
      <p:sp>
        <p:nvSpPr>
          <p:cNvPr id="42" name="Shape 40"/>
          <p:cNvSpPr/>
          <p:nvPr/>
        </p:nvSpPr>
        <p:spPr>
          <a:xfrm>
            <a:off x="11660187" y="1350608"/>
            <a:ext cx="64008" cy="64008"/>
          </a:xfrm>
          <a:prstGeom prst="ellipse">
            <a:avLst/>
          </a:prstGeom>
          <a:solidFill>
            <a:srgbClr val="7FD1DB"/>
          </a:solidFill>
          <a:ln/>
        </p:spPr>
        <p:txBody>
          <a:bodyPr/>
          <a:lstStyle/>
          <a:p>
            <a:endParaRPr lang="en-US"/>
          </a:p>
        </p:txBody>
      </p:sp>
      <p:sp>
        <p:nvSpPr>
          <p:cNvPr id="43" name="Shape 41"/>
          <p:cNvSpPr/>
          <p:nvPr/>
        </p:nvSpPr>
        <p:spPr>
          <a:xfrm>
            <a:off x="10033809" y="2308167"/>
            <a:ext cx="64008" cy="64008"/>
          </a:xfrm>
          <a:prstGeom prst="ellipse">
            <a:avLst/>
          </a:prstGeom>
          <a:solidFill>
            <a:srgbClr val="7FD1DB">
              <a:alpha val="75000"/>
            </a:srgbClr>
          </a:solidFill>
          <a:ln/>
        </p:spPr>
        <p:txBody>
          <a:bodyPr/>
          <a:lstStyle/>
          <a:p>
            <a:endParaRPr lang="en-US"/>
          </a:p>
        </p:txBody>
      </p:sp>
      <p:sp>
        <p:nvSpPr>
          <p:cNvPr id="44" name="Shape 42"/>
          <p:cNvSpPr/>
          <p:nvPr/>
        </p:nvSpPr>
        <p:spPr>
          <a:xfrm>
            <a:off x="10171370" y="2290573"/>
            <a:ext cx="64008" cy="64008"/>
          </a:xfrm>
          <a:prstGeom prst="ellipse">
            <a:avLst/>
          </a:prstGeom>
          <a:solidFill>
            <a:srgbClr val="7FD1DB">
              <a:alpha val="75000"/>
            </a:srgbClr>
          </a:solidFill>
          <a:ln/>
        </p:spPr>
        <p:txBody>
          <a:bodyPr/>
          <a:lstStyle/>
          <a:p>
            <a:endParaRPr lang="en-US"/>
          </a:p>
        </p:txBody>
      </p:sp>
      <p:sp>
        <p:nvSpPr>
          <p:cNvPr id="45" name="Shape 43"/>
          <p:cNvSpPr/>
          <p:nvPr/>
        </p:nvSpPr>
        <p:spPr>
          <a:xfrm>
            <a:off x="10255292" y="2306074"/>
            <a:ext cx="64008" cy="64008"/>
          </a:xfrm>
          <a:prstGeom prst="ellipse">
            <a:avLst/>
          </a:prstGeom>
          <a:solidFill>
            <a:srgbClr val="7FD1DB"/>
          </a:solidFill>
          <a:ln/>
        </p:spPr>
        <p:txBody>
          <a:bodyPr/>
          <a:lstStyle/>
          <a:p>
            <a:endParaRPr lang="en-US"/>
          </a:p>
        </p:txBody>
      </p:sp>
      <p:sp>
        <p:nvSpPr>
          <p:cNvPr id="46" name="Shape 44"/>
          <p:cNvSpPr/>
          <p:nvPr/>
        </p:nvSpPr>
        <p:spPr>
          <a:xfrm>
            <a:off x="10344115" y="2297835"/>
            <a:ext cx="64008" cy="64008"/>
          </a:xfrm>
          <a:prstGeom prst="ellipse">
            <a:avLst/>
          </a:prstGeom>
          <a:solidFill>
            <a:srgbClr val="7FD1DB">
              <a:alpha val="75000"/>
            </a:srgbClr>
          </a:solidFill>
          <a:ln/>
        </p:spPr>
        <p:txBody>
          <a:bodyPr/>
          <a:lstStyle/>
          <a:p>
            <a:endParaRPr lang="en-US"/>
          </a:p>
        </p:txBody>
      </p:sp>
      <p:sp>
        <p:nvSpPr>
          <p:cNvPr id="47" name="Shape 45"/>
          <p:cNvSpPr/>
          <p:nvPr/>
        </p:nvSpPr>
        <p:spPr>
          <a:xfrm>
            <a:off x="10358788" y="2286658"/>
            <a:ext cx="64008" cy="64008"/>
          </a:xfrm>
          <a:prstGeom prst="ellipse">
            <a:avLst/>
          </a:prstGeom>
          <a:solidFill>
            <a:srgbClr val="7FD1DB">
              <a:alpha val="75000"/>
            </a:srgbClr>
          </a:solidFill>
          <a:ln/>
        </p:spPr>
        <p:txBody>
          <a:bodyPr/>
          <a:lstStyle/>
          <a:p>
            <a:endParaRPr lang="en-US"/>
          </a:p>
        </p:txBody>
      </p:sp>
      <p:sp>
        <p:nvSpPr>
          <p:cNvPr id="48" name="Shape 46"/>
          <p:cNvSpPr/>
          <p:nvPr/>
        </p:nvSpPr>
        <p:spPr>
          <a:xfrm>
            <a:off x="10496005" y="2295648"/>
            <a:ext cx="64008" cy="64008"/>
          </a:xfrm>
          <a:prstGeom prst="ellipse">
            <a:avLst/>
          </a:prstGeom>
          <a:solidFill>
            <a:srgbClr val="7FD1DB"/>
          </a:solidFill>
          <a:ln/>
        </p:spPr>
        <p:txBody>
          <a:bodyPr/>
          <a:lstStyle/>
          <a:p>
            <a:endParaRPr lang="en-US"/>
          </a:p>
        </p:txBody>
      </p:sp>
      <p:sp>
        <p:nvSpPr>
          <p:cNvPr id="49" name="Shape 47"/>
          <p:cNvSpPr/>
          <p:nvPr/>
        </p:nvSpPr>
        <p:spPr>
          <a:xfrm>
            <a:off x="10544590" y="2304275"/>
            <a:ext cx="64008" cy="64008"/>
          </a:xfrm>
          <a:prstGeom prst="ellipse">
            <a:avLst/>
          </a:prstGeom>
          <a:solidFill>
            <a:srgbClr val="7FD1DB">
              <a:alpha val="75000"/>
            </a:srgbClr>
          </a:solidFill>
          <a:ln/>
        </p:spPr>
        <p:txBody>
          <a:bodyPr/>
          <a:lstStyle/>
          <a:p>
            <a:endParaRPr lang="en-US"/>
          </a:p>
        </p:txBody>
      </p:sp>
      <p:sp>
        <p:nvSpPr>
          <p:cNvPr id="50" name="Shape 48"/>
          <p:cNvSpPr/>
          <p:nvPr/>
        </p:nvSpPr>
        <p:spPr>
          <a:xfrm>
            <a:off x="10642962" y="2304632"/>
            <a:ext cx="64008" cy="64008"/>
          </a:xfrm>
          <a:prstGeom prst="ellipse">
            <a:avLst/>
          </a:prstGeom>
          <a:solidFill>
            <a:srgbClr val="7FD1DB">
              <a:alpha val="75000"/>
            </a:srgbClr>
          </a:solidFill>
          <a:ln/>
        </p:spPr>
        <p:txBody>
          <a:bodyPr/>
          <a:lstStyle/>
          <a:p>
            <a:endParaRPr lang="en-US"/>
          </a:p>
        </p:txBody>
      </p:sp>
      <p:sp>
        <p:nvSpPr>
          <p:cNvPr id="51" name="Shape 49"/>
          <p:cNvSpPr/>
          <p:nvPr/>
        </p:nvSpPr>
        <p:spPr>
          <a:xfrm>
            <a:off x="10694470" y="2297898"/>
            <a:ext cx="64008" cy="64008"/>
          </a:xfrm>
          <a:prstGeom prst="ellipse">
            <a:avLst/>
          </a:prstGeom>
          <a:solidFill>
            <a:srgbClr val="7FD1DB"/>
          </a:solidFill>
          <a:ln/>
        </p:spPr>
        <p:txBody>
          <a:bodyPr/>
          <a:lstStyle/>
          <a:p>
            <a:endParaRPr lang="en-US"/>
          </a:p>
        </p:txBody>
      </p:sp>
      <p:sp>
        <p:nvSpPr>
          <p:cNvPr id="52" name="Shape 50"/>
          <p:cNvSpPr/>
          <p:nvPr/>
        </p:nvSpPr>
        <p:spPr>
          <a:xfrm>
            <a:off x="10808179" y="2297670"/>
            <a:ext cx="64008" cy="64008"/>
          </a:xfrm>
          <a:prstGeom prst="ellipse">
            <a:avLst/>
          </a:prstGeom>
          <a:solidFill>
            <a:srgbClr val="7FD1DB">
              <a:alpha val="75000"/>
            </a:srgbClr>
          </a:solidFill>
          <a:ln/>
        </p:spPr>
        <p:txBody>
          <a:bodyPr/>
          <a:lstStyle/>
          <a:p>
            <a:endParaRPr lang="en-US"/>
          </a:p>
        </p:txBody>
      </p:sp>
      <p:sp>
        <p:nvSpPr>
          <p:cNvPr id="53" name="Shape 51"/>
          <p:cNvSpPr/>
          <p:nvPr/>
        </p:nvSpPr>
        <p:spPr>
          <a:xfrm>
            <a:off x="10863100" y="2292188"/>
            <a:ext cx="64008" cy="64008"/>
          </a:xfrm>
          <a:prstGeom prst="ellipse">
            <a:avLst/>
          </a:prstGeom>
          <a:solidFill>
            <a:srgbClr val="7FD1DB">
              <a:alpha val="75000"/>
            </a:srgbClr>
          </a:solidFill>
          <a:ln/>
        </p:spPr>
        <p:txBody>
          <a:bodyPr/>
          <a:lstStyle/>
          <a:p>
            <a:endParaRPr lang="en-US"/>
          </a:p>
        </p:txBody>
      </p:sp>
      <p:sp>
        <p:nvSpPr>
          <p:cNvPr id="54" name="Shape 52"/>
          <p:cNvSpPr/>
          <p:nvPr/>
        </p:nvSpPr>
        <p:spPr>
          <a:xfrm>
            <a:off x="10868908" y="2308692"/>
            <a:ext cx="64008" cy="64008"/>
          </a:xfrm>
          <a:prstGeom prst="ellipse">
            <a:avLst/>
          </a:prstGeom>
          <a:solidFill>
            <a:srgbClr val="7FD1DB"/>
          </a:solidFill>
          <a:ln/>
        </p:spPr>
        <p:txBody>
          <a:bodyPr/>
          <a:lstStyle/>
          <a:p>
            <a:endParaRPr lang="en-US"/>
          </a:p>
        </p:txBody>
      </p:sp>
      <p:sp>
        <p:nvSpPr>
          <p:cNvPr id="55" name="Shape 53"/>
          <p:cNvSpPr/>
          <p:nvPr/>
        </p:nvSpPr>
        <p:spPr>
          <a:xfrm>
            <a:off x="10959196" y="2301113"/>
            <a:ext cx="64008" cy="64008"/>
          </a:xfrm>
          <a:prstGeom prst="ellipse">
            <a:avLst/>
          </a:prstGeom>
          <a:solidFill>
            <a:srgbClr val="7FD1DB">
              <a:alpha val="75000"/>
            </a:srgbClr>
          </a:solidFill>
          <a:ln/>
        </p:spPr>
        <p:txBody>
          <a:bodyPr/>
          <a:lstStyle/>
          <a:p>
            <a:endParaRPr lang="en-US"/>
          </a:p>
        </p:txBody>
      </p:sp>
      <p:sp>
        <p:nvSpPr>
          <p:cNvPr id="56" name="Shape 54"/>
          <p:cNvSpPr/>
          <p:nvPr/>
        </p:nvSpPr>
        <p:spPr>
          <a:xfrm>
            <a:off x="9404100" y="1356606"/>
            <a:ext cx="64008" cy="64008"/>
          </a:xfrm>
          <a:prstGeom prst="ellipse">
            <a:avLst/>
          </a:prstGeom>
          <a:solidFill>
            <a:srgbClr val="7FD1DB">
              <a:alpha val="75000"/>
            </a:srgbClr>
          </a:solidFill>
          <a:ln/>
        </p:spPr>
        <p:txBody>
          <a:bodyPr/>
          <a:lstStyle/>
          <a:p>
            <a:endParaRPr lang="en-US"/>
          </a:p>
        </p:txBody>
      </p:sp>
      <p:sp>
        <p:nvSpPr>
          <p:cNvPr id="57" name="Shape 55"/>
          <p:cNvSpPr/>
          <p:nvPr/>
        </p:nvSpPr>
        <p:spPr>
          <a:xfrm>
            <a:off x="9445287" y="1443447"/>
            <a:ext cx="64008" cy="64008"/>
          </a:xfrm>
          <a:prstGeom prst="ellipse">
            <a:avLst/>
          </a:prstGeom>
          <a:solidFill>
            <a:srgbClr val="7FD1DB"/>
          </a:solidFill>
          <a:ln/>
        </p:spPr>
        <p:txBody>
          <a:bodyPr/>
          <a:lstStyle/>
          <a:p>
            <a:endParaRPr lang="en-US"/>
          </a:p>
        </p:txBody>
      </p:sp>
      <p:sp>
        <p:nvSpPr>
          <p:cNvPr id="58" name="Shape 56"/>
          <p:cNvSpPr/>
          <p:nvPr/>
        </p:nvSpPr>
        <p:spPr>
          <a:xfrm>
            <a:off x="9523564" y="1516966"/>
            <a:ext cx="64008" cy="64008"/>
          </a:xfrm>
          <a:prstGeom prst="ellipse">
            <a:avLst/>
          </a:prstGeom>
          <a:solidFill>
            <a:srgbClr val="7FD1DB">
              <a:alpha val="75000"/>
            </a:srgbClr>
          </a:solidFill>
          <a:ln/>
        </p:spPr>
        <p:txBody>
          <a:bodyPr/>
          <a:lstStyle/>
          <a:p>
            <a:endParaRPr lang="en-US"/>
          </a:p>
        </p:txBody>
      </p:sp>
      <p:sp>
        <p:nvSpPr>
          <p:cNvPr id="59" name="Shape 57"/>
          <p:cNvSpPr/>
          <p:nvPr/>
        </p:nvSpPr>
        <p:spPr>
          <a:xfrm>
            <a:off x="9595808" y="1641030"/>
            <a:ext cx="64008" cy="64008"/>
          </a:xfrm>
          <a:prstGeom prst="ellipse">
            <a:avLst/>
          </a:prstGeom>
          <a:solidFill>
            <a:srgbClr val="7FD1DB">
              <a:alpha val="75000"/>
            </a:srgbClr>
          </a:solidFill>
          <a:ln/>
        </p:spPr>
        <p:txBody>
          <a:bodyPr/>
          <a:lstStyle/>
          <a:p>
            <a:endParaRPr lang="en-US"/>
          </a:p>
        </p:txBody>
      </p:sp>
      <p:sp>
        <p:nvSpPr>
          <p:cNvPr id="60" name="Shape 58"/>
          <p:cNvSpPr/>
          <p:nvPr/>
        </p:nvSpPr>
        <p:spPr>
          <a:xfrm>
            <a:off x="9607511" y="1686664"/>
            <a:ext cx="64008" cy="64008"/>
          </a:xfrm>
          <a:prstGeom prst="ellipse">
            <a:avLst/>
          </a:prstGeom>
          <a:solidFill>
            <a:srgbClr val="7FD1DB"/>
          </a:solidFill>
          <a:ln/>
        </p:spPr>
        <p:txBody>
          <a:bodyPr/>
          <a:lstStyle/>
          <a:p>
            <a:endParaRPr lang="en-US"/>
          </a:p>
        </p:txBody>
      </p:sp>
      <p:sp>
        <p:nvSpPr>
          <p:cNvPr id="61" name="Shape 59"/>
          <p:cNvSpPr/>
          <p:nvPr/>
        </p:nvSpPr>
        <p:spPr>
          <a:xfrm>
            <a:off x="9664370" y="1751257"/>
            <a:ext cx="64008" cy="64008"/>
          </a:xfrm>
          <a:prstGeom prst="ellipse">
            <a:avLst/>
          </a:prstGeom>
          <a:solidFill>
            <a:srgbClr val="7FD1DB">
              <a:alpha val="75000"/>
            </a:srgbClr>
          </a:solidFill>
          <a:ln/>
        </p:spPr>
        <p:txBody>
          <a:bodyPr/>
          <a:lstStyle/>
          <a:p>
            <a:endParaRPr lang="en-US"/>
          </a:p>
        </p:txBody>
      </p:sp>
      <p:sp>
        <p:nvSpPr>
          <p:cNvPr id="62" name="Shape 60"/>
          <p:cNvSpPr/>
          <p:nvPr/>
        </p:nvSpPr>
        <p:spPr>
          <a:xfrm>
            <a:off x="9701299" y="1834772"/>
            <a:ext cx="64008" cy="64008"/>
          </a:xfrm>
          <a:prstGeom prst="ellipse">
            <a:avLst/>
          </a:prstGeom>
          <a:solidFill>
            <a:srgbClr val="7FD1DB">
              <a:alpha val="75000"/>
            </a:srgbClr>
          </a:solidFill>
          <a:ln/>
        </p:spPr>
        <p:txBody>
          <a:bodyPr/>
          <a:lstStyle/>
          <a:p>
            <a:endParaRPr lang="en-US"/>
          </a:p>
        </p:txBody>
      </p:sp>
      <p:sp>
        <p:nvSpPr>
          <p:cNvPr id="63" name="Shape 61"/>
          <p:cNvSpPr/>
          <p:nvPr/>
        </p:nvSpPr>
        <p:spPr>
          <a:xfrm>
            <a:off x="9770264" y="1888952"/>
            <a:ext cx="64008" cy="64008"/>
          </a:xfrm>
          <a:prstGeom prst="ellipse">
            <a:avLst/>
          </a:prstGeom>
          <a:solidFill>
            <a:srgbClr val="7FD1DB"/>
          </a:solidFill>
          <a:ln/>
        </p:spPr>
        <p:txBody>
          <a:bodyPr/>
          <a:lstStyle/>
          <a:p>
            <a:endParaRPr lang="en-US"/>
          </a:p>
        </p:txBody>
      </p:sp>
      <p:sp>
        <p:nvSpPr>
          <p:cNvPr id="64" name="Shape 62"/>
          <p:cNvSpPr/>
          <p:nvPr/>
        </p:nvSpPr>
        <p:spPr>
          <a:xfrm>
            <a:off x="9800719" y="1947444"/>
            <a:ext cx="64008" cy="64008"/>
          </a:xfrm>
          <a:prstGeom prst="ellipse">
            <a:avLst/>
          </a:prstGeom>
          <a:solidFill>
            <a:srgbClr val="7FD1DB">
              <a:alpha val="75000"/>
            </a:srgbClr>
          </a:solidFill>
          <a:ln/>
        </p:spPr>
        <p:txBody>
          <a:bodyPr/>
          <a:lstStyle/>
          <a:p>
            <a:endParaRPr lang="en-US"/>
          </a:p>
        </p:txBody>
      </p:sp>
      <p:sp>
        <p:nvSpPr>
          <p:cNvPr id="65" name="Shape 63"/>
          <p:cNvSpPr/>
          <p:nvPr/>
        </p:nvSpPr>
        <p:spPr>
          <a:xfrm>
            <a:off x="9852594" y="2021838"/>
            <a:ext cx="64008" cy="64008"/>
          </a:xfrm>
          <a:prstGeom prst="ellipse">
            <a:avLst/>
          </a:prstGeom>
          <a:solidFill>
            <a:srgbClr val="7FD1DB">
              <a:alpha val="75000"/>
            </a:srgbClr>
          </a:solidFill>
          <a:ln/>
        </p:spPr>
        <p:txBody>
          <a:bodyPr/>
          <a:lstStyle/>
          <a:p>
            <a:endParaRPr lang="en-US"/>
          </a:p>
        </p:txBody>
      </p:sp>
      <p:sp>
        <p:nvSpPr>
          <p:cNvPr id="66" name="Shape 64"/>
          <p:cNvSpPr/>
          <p:nvPr/>
        </p:nvSpPr>
        <p:spPr>
          <a:xfrm>
            <a:off x="9921503" y="2143311"/>
            <a:ext cx="64008" cy="64008"/>
          </a:xfrm>
          <a:prstGeom prst="ellipse">
            <a:avLst/>
          </a:prstGeom>
          <a:solidFill>
            <a:srgbClr val="7FD1DB"/>
          </a:solidFill>
          <a:ln/>
        </p:spPr>
        <p:txBody>
          <a:bodyPr/>
          <a:lstStyle/>
          <a:p>
            <a:endParaRPr lang="en-US"/>
          </a:p>
        </p:txBody>
      </p:sp>
      <p:sp>
        <p:nvSpPr>
          <p:cNvPr id="67" name="Shape 65"/>
          <p:cNvSpPr/>
          <p:nvPr/>
        </p:nvSpPr>
        <p:spPr>
          <a:xfrm>
            <a:off x="9928345" y="2177260"/>
            <a:ext cx="64008" cy="64008"/>
          </a:xfrm>
          <a:prstGeom prst="ellipse">
            <a:avLst/>
          </a:prstGeom>
          <a:solidFill>
            <a:srgbClr val="7FD1DB">
              <a:alpha val="75000"/>
            </a:srgbClr>
          </a:solidFill>
          <a:ln/>
        </p:spPr>
        <p:txBody>
          <a:bodyPr/>
          <a:lstStyle/>
          <a:p>
            <a:endParaRPr lang="en-US"/>
          </a:p>
        </p:txBody>
      </p:sp>
      <p:sp>
        <p:nvSpPr>
          <p:cNvPr id="68" name="Shape 66"/>
          <p:cNvSpPr/>
          <p:nvPr/>
        </p:nvSpPr>
        <p:spPr>
          <a:xfrm>
            <a:off x="10013643" y="2297424"/>
            <a:ext cx="64008" cy="64008"/>
          </a:xfrm>
          <a:prstGeom prst="ellipse">
            <a:avLst/>
          </a:prstGeom>
          <a:solidFill>
            <a:srgbClr val="7FD1DB">
              <a:alpha val="75000"/>
            </a:srgbClr>
          </a:solidFill>
          <a:ln/>
        </p:spPr>
        <p:txBody>
          <a:bodyPr/>
          <a:lstStyle/>
          <a:p>
            <a:endParaRPr lang="en-US"/>
          </a:p>
        </p:txBody>
      </p:sp>
      <p:sp>
        <p:nvSpPr>
          <p:cNvPr id="69" name="Shape 67"/>
          <p:cNvSpPr/>
          <p:nvPr/>
        </p:nvSpPr>
        <p:spPr>
          <a:xfrm>
            <a:off x="11682241" y="1438327"/>
            <a:ext cx="64008" cy="64008"/>
          </a:xfrm>
          <a:prstGeom prst="ellipse">
            <a:avLst/>
          </a:prstGeom>
          <a:solidFill>
            <a:srgbClr val="7FD1DB"/>
          </a:solidFill>
          <a:ln/>
        </p:spPr>
        <p:txBody>
          <a:bodyPr/>
          <a:lstStyle/>
          <a:p>
            <a:endParaRPr lang="en-US"/>
          </a:p>
        </p:txBody>
      </p:sp>
      <p:sp>
        <p:nvSpPr>
          <p:cNvPr id="70" name="Shape 68"/>
          <p:cNvSpPr/>
          <p:nvPr/>
        </p:nvSpPr>
        <p:spPr>
          <a:xfrm>
            <a:off x="11659162" y="1622471"/>
            <a:ext cx="64008" cy="64008"/>
          </a:xfrm>
          <a:prstGeom prst="ellipse">
            <a:avLst/>
          </a:prstGeom>
          <a:solidFill>
            <a:srgbClr val="7FD1DB">
              <a:alpha val="75000"/>
            </a:srgbClr>
          </a:solidFill>
          <a:ln/>
        </p:spPr>
        <p:txBody>
          <a:bodyPr/>
          <a:lstStyle/>
          <a:p>
            <a:endParaRPr lang="en-US"/>
          </a:p>
        </p:txBody>
      </p:sp>
      <p:sp>
        <p:nvSpPr>
          <p:cNvPr id="71" name="Shape 69"/>
          <p:cNvSpPr/>
          <p:nvPr/>
        </p:nvSpPr>
        <p:spPr>
          <a:xfrm>
            <a:off x="11666710" y="2103505"/>
            <a:ext cx="64008" cy="64008"/>
          </a:xfrm>
          <a:prstGeom prst="ellipse">
            <a:avLst/>
          </a:prstGeom>
          <a:solidFill>
            <a:srgbClr val="7FD1DB">
              <a:alpha val="75000"/>
            </a:srgbClr>
          </a:solidFill>
          <a:ln/>
        </p:spPr>
        <p:txBody>
          <a:bodyPr/>
          <a:lstStyle/>
          <a:p>
            <a:endParaRPr lang="en-US"/>
          </a:p>
        </p:txBody>
      </p:sp>
      <p:sp>
        <p:nvSpPr>
          <p:cNvPr id="72" name="Shape 70"/>
          <p:cNvSpPr/>
          <p:nvPr/>
        </p:nvSpPr>
        <p:spPr>
          <a:xfrm>
            <a:off x="11676130" y="2332909"/>
            <a:ext cx="64008" cy="64008"/>
          </a:xfrm>
          <a:prstGeom prst="ellipse">
            <a:avLst/>
          </a:prstGeom>
          <a:solidFill>
            <a:srgbClr val="7FD1DB"/>
          </a:solidFill>
          <a:ln/>
        </p:spPr>
        <p:txBody>
          <a:bodyPr/>
          <a:lstStyle/>
          <a:p>
            <a:endParaRPr lang="en-US"/>
          </a:p>
        </p:txBody>
      </p:sp>
      <p:sp>
        <p:nvSpPr>
          <p:cNvPr id="73" name="Shape 71"/>
          <p:cNvSpPr/>
          <p:nvPr/>
        </p:nvSpPr>
        <p:spPr>
          <a:xfrm>
            <a:off x="11679363" y="2657926"/>
            <a:ext cx="64008" cy="64008"/>
          </a:xfrm>
          <a:prstGeom prst="ellipse">
            <a:avLst/>
          </a:prstGeom>
          <a:solidFill>
            <a:srgbClr val="7FD1DB">
              <a:alpha val="75000"/>
            </a:srgbClr>
          </a:solidFill>
          <a:ln/>
        </p:spPr>
        <p:txBody>
          <a:bodyPr/>
          <a:lstStyle/>
          <a:p>
            <a:endParaRPr lang="en-US"/>
          </a:p>
        </p:txBody>
      </p:sp>
      <p:sp>
        <p:nvSpPr>
          <p:cNvPr id="74" name="Shape 72"/>
          <p:cNvSpPr/>
          <p:nvPr/>
        </p:nvSpPr>
        <p:spPr>
          <a:xfrm>
            <a:off x="11672174" y="3002793"/>
            <a:ext cx="64008" cy="64008"/>
          </a:xfrm>
          <a:prstGeom prst="ellipse">
            <a:avLst/>
          </a:prstGeom>
          <a:solidFill>
            <a:srgbClr val="7FD1DB">
              <a:alpha val="75000"/>
            </a:srgbClr>
          </a:solidFill>
          <a:ln/>
        </p:spPr>
        <p:txBody>
          <a:bodyPr/>
          <a:lstStyle/>
          <a:p>
            <a:endParaRPr lang="en-US"/>
          </a:p>
        </p:txBody>
      </p:sp>
      <p:sp>
        <p:nvSpPr>
          <p:cNvPr id="75" name="Shape 73"/>
          <p:cNvSpPr/>
          <p:nvPr/>
        </p:nvSpPr>
        <p:spPr>
          <a:xfrm>
            <a:off x="11672238" y="3193776"/>
            <a:ext cx="64008" cy="64008"/>
          </a:xfrm>
          <a:prstGeom prst="ellipse">
            <a:avLst/>
          </a:prstGeom>
          <a:solidFill>
            <a:srgbClr val="7FD1DB"/>
          </a:solidFill>
          <a:ln/>
        </p:spPr>
        <p:txBody>
          <a:bodyPr/>
          <a:lstStyle/>
          <a:p>
            <a:endParaRPr lang="en-US"/>
          </a:p>
        </p:txBody>
      </p:sp>
      <p:sp>
        <p:nvSpPr>
          <p:cNvPr id="76" name="Shape 74"/>
          <p:cNvSpPr/>
          <p:nvPr/>
        </p:nvSpPr>
        <p:spPr>
          <a:xfrm>
            <a:off x="11666866" y="3542919"/>
            <a:ext cx="64008" cy="64008"/>
          </a:xfrm>
          <a:prstGeom prst="ellipse">
            <a:avLst/>
          </a:prstGeom>
          <a:solidFill>
            <a:srgbClr val="7FD1DB">
              <a:alpha val="75000"/>
            </a:srgbClr>
          </a:solidFill>
          <a:ln/>
        </p:spPr>
        <p:txBody>
          <a:bodyPr/>
          <a:lstStyle/>
          <a:p>
            <a:endParaRPr lang="en-US"/>
          </a:p>
        </p:txBody>
      </p:sp>
      <p:sp>
        <p:nvSpPr>
          <p:cNvPr id="77" name="Shape 75"/>
          <p:cNvSpPr/>
          <p:nvPr/>
        </p:nvSpPr>
        <p:spPr>
          <a:xfrm>
            <a:off x="11661826" y="3857042"/>
            <a:ext cx="64008" cy="64008"/>
          </a:xfrm>
          <a:prstGeom prst="ellipse">
            <a:avLst/>
          </a:prstGeom>
          <a:solidFill>
            <a:srgbClr val="7FD1DB">
              <a:alpha val="75000"/>
            </a:srgbClr>
          </a:solidFill>
          <a:ln/>
        </p:spPr>
        <p:txBody>
          <a:bodyPr/>
          <a:lstStyle/>
          <a:p>
            <a:endParaRPr lang="en-US"/>
          </a:p>
        </p:txBody>
      </p:sp>
      <p:sp>
        <p:nvSpPr>
          <p:cNvPr id="78" name="Shape 76"/>
          <p:cNvSpPr/>
          <p:nvPr/>
        </p:nvSpPr>
        <p:spPr>
          <a:xfrm>
            <a:off x="11672218" y="4241205"/>
            <a:ext cx="64008" cy="64008"/>
          </a:xfrm>
          <a:prstGeom prst="ellipse">
            <a:avLst/>
          </a:prstGeom>
          <a:solidFill>
            <a:srgbClr val="7FD1DB"/>
          </a:solidFill>
          <a:ln/>
        </p:spPr>
        <p:txBody>
          <a:bodyPr/>
          <a:lstStyle/>
          <a:p>
            <a:endParaRPr lang="en-US"/>
          </a:p>
        </p:txBody>
      </p:sp>
      <p:sp>
        <p:nvSpPr>
          <p:cNvPr id="79" name="Shape 77"/>
          <p:cNvSpPr/>
          <p:nvPr/>
        </p:nvSpPr>
        <p:spPr>
          <a:xfrm>
            <a:off x="11679816" y="4353532"/>
            <a:ext cx="64008" cy="64008"/>
          </a:xfrm>
          <a:prstGeom prst="ellipse">
            <a:avLst/>
          </a:prstGeom>
          <a:solidFill>
            <a:srgbClr val="7FD1DB">
              <a:alpha val="75000"/>
            </a:srgbClr>
          </a:solidFill>
          <a:ln/>
        </p:spPr>
        <p:txBody>
          <a:bodyPr/>
          <a:lstStyle/>
          <a:p>
            <a:endParaRPr lang="en-US"/>
          </a:p>
        </p:txBody>
      </p:sp>
      <p:sp>
        <p:nvSpPr>
          <p:cNvPr id="80" name="Shape 78"/>
          <p:cNvSpPr/>
          <p:nvPr/>
        </p:nvSpPr>
        <p:spPr>
          <a:xfrm>
            <a:off x="11674292" y="4616938"/>
            <a:ext cx="64008" cy="64008"/>
          </a:xfrm>
          <a:prstGeom prst="ellipse">
            <a:avLst/>
          </a:prstGeom>
          <a:solidFill>
            <a:srgbClr val="7FD1DB">
              <a:alpha val="75000"/>
            </a:srgbClr>
          </a:solidFill>
          <a:ln/>
        </p:spPr>
        <p:txBody>
          <a:bodyPr/>
          <a:lstStyle/>
          <a:p>
            <a:endParaRPr lang="en-US"/>
          </a:p>
        </p:txBody>
      </p:sp>
      <p:sp>
        <p:nvSpPr>
          <p:cNvPr id="81" name="Shape 79"/>
          <p:cNvSpPr/>
          <p:nvPr/>
        </p:nvSpPr>
        <p:spPr>
          <a:xfrm>
            <a:off x="11672638" y="4954525"/>
            <a:ext cx="64008" cy="64008"/>
          </a:xfrm>
          <a:prstGeom prst="ellipse">
            <a:avLst/>
          </a:prstGeom>
          <a:solidFill>
            <a:srgbClr val="7FD1DB"/>
          </a:solidFill>
          <a:ln/>
        </p:spPr>
        <p:txBody>
          <a:bodyPr/>
          <a:lstStyle/>
          <a:p>
            <a:endParaRPr lang="en-US"/>
          </a:p>
        </p:txBody>
      </p:sp>
      <p:sp>
        <p:nvSpPr>
          <p:cNvPr id="82" name="Shape 80"/>
          <p:cNvSpPr/>
          <p:nvPr/>
        </p:nvSpPr>
        <p:spPr>
          <a:xfrm>
            <a:off x="11023013" y="2367161"/>
            <a:ext cx="64008" cy="64008"/>
          </a:xfrm>
          <a:prstGeom prst="ellipse">
            <a:avLst/>
          </a:prstGeom>
          <a:solidFill>
            <a:srgbClr val="7FD1DB">
              <a:alpha val="75000"/>
            </a:srgbClr>
          </a:solidFill>
          <a:ln/>
        </p:spPr>
        <p:txBody>
          <a:bodyPr/>
          <a:lstStyle/>
          <a:p>
            <a:endParaRPr lang="en-US"/>
          </a:p>
        </p:txBody>
      </p:sp>
      <p:sp>
        <p:nvSpPr>
          <p:cNvPr id="83" name="Shape 81"/>
          <p:cNvSpPr/>
          <p:nvPr/>
        </p:nvSpPr>
        <p:spPr>
          <a:xfrm>
            <a:off x="11038443" y="2563477"/>
            <a:ext cx="64008" cy="64008"/>
          </a:xfrm>
          <a:prstGeom prst="ellipse">
            <a:avLst/>
          </a:prstGeom>
          <a:solidFill>
            <a:srgbClr val="7FD1DB">
              <a:alpha val="75000"/>
            </a:srgbClr>
          </a:solidFill>
          <a:ln/>
        </p:spPr>
        <p:txBody>
          <a:bodyPr/>
          <a:lstStyle/>
          <a:p>
            <a:endParaRPr lang="en-US"/>
          </a:p>
        </p:txBody>
      </p:sp>
      <p:sp>
        <p:nvSpPr>
          <p:cNvPr id="84" name="Shape 82"/>
          <p:cNvSpPr/>
          <p:nvPr/>
        </p:nvSpPr>
        <p:spPr>
          <a:xfrm>
            <a:off x="11024987" y="2631706"/>
            <a:ext cx="64008" cy="64008"/>
          </a:xfrm>
          <a:prstGeom prst="ellipse">
            <a:avLst/>
          </a:prstGeom>
          <a:solidFill>
            <a:srgbClr val="7FD1DB"/>
          </a:solidFill>
          <a:ln/>
        </p:spPr>
        <p:txBody>
          <a:bodyPr/>
          <a:lstStyle/>
          <a:p>
            <a:endParaRPr lang="en-US"/>
          </a:p>
        </p:txBody>
      </p:sp>
      <p:sp>
        <p:nvSpPr>
          <p:cNvPr id="85" name="Shape 83"/>
          <p:cNvSpPr/>
          <p:nvPr/>
        </p:nvSpPr>
        <p:spPr>
          <a:xfrm>
            <a:off x="11037488" y="2880214"/>
            <a:ext cx="64008" cy="64008"/>
          </a:xfrm>
          <a:prstGeom prst="ellipse">
            <a:avLst/>
          </a:prstGeom>
          <a:solidFill>
            <a:srgbClr val="7FD1DB">
              <a:alpha val="75000"/>
            </a:srgbClr>
          </a:solidFill>
          <a:ln/>
        </p:spPr>
        <p:txBody>
          <a:bodyPr/>
          <a:lstStyle/>
          <a:p>
            <a:endParaRPr lang="en-US"/>
          </a:p>
        </p:txBody>
      </p:sp>
      <p:sp>
        <p:nvSpPr>
          <p:cNvPr id="86" name="Shape 84"/>
          <p:cNvSpPr/>
          <p:nvPr/>
        </p:nvSpPr>
        <p:spPr>
          <a:xfrm>
            <a:off x="11032605" y="2951384"/>
            <a:ext cx="64008" cy="64008"/>
          </a:xfrm>
          <a:prstGeom prst="ellipse">
            <a:avLst/>
          </a:prstGeom>
          <a:solidFill>
            <a:srgbClr val="7FD1DB">
              <a:alpha val="75000"/>
            </a:srgbClr>
          </a:solidFill>
          <a:ln/>
        </p:spPr>
        <p:txBody>
          <a:bodyPr/>
          <a:lstStyle/>
          <a:p>
            <a:endParaRPr lang="en-US"/>
          </a:p>
        </p:txBody>
      </p:sp>
      <p:sp>
        <p:nvSpPr>
          <p:cNvPr id="87" name="Shape 85"/>
          <p:cNvSpPr/>
          <p:nvPr/>
        </p:nvSpPr>
        <p:spPr>
          <a:xfrm>
            <a:off x="11018902" y="3155686"/>
            <a:ext cx="64008" cy="64008"/>
          </a:xfrm>
          <a:prstGeom prst="ellipse">
            <a:avLst/>
          </a:prstGeom>
          <a:solidFill>
            <a:srgbClr val="7FD1DB"/>
          </a:solidFill>
          <a:ln/>
        </p:spPr>
        <p:txBody>
          <a:bodyPr/>
          <a:lstStyle/>
          <a:p>
            <a:endParaRPr lang="en-US"/>
          </a:p>
        </p:txBody>
      </p:sp>
      <p:sp>
        <p:nvSpPr>
          <p:cNvPr id="88" name="Shape 86"/>
          <p:cNvSpPr/>
          <p:nvPr/>
        </p:nvSpPr>
        <p:spPr>
          <a:xfrm>
            <a:off x="11019034" y="3309227"/>
            <a:ext cx="64008" cy="64008"/>
          </a:xfrm>
          <a:prstGeom prst="ellipse">
            <a:avLst/>
          </a:prstGeom>
          <a:solidFill>
            <a:srgbClr val="7FD1DB">
              <a:alpha val="75000"/>
            </a:srgbClr>
          </a:solidFill>
          <a:ln/>
        </p:spPr>
        <p:txBody>
          <a:bodyPr/>
          <a:lstStyle/>
          <a:p>
            <a:endParaRPr lang="en-US"/>
          </a:p>
        </p:txBody>
      </p:sp>
      <p:sp>
        <p:nvSpPr>
          <p:cNvPr id="89" name="Shape 87"/>
          <p:cNvSpPr/>
          <p:nvPr/>
        </p:nvSpPr>
        <p:spPr>
          <a:xfrm>
            <a:off x="11035382" y="3392023"/>
            <a:ext cx="64008" cy="64008"/>
          </a:xfrm>
          <a:prstGeom prst="ellipse">
            <a:avLst/>
          </a:prstGeom>
          <a:solidFill>
            <a:srgbClr val="7FD1DB">
              <a:alpha val="75000"/>
            </a:srgbClr>
          </a:solidFill>
          <a:ln/>
        </p:spPr>
        <p:txBody>
          <a:bodyPr/>
          <a:lstStyle/>
          <a:p>
            <a:endParaRPr lang="en-US"/>
          </a:p>
        </p:txBody>
      </p:sp>
      <p:sp>
        <p:nvSpPr>
          <p:cNvPr id="90" name="Shape 88"/>
          <p:cNvSpPr/>
          <p:nvPr/>
        </p:nvSpPr>
        <p:spPr>
          <a:xfrm>
            <a:off x="11045274" y="3617112"/>
            <a:ext cx="64008" cy="64008"/>
          </a:xfrm>
          <a:prstGeom prst="ellipse">
            <a:avLst/>
          </a:prstGeom>
          <a:solidFill>
            <a:srgbClr val="7FD1DB"/>
          </a:solidFill>
          <a:ln/>
        </p:spPr>
        <p:txBody>
          <a:bodyPr/>
          <a:lstStyle/>
          <a:p>
            <a:endParaRPr lang="en-US"/>
          </a:p>
        </p:txBody>
      </p:sp>
      <p:sp>
        <p:nvSpPr>
          <p:cNvPr id="91" name="Shape 89"/>
          <p:cNvSpPr/>
          <p:nvPr/>
        </p:nvSpPr>
        <p:spPr>
          <a:xfrm>
            <a:off x="11023132" y="3662179"/>
            <a:ext cx="64008" cy="64008"/>
          </a:xfrm>
          <a:prstGeom prst="ellipse">
            <a:avLst/>
          </a:prstGeom>
          <a:solidFill>
            <a:srgbClr val="7FD1DB">
              <a:alpha val="75000"/>
            </a:srgbClr>
          </a:solidFill>
          <a:ln/>
        </p:spPr>
        <p:txBody>
          <a:bodyPr/>
          <a:lstStyle/>
          <a:p>
            <a:endParaRPr lang="en-US"/>
          </a:p>
        </p:txBody>
      </p:sp>
      <p:sp>
        <p:nvSpPr>
          <p:cNvPr id="92" name="Shape 90"/>
          <p:cNvSpPr/>
          <p:nvPr/>
        </p:nvSpPr>
        <p:spPr>
          <a:xfrm>
            <a:off x="11045901" y="3853958"/>
            <a:ext cx="64008" cy="64008"/>
          </a:xfrm>
          <a:prstGeom prst="ellipse">
            <a:avLst/>
          </a:prstGeom>
          <a:solidFill>
            <a:srgbClr val="7FD1DB">
              <a:alpha val="75000"/>
            </a:srgbClr>
          </a:solidFill>
          <a:ln/>
        </p:spPr>
        <p:txBody>
          <a:bodyPr/>
          <a:lstStyle/>
          <a:p>
            <a:endParaRPr lang="en-US"/>
          </a:p>
        </p:txBody>
      </p:sp>
      <p:sp>
        <p:nvSpPr>
          <p:cNvPr id="93" name="Shape 91"/>
          <p:cNvSpPr/>
          <p:nvPr/>
        </p:nvSpPr>
        <p:spPr>
          <a:xfrm>
            <a:off x="11023564" y="3995676"/>
            <a:ext cx="64008" cy="64008"/>
          </a:xfrm>
          <a:prstGeom prst="ellipse">
            <a:avLst/>
          </a:prstGeom>
          <a:solidFill>
            <a:srgbClr val="7FD1DB"/>
          </a:solidFill>
          <a:ln/>
        </p:spPr>
        <p:txBody>
          <a:bodyPr/>
          <a:lstStyle/>
          <a:p>
            <a:endParaRPr lang="en-US"/>
          </a:p>
        </p:txBody>
      </p:sp>
      <p:sp>
        <p:nvSpPr>
          <p:cNvPr id="94" name="Shape 92"/>
          <p:cNvSpPr/>
          <p:nvPr/>
        </p:nvSpPr>
        <p:spPr>
          <a:xfrm>
            <a:off x="11045765" y="4156417"/>
            <a:ext cx="64008" cy="64008"/>
          </a:xfrm>
          <a:prstGeom prst="ellipse">
            <a:avLst/>
          </a:prstGeom>
          <a:solidFill>
            <a:srgbClr val="7FD1DB">
              <a:alpha val="75000"/>
            </a:srgbClr>
          </a:solidFill>
          <a:ln/>
        </p:spPr>
        <p:txBody>
          <a:bodyPr/>
          <a:lstStyle/>
          <a:p>
            <a:endParaRPr lang="en-US"/>
          </a:p>
        </p:txBody>
      </p:sp>
      <p:sp>
        <p:nvSpPr>
          <p:cNvPr id="95" name="Shape 93"/>
          <p:cNvSpPr/>
          <p:nvPr/>
        </p:nvSpPr>
        <p:spPr>
          <a:xfrm>
            <a:off x="11667187" y="1358473"/>
            <a:ext cx="64008" cy="64008"/>
          </a:xfrm>
          <a:prstGeom prst="ellipse">
            <a:avLst/>
          </a:prstGeom>
          <a:solidFill>
            <a:srgbClr val="7FD1DB">
              <a:alpha val="75000"/>
            </a:srgbClr>
          </a:solidFill>
          <a:ln/>
        </p:spPr>
        <p:txBody>
          <a:bodyPr/>
          <a:lstStyle/>
          <a:p>
            <a:endParaRPr lang="en-US"/>
          </a:p>
        </p:txBody>
      </p:sp>
      <p:sp>
        <p:nvSpPr>
          <p:cNvPr id="96" name="Shape 94"/>
          <p:cNvSpPr/>
          <p:nvPr/>
        </p:nvSpPr>
        <p:spPr>
          <a:xfrm>
            <a:off x="11570333" y="1477107"/>
            <a:ext cx="64008" cy="64008"/>
          </a:xfrm>
          <a:prstGeom prst="ellipse">
            <a:avLst/>
          </a:prstGeom>
          <a:solidFill>
            <a:srgbClr val="7FD1DB"/>
          </a:solidFill>
          <a:ln/>
        </p:spPr>
        <p:txBody>
          <a:bodyPr/>
          <a:lstStyle/>
          <a:p>
            <a:endParaRPr lang="en-US"/>
          </a:p>
        </p:txBody>
      </p:sp>
      <p:sp>
        <p:nvSpPr>
          <p:cNvPr id="97" name="Shape 95"/>
          <p:cNvSpPr/>
          <p:nvPr/>
        </p:nvSpPr>
        <p:spPr>
          <a:xfrm>
            <a:off x="11548018" y="1540759"/>
            <a:ext cx="64008" cy="64008"/>
          </a:xfrm>
          <a:prstGeom prst="ellipse">
            <a:avLst/>
          </a:prstGeom>
          <a:solidFill>
            <a:srgbClr val="7FD1DB">
              <a:alpha val="75000"/>
            </a:srgbClr>
          </a:solidFill>
          <a:ln/>
        </p:spPr>
        <p:txBody>
          <a:bodyPr/>
          <a:lstStyle/>
          <a:p>
            <a:endParaRPr lang="en-US"/>
          </a:p>
        </p:txBody>
      </p:sp>
      <p:sp>
        <p:nvSpPr>
          <p:cNvPr id="98" name="Shape 96"/>
          <p:cNvSpPr/>
          <p:nvPr/>
        </p:nvSpPr>
        <p:spPr>
          <a:xfrm>
            <a:off x="11497974" y="1599336"/>
            <a:ext cx="64008" cy="64008"/>
          </a:xfrm>
          <a:prstGeom prst="ellipse">
            <a:avLst/>
          </a:prstGeom>
          <a:solidFill>
            <a:srgbClr val="7FD1DB">
              <a:alpha val="75000"/>
            </a:srgbClr>
          </a:solidFill>
          <a:ln/>
        </p:spPr>
        <p:txBody>
          <a:bodyPr/>
          <a:lstStyle/>
          <a:p>
            <a:endParaRPr lang="en-US"/>
          </a:p>
        </p:txBody>
      </p:sp>
      <p:sp>
        <p:nvSpPr>
          <p:cNvPr id="99" name="Shape 97"/>
          <p:cNvSpPr/>
          <p:nvPr/>
        </p:nvSpPr>
        <p:spPr>
          <a:xfrm>
            <a:off x="11432995" y="1685162"/>
            <a:ext cx="64008" cy="64008"/>
          </a:xfrm>
          <a:prstGeom prst="ellipse">
            <a:avLst/>
          </a:prstGeom>
          <a:solidFill>
            <a:srgbClr val="7FD1DB"/>
          </a:solidFill>
          <a:ln/>
        </p:spPr>
        <p:txBody>
          <a:bodyPr/>
          <a:lstStyle/>
          <a:p>
            <a:endParaRPr lang="en-US"/>
          </a:p>
        </p:txBody>
      </p:sp>
      <p:sp>
        <p:nvSpPr>
          <p:cNvPr id="100" name="Shape 98"/>
          <p:cNvSpPr/>
          <p:nvPr/>
        </p:nvSpPr>
        <p:spPr>
          <a:xfrm>
            <a:off x="11413101" y="1743609"/>
            <a:ext cx="64008" cy="64008"/>
          </a:xfrm>
          <a:prstGeom prst="ellipse">
            <a:avLst/>
          </a:prstGeom>
          <a:solidFill>
            <a:srgbClr val="7FD1DB">
              <a:alpha val="75000"/>
            </a:srgbClr>
          </a:solidFill>
          <a:ln/>
        </p:spPr>
        <p:txBody>
          <a:bodyPr/>
          <a:lstStyle/>
          <a:p>
            <a:endParaRPr lang="en-US"/>
          </a:p>
        </p:txBody>
      </p:sp>
      <p:sp>
        <p:nvSpPr>
          <p:cNvPr id="101" name="Shape 99"/>
          <p:cNvSpPr/>
          <p:nvPr/>
        </p:nvSpPr>
        <p:spPr>
          <a:xfrm>
            <a:off x="11377252" y="1794945"/>
            <a:ext cx="64008" cy="64008"/>
          </a:xfrm>
          <a:prstGeom prst="ellipse">
            <a:avLst/>
          </a:prstGeom>
          <a:solidFill>
            <a:srgbClr val="7FD1DB">
              <a:alpha val="75000"/>
            </a:srgbClr>
          </a:solidFill>
          <a:ln/>
        </p:spPr>
        <p:txBody>
          <a:bodyPr/>
          <a:lstStyle/>
          <a:p>
            <a:endParaRPr lang="en-US"/>
          </a:p>
        </p:txBody>
      </p:sp>
      <p:sp>
        <p:nvSpPr>
          <p:cNvPr id="102" name="Shape 100"/>
          <p:cNvSpPr/>
          <p:nvPr/>
        </p:nvSpPr>
        <p:spPr>
          <a:xfrm>
            <a:off x="11295336" y="1906895"/>
            <a:ext cx="64008" cy="64008"/>
          </a:xfrm>
          <a:prstGeom prst="ellipse">
            <a:avLst/>
          </a:prstGeom>
          <a:solidFill>
            <a:srgbClr val="7FD1DB"/>
          </a:solidFill>
          <a:ln/>
        </p:spPr>
        <p:txBody>
          <a:bodyPr/>
          <a:lstStyle/>
          <a:p>
            <a:endParaRPr lang="en-US"/>
          </a:p>
        </p:txBody>
      </p:sp>
      <p:sp>
        <p:nvSpPr>
          <p:cNvPr id="103" name="Shape 101"/>
          <p:cNvSpPr/>
          <p:nvPr/>
        </p:nvSpPr>
        <p:spPr>
          <a:xfrm>
            <a:off x="11274838" y="1953490"/>
            <a:ext cx="64008" cy="64008"/>
          </a:xfrm>
          <a:prstGeom prst="ellipse">
            <a:avLst/>
          </a:prstGeom>
          <a:solidFill>
            <a:srgbClr val="7FD1DB">
              <a:alpha val="75000"/>
            </a:srgbClr>
          </a:solidFill>
          <a:ln/>
        </p:spPr>
        <p:txBody>
          <a:bodyPr/>
          <a:lstStyle/>
          <a:p>
            <a:endParaRPr lang="en-US"/>
          </a:p>
        </p:txBody>
      </p:sp>
      <p:sp>
        <p:nvSpPr>
          <p:cNvPr id="104" name="Shape 102"/>
          <p:cNvSpPr/>
          <p:nvPr/>
        </p:nvSpPr>
        <p:spPr>
          <a:xfrm>
            <a:off x="11230386" y="2020962"/>
            <a:ext cx="64008" cy="64008"/>
          </a:xfrm>
          <a:prstGeom prst="ellipse">
            <a:avLst/>
          </a:prstGeom>
          <a:solidFill>
            <a:srgbClr val="7FD1DB">
              <a:alpha val="75000"/>
            </a:srgbClr>
          </a:solidFill>
          <a:ln/>
        </p:spPr>
        <p:txBody>
          <a:bodyPr/>
          <a:lstStyle/>
          <a:p>
            <a:endParaRPr lang="en-US"/>
          </a:p>
        </p:txBody>
      </p:sp>
      <p:sp>
        <p:nvSpPr>
          <p:cNvPr id="105" name="Shape 103"/>
          <p:cNvSpPr/>
          <p:nvPr/>
        </p:nvSpPr>
        <p:spPr>
          <a:xfrm>
            <a:off x="11157050" y="2106165"/>
            <a:ext cx="64008" cy="64008"/>
          </a:xfrm>
          <a:prstGeom prst="ellipse">
            <a:avLst/>
          </a:prstGeom>
          <a:solidFill>
            <a:srgbClr val="7FD1DB"/>
          </a:solidFill>
          <a:ln/>
        </p:spPr>
        <p:txBody>
          <a:bodyPr/>
          <a:lstStyle/>
          <a:p>
            <a:endParaRPr lang="en-US"/>
          </a:p>
        </p:txBody>
      </p:sp>
      <p:sp>
        <p:nvSpPr>
          <p:cNvPr id="106" name="Shape 104"/>
          <p:cNvSpPr/>
          <p:nvPr/>
        </p:nvSpPr>
        <p:spPr>
          <a:xfrm>
            <a:off x="11109664" y="2167092"/>
            <a:ext cx="64008" cy="64008"/>
          </a:xfrm>
          <a:prstGeom prst="ellipse">
            <a:avLst/>
          </a:prstGeom>
          <a:solidFill>
            <a:srgbClr val="7FD1DB">
              <a:alpha val="75000"/>
            </a:srgbClr>
          </a:solidFill>
          <a:ln/>
        </p:spPr>
        <p:txBody>
          <a:bodyPr/>
          <a:lstStyle/>
          <a:p>
            <a:endParaRPr lang="en-US"/>
          </a:p>
        </p:txBody>
      </p:sp>
      <p:sp>
        <p:nvSpPr>
          <p:cNvPr id="107" name="Shape 105"/>
          <p:cNvSpPr/>
          <p:nvPr/>
        </p:nvSpPr>
        <p:spPr>
          <a:xfrm>
            <a:off x="11055827" y="2285076"/>
            <a:ext cx="64008" cy="64008"/>
          </a:xfrm>
          <a:prstGeom prst="ellipse">
            <a:avLst/>
          </a:prstGeom>
          <a:solidFill>
            <a:srgbClr val="7FD1DB">
              <a:alpha val="75000"/>
            </a:srgbClr>
          </a:solidFill>
          <a:ln/>
        </p:spPr>
        <p:txBody>
          <a:bodyPr/>
          <a:lstStyle/>
          <a:p>
            <a:endParaRPr lang="en-US"/>
          </a:p>
        </p:txBody>
      </p:sp>
      <p:sp>
        <p:nvSpPr>
          <p:cNvPr id="108" name="Shape 106"/>
          <p:cNvSpPr/>
          <p:nvPr/>
        </p:nvSpPr>
        <p:spPr>
          <a:xfrm>
            <a:off x="11515096" y="5176533"/>
            <a:ext cx="64008" cy="64008"/>
          </a:xfrm>
          <a:prstGeom prst="ellipse">
            <a:avLst/>
          </a:prstGeom>
          <a:solidFill>
            <a:srgbClr val="7FD1DB"/>
          </a:solidFill>
          <a:ln/>
        </p:spPr>
        <p:txBody>
          <a:bodyPr/>
          <a:lstStyle/>
          <a:p>
            <a:endParaRPr lang="en-US"/>
          </a:p>
        </p:txBody>
      </p:sp>
      <p:sp>
        <p:nvSpPr>
          <p:cNvPr id="109" name="Shape 107"/>
          <p:cNvSpPr/>
          <p:nvPr/>
        </p:nvSpPr>
        <p:spPr>
          <a:xfrm>
            <a:off x="11336369" y="5184500"/>
            <a:ext cx="64008" cy="64008"/>
          </a:xfrm>
          <a:prstGeom prst="ellipse">
            <a:avLst/>
          </a:prstGeom>
          <a:solidFill>
            <a:srgbClr val="7FD1DB">
              <a:alpha val="75000"/>
            </a:srgbClr>
          </a:solidFill>
          <a:ln/>
        </p:spPr>
        <p:txBody>
          <a:bodyPr/>
          <a:lstStyle/>
          <a:p>
            <a:endParaRPr lang="en-US"/>
          </a:p>
        </p:txBody>
      </p:sp>
      <p:sp>
        <p:nvSpPr>
          <p:cNvPr id="110" name="Shape 108"/>
          <p:cNvSpPr/>
          <p:nvPr/>
        </p:nvSpPr>
        <p:spPr>
          <a:xfrm>
            <a:off x="11207383" y="5170279"/>
            <a:ext cx="64008" cy="64008"/>
          </a:xfrm>
          <a:prstGeom prst="ellipse">
            <a:avLst/>
          </a:prstGeom>
          <a:solidFill>
            <a:srgbClr val="7FD1DB">
              <a:alpha val="75000"/>
            </a:srgbClr>
          </a:solidFill>
          <a:ln/>
        </p:spPr>
        <p:txBody>
          <a:bodyPr/>
          <a:lstStyle/>
          <a:p>
            <a:endParaRPr lang="en-US"/>
          </a:p>
        </p:txBody>
      </p:sp>
      <p:sp>
        <p:nvSpPr>
          <p:cNvPr id="111" name="Shape 109"/>
          <p:cNvSpPr/>
          <p:nvPr/>
        </p:nvSpPr>
        <p:spPr>
          <a:xfrm>
            <a:off x="10977981" y="5175322"/>
            <a:ext cx="64008" cy="64008"/>
          </a:xfrm>
          <a:prstGeom prst="ellipse">
            <a:avLst/>
          </a:prstGeom>
          <a:solidFill>
            <a:srgbClr val="7FD1DB"/>
          </a:solidFill>
          <a:ln/>
        </p:spPr>
        <p:txBody>
          <a:bodyPr/>
          <a:lstStyle/>
          <a:p>
            <a:endParaRPr lang="en-US"/>
          </a:p>
        </p:txBody>
      </p:sp>
      <p:sp>
        <p:nvSpPr>
          <p:cNvPr id="112" name="Shape 110"/>
          <p:cNvSpPr/>
          <p:nvPr/>
        </p:nvSpPr>
        <p:spPr>
          <a:xfrm>
            <a:off x="10799996" y="5192019"/>
            <a:ext cx="64008" cy="64008"/>
          </a:xfrm>
          <a:prstGeom prst="ellipse">
            <a:avLst/>
          </a:prstGeom>
          <a:solidFill>
            <a:srgbClr val="7FD1DB">
              <a:alpha val="75000"/>
            </a:srgbClr>
          </a:solidFill>
          <a:ln/>
        </p:spPr>
        <p:txBody>
          <a:bodyPr/>
          <a:lstStyle/>
          <a:p>
            <a:endParaRPr lang="en-US"/>
          </a:p>
        </p:txBody>
      </p:sp>
      <p:sp>
        <p:nvSpPr>
          <p:cNvPr id="113" name="Shape 111"/>
          <p:cNvSpPr/>
          <p:nvPr/>
        </p:nvSpPr>
        <p:spPr>
          <a:xfrm>
            <a:off x="10642414" y="5166625"/>
            <a:ext cx="64008" cy="64008"/>
          </a:xfrm>
          <a:prstGeom prst="ellipse">
            <a:avLst/>
          </a:prstGeom>
          <a:solidFill>
            <a:srgbClr val="7FD1DB">
              <a:alpha val="75000"/>
            </a:srgbClr>
          </a:solidFill>
          <a:ln/>
        </p:spPr>
        <p:txBody>
          <a:bodyPr/>
          <a:lstStyle/>
          <a:p>
            <a:endParaRPr lang="en-US"/>
          </a:p>
        </p:txBody>
      </p:sp>
      <p:sp>
        <p:nvSpPr>
          <p:cNvPr id="114" name="Shape 112"/>
          <p:cNvSpPr/>
          <p:nvPr/>
        </p:nvSpPr>
        <p:spPr>
          <a:xfrm>
            <a:off x="10514410" y="5180376"/>
            <a:ext cx="64008" cy="64008"/>
          </a:xfrm>
          <a:prstGeom prst="ellipse">
            <a:avLst/>
          </a:prstGeom>
          <a:solidFill>
            <a:srgbClr val="7FD1DB"/>
          </a:solidFill>
          <a:ln/>
        </p:spPr>
        <p:txBody>
          <a:bodyPr/>
          <a:lstStyle/>
          <a:p>
            <a:endParaRPr lang="en-US"/>
          </a:p>
        </p:txBody>
      </p:sp>
      <p:sp>
        <p:nvSpPr>
          <p:cNvPr id="115" name="Shape 113"/>
          <p:cNvSpPr/>
          <p:nvPr/>
        </p:nvSpPr>
        <p:spPr>
          <a:xfrm>
            <a:off x="10336975" y="5179697"/>
            <a:ext cx="64008" cy="64008"/>
          </a:xfrm>
          <a:prstGeom prst="ellipse">
            <a:avLst/>
          </a:prstGeom>
          <a:solidFill>
            <a:srgbClr val="7FD1DB">
              <a:alpha val="75000"/>
            </a:srgbClr>
          </a:solidFill>
          <a:ln/>
        </p:spPr>
        <p:txBody>
          <a:bodyPr/>
          <a:lstStyle/>
          <a:p>
            <a:endParaRPr lang="en-US"/>
          </a:p>
        </p:txBody>
      </p:sp>
      <p:sp>
        <p:nvSpPr>
          <p:cNvPr id="116" name="Shape 114"/>
          <p:cNvSpPr/>
          <p:nvPr/>
        </p:nvSpPr>
        <p:spPr>
          <a:xfrm>
            <a:off x="10211987" y="5188254"/>
            <a:ext cx="64008" cy="64008"/>
          </a:xfrm>
          <a:prstGeom prst="ellipse">
            <a:avLst/>
          </a:prstGeom>
          <a:solidFill>
            <a:srgbClr val="7FD1DB">
              <a:alpha val="75000"/>
            </a:srgbClr>
          </a:solidFill>
          <a:ln/>
        </p:spPr>
        <p:txBody>
          <a:bodyPr/>
          <a:lstStyle/>
          <a:p>
            <a:endParaRPr lang="en-US"/>
          </a:p>
        </p:txBody>
      </p:sp>
      <p:sp>
        <p:nvSpPr>
          <p:cNvPr id="117" name="Shape 115"/>
          <p:cNvSpPr/>
          <p:nvPr/>
        </p:nvSpPr>
        <p:spPr>
          <a:xfrm>
            <a:off x="10056722" y="5191024"/>
            <a:ext cx="64008" cy="64008"/>
          </a:xfrm>
          <a:prstGeom prst="ellipse">
            <a:avLst/>
          </a:prstGeom>
          <a:solidFill>
            <a:srgbClr val="7FD1DB"/>
          </a:solidFill>
          <a:ln/>
        </p:spPr>
        <p:txBody>
          <a:bodyPr/>
          <a:lstStyle/>
          <a:p>
            <a:endParaRPr lang="en-US"/>
          </a:p>
        </p:txBody>
      </p:sp>
      <p:sp>
        <p:nvSpPr>
          <p:cNvPr id="118" name="Shape 116"/>
          <p:cNvSpPr/>
          <p:nvPr/>
        </p:nvSpPr>
        <p:spPr>
          <a:xfrm>
            <a:off x="9854470" y="5176026"/>
            <a:ext cx="64008" cy="64008"/>
          </a:xfrm>
          <a:prstGeom prst="ellipse">
            <a:avLst/>
          </a:prstGeom>
          <a:solidFill>
            <a:srgbClr val="7FD1DB">
              <a:alpha val="75000"/>
            </a:srgbClr>
          </a:solidFill>
          <a:ln/>
        </p:spPr>
        <p:txBody>
          <a:bodyPr/>
          <a:lstStyle/>
          <a:p>
            <a:endParaRPr lang="en-US"/>
          </a:p>
        </p:txBody>
      </p:sp>
      <p:sp>
        <p:nvSpPr>
          <p:cNvPr id="119" name="Shape 117"/>
          <p:cNvSpPr/>
          <p:nvPr/>
        </p:nvSpPr>
        <p:spPr>
          <a:xfrm>
            <a:off x="9687380" y="5173960"/>
            <a:ext cx="64008" cy="64008"/>
          </a:xfrm>
          <a:prstGeom prst="ellipse">
            <a:avLst/>
          </a:prstGeom>
          <a:solidFill>
            <a:srgbClr val="7FD1DB">
              <a:alpha val="75000"/>
            </a:srgbClr>
          </a:solidFill>
          <a:ln/>
        </p:spPr>
        <p:txBody>
          <a:bodyPr/>
          <a:lstStyle/>
          <a:p>
            <a:endParaRPr lang="en-US"/>
          </a:p>
        </p:txBody>
      </p:sp>
      <p:sp>
        <p:nvSpPr>
          <p:cNvPr id="120" name="Shape 118"/>
          <p:cNvSpPr/>
          <p:nvPr/>
        </p:nvSpPr>
        <p:spPr>
          <a:xfrm>
            <a:off x="9476742" y="5174271"/>
            <a:ext cx="64008" cy="64008"/>
          </a:xfrm>
          <a:prstGeom prst="ellipse">
            <a:avLst/>
          </a:prstGeom>
          <a:solidFill>
            <a:srgbClr val="7FD1DB"/>
          </a:solidFill>
          <a:ln/>
        </p:spPr>
        <p:txBody>
          <a:bodyPr/>
          <a:lstStyle/>
          <a:p>
            <a:endParaRPr lang="en-US"/>
          </a:p>
        </p:txBody>
      </p:sp>
      <p:sp>
        <p:nvSpPr>
          <p:cNvPr id="121" name="Shape 119"/>
          <p:cNvSpPr/>
          <p:nvPr/>
        </p:nvSpPr>
        <p:spPr>
          <a:xfrm>
            <a:off x="10960977" y="4209652"/>
            <a:ext cx="64008" cy="64008"/>
          </a:xfrm>
          <a:prstGeom prst="ellipse">
            <a:avLst/>
          </a:prstGeom>
          <a:solidFill>
            <a:srgbClr val="7FD1DB">
              <a:alpha val="75000"/>
            </a:srgbClr>
          </a:solidFill>
          <a:ln/>
        </p:spPr>
        <p:txBody>
          <a:bodyPr/>
          <a:lstStyle/>
          <a:p>
            <a:endParaRPr lang="en-US"/>
          </a:p>
        </p:txBody>
      </p:sp>
      <p:sp>
        <p:nvSpPr>
          <p:cNvPr id="122" name="Shape 120"/>
          <p:cNvSpPr/>
          <p:nvPr/>
        </p:nvSpPr>
        <p:spPr>
          <a:xfrm>
            <a:off x="10916016" y="4223990"/>
            <a:ext cx="64008" cy="64008"/>
          </a:xfrm>
          <a:prstGeom prst="ellipse">
            <a:avLst/>
          </a:prstGeom>
          <a:solidFill>
            <a:srgbClr val="7FD1DB">
              <a:alpha val="75000"/>
            </a:srgbClr>
          </a:solidFill>
          <a:ln/>
        </p:spPr>
        <p:txBody>
          <a:bodyPr/>
          <a:lstStyle/>
          <a:p>
            <a:endParaRPr lang="en-US"/>
          </a:p>
        </p:txBody>
      </p:sp>
      <p:sp>
        <p:nvSpPr>
          <p:cNvPr id="123" name="Shape 121"/>
          <p:cNvSpPr/>
          <p:nvPr/>
        </p:nvSpPr>
        <p:spPr>
          <a:xfrm>
            <a:off x="10859417" y="4209655"/>
            <a:ext cx="64008" cy="64008"/>
          </a:xfrm>
          <a:prstGeom prst="ellipse">
            <a:avLst/>
          </a:prstGeom>
          <a:solidFill>
            <a:srgbClr val="7FD1DB"/>
          </a:solidFill>
          <a:ln/>
        </p:spPr>
        <p:txBody>
          <a:bodyPr/>
          <a:lstStyle/>
          <a:p>
            <a:endParaRPr lang="en-US"/>
          </a:p>
        </p:txBody>
      </p:sp>
      <p:sp>
        <p:nvSpPr>
          <p:cNvPr id="124" name="Shape 122"/>
          <p:cNvSpPr/>
          <p:nvPr/>
        </p:nvSpPr>
        <p:spPr>
          <a:xfrm>
            <a:off x="10800261" y="4225020"/>
            <a:ext cx="64008" cy="64008"/>
          </a:xfrm>
          <a:prstGeom prst="ellipse">
            <a:avLst/>
          </a:prstGeom>
          <a:solidFill>
            <a:srgbClr val="7FD1DB">
              <a:alpha val="75000"/>
            </a:srgbClr>
          </a:solidFill>
          <a:ln/>
        </p:spPr>
        <p:txBody>
          <a:bodyPr/>
          <a:lstStyle/>
          <a:p>
            <a:endParaRPr lang="en-US"/>
          </a:p>
        </p:txBody>
      </p:sp>
      <p:sp>
        <p:nvSpPr>
          <p:cNvPr id="125" name="Shape 123"/>
          <p:cNvSpPr/>
          <p:nvPr/>
        </p:nvSpPr>
        <p:spPr>
          <a:xfrm>
            <a:off x="10721460" y="4216653"/>
            <a:ext cx="64008" cy="64008"/>
          </a:xfrm>
          <a:prstGeom prst="ellipse">
            <a:avLst/>
          </a:prstGeom>
          <a:solidFill>
            <a:srgbClr val="7FD1DB">
              <a:alpha val="75000"/>
            </a:srgbClr>
          </a:solidFill>
          <a:ln/>
        </p:spPr>
        <p:txBody>
          <a:bodyPr/>
          <a:lstStyle/>
          <a:p>
            <a:endParaRPr lang="en-US"/>
          </a:p>
        </p:txBody>
      </p:sp>
      <p:sp>
        <p:nvSpPr>
          <p:cNvPr id="126" name="Shape 124"/>
          <p:cNvSpPr/>
          <p:nvPr/>
        </p:nvSpPr>
        <p:spPr>
          <a:xfrm>
            <a:off x="10610317" y="4209310"/>
            <a:ext cx="64008" cy="64008"/>
          </a:xfrm>
          <a:prstGeom prst="ellipse">
            <a:avLst/>
          </a:prstGeom>
          <a:solidFill>
            <a:srgbClr val="7FD1DB"/>
          </a:solidFill>
          <a:ln/>
        </p:spPr>
        <p:txBody>
          <a:bodyPr/>
          <a:lstStyle/>
          <a:p>
            <a:endParaRPr lang="en-US"/>
          </a:p>
        </p:txBody>
      </p:sp>
      <p:sp>
        <p:nvSpPr>
          <p:cNvPr id="127" name="Shape 125"/>
          <p:cNvSpPr/>
          <p:nvPr/>
        </p:nvSpPr>
        <p:spPr>
          <a:xfrm>
            <a:off x="10521206" y="4228977"/>
            <a:ext cx="64008" cy="64008"/>
          </a:xfrm>
          <a:prstGeom prst="ellipse">
            <a:avLst/>
          </a:prstGeom>
          <a:solidFill>
            <a:srgbClr val="7FD1DB">
              <a:alpha val="75000"/>
            </a:srgbClr>
          </a:solidFill>
          <a:ln/>
        </p:spPr>
        <p:txBody>
          <a:bodyPr/>
          <a:lstStyle/>
          <a:p>
            <a:endParaRPr lang="en-US"/>
          </a:p>
        </p:txBody>
      </p:sp>
      <p:sp>
        <p:nvSpPr>
          <p:cNvPr id="128" name="Shape 126"/>
          <p:cNvSpPr/>
          <p:nvPr/>
        </p:nvSpPr>
        <p:spPr>
          <a:xfrm>
            <a:off x="10436081" y="4217584"/>
            <a:ext cx="64008" cy="64008"/>
          </a:xfrm>
          <a:prstGeom prst="ellipse">
            <a:avLst/>
          </a:prstGeom>
          <a:solidFill>
            <a:srgbClr val="7FD1DB">
              <a:alpha val="75000"/>
            </a:srgbClr>
          </a:solidFill>
          <a:ln/>
        </p:spPr>
        <p:txBody>
          <a:bodyPr/>
          <a:lstStyle/>
          <a:p>
            <a:endParaRPr lang="en-US"/>
          </a:p>
        </p:txBody>
      </p:sp>
      <p:sp>
        <p:nvSpPr>
          <p:cNvPr id="129" name="Shape 127"/>
          <p:cNvSpPr/>
          <p:nvPr/>
        </p:nvSpPr>
        <p:spPr>
          <a:xfrm>
            <a:off x="10341568" y="4226607"/>
            <a:ext cx="64008" cy="64008"/>
          </a:xfrm>
          <a:prstGeom prst="ellipse">
            <a:avLst/>
          </a:prstGeom>
          <a:solidFill>
            <a:srgbClr val="7FD1DB"/>
          </a:solidFill>
          <a:ln/>
        </p:spPr>
        <p:txBody>
          <a:bodyPr/>
          <a:lstStyle/>
          <a:p>
            <a:endParaRPr lang="en-US"/>
          </a:p>
        </p:txBody>
      </p:sp>
      <p:sp>
        <p:nvSpPr>
          <p:cNvPr id="130" name="Shape 128"/>
          <p:cNvSpPr/>
          <p:nvPr/>
        </p:nvSpPr>
        <p:spPr>
          <a:xfrm>
            <a:off x="10278952" y="4216245"/>
            <a:ext cx="64008" cy="64008"/>
          </a:xfrm>
          <a:prstGeom prst="ellipse">
            <a:avLst/>
          </a:prstGeom>
          <a:solidFill>
            <a:srgbClr val="7FD1DB">
              <a:alpha val="75000"/>
            </a:srgbClr>
          </a:solidFill>
          <a:ln/>
        </p:spPr>
        <p:txBody>
          <a:bodyPr/>
          <a:lstStyle/>
          <a:p>
            <a:endParaRPr lang="en-US"/>
          </a:p>
        </p:txBody>
      </p:sp>
      <p:sp>
        <p:nvSpPr>
          <p:cNvPr id="131" name="Shape 129"/>
          <p:cNvSpPr/>
          <p:nvPr/>
        </p:nvSpPr>
        <p:spPr>
          <a:xfrm>
            <a:off x="10186953" y="4222161"/>
            <a:ext cx="64008" cy="64008"/>
          </a:xfrm>
          <a:prstGeom prst="ellipse">
            <a:avLst/>
          </a:prstGeom>
          <a:solidFill>
            <a:srgbClr val="7FD1DB">
              <a:alpha val="75000"/>
            </a:srgbClr>
          </a:solidFill>
          <a:ln/>
        </p:spPr>
        <p:txBody>
          <a:bodyPr/>
          <a:lstStyle/>
          <a:p>
            <a:endParaRPr lang="en-US"/>
          </a:p>
        </p:txBody>
      </p:sp>
      <p:sp>
        <p:nvSpPr>
          <p:cNvPr id="132" name="Shape 130"/>
          <p:cNvSpPr/>
          <p:nvPr/>
        </p:nvSpPr>
        <p:spPr>
          <a:xfrm>
            <a:off x="10142860" y="4225392"/>
            <a:ext cx="64008" cy="64008"/>
          </a:xfrm>
          <a:prstGeom prst="ellipse">
            <a:avLst/>
          </a:prstGeom>
          <a:solidFill>
            <a:srgbClr val="7FD1DB"/>
          </a:solidFill>
          <a:ln/>
        </p:spPr>
        <p:txBody>
          <a:bodyPr/>
          <a:lstStyle/>
          <a:p>
            <a:endParaRPr lang="en-US"/>
          </a:p>
        </p:txBody>
      </p:sp>
      <p:sp>
        <p:nvSpPr>
          <p:cNvPr id="133" name="Shape 131"/>
          <p:cNvSpPr/>
          <p:nvPr/>
        </p:nvSpPr>
        <p:spPr>
          <a:xfrm>
            <a:off x="10078126" y="4227839"/>
            <a:ext cx="64008" cy="64008"/>
          </a:xfrm>
          <a:prstGeom prst="ellipse">
            <a:avLst/>
          </a:prstGeom>
          <a:solidFill>
            <a:srgbClr val="7FD1DB">
              <a:alpha val="75000"/>
            </a:srgbClr>
          </a:solidFill>
          <a:ln/>
        </p:spPr>
        <p:txBody>
          <a:bodyPr/>
          <a:lstStyle/>
          <a:p>
            <a:endParaRPr lang="en-US"/>
          </a:p>
        </p:txBody>
      </p:sp>
      <p:sp>
        <p:nvSpPr>
          <p:cNvPr id="134" name="Shape 132"/>
          <p:cNvSpPr/>
          <p:nvPr/>
        </p:nvSpPr>
        <p:spPr>
          <a:xfrm>
            <a:off x="11666855" y="5176671"/>
            <a:ext cx="64008" cy="64008"/>
          </a:xfrm>
          <a:prstGeom prst="ellipse">
            <a:avLst/>
          </a:prstGeom>
          <a:solidFill>
            <a:srgbClr val="7FD1DB">
              <a:alpha val="75000"/>
            </a:srgbClr>
          </a:solidFill>
          <a:ln/>
        </p:spPr>
        <p:txBody>
          <a:bodyPr/>
          <a:lstStyle/>
          <a:p>
            <a:endParaRPr lang="en-US"/>
          </a:p>
        </p:txBody>
      </p:sp>
      <p:sp>
        <p:nvSpPr>
          <p:cNvPr id="135" name="Shape 133"/>
          <p:cNvSpPr/>
          <p:nvPr/>
        </p:nvSpPr>
        <p:spPr>
          <a:xfrm>
            <a:off x="11589010" y="5059735"/>
            <a:ext cx="64008" cy="64008"/>
          </a:xfrm>
          <a:prstGeom prst="ellipse">
            <a:avLst/>
          </a:prstGeom>
          <a:solidFill>
            <a:srgbClr val="7FD1DB"/>
          </a:solidFill>
          <a:ln/>
        </p:spPr>
        <p:txBody>
          <a:bodyPr/>
          <a:lstStyle/>
          <a:p>
            <a:endParaRPr lang="en-US"/>
          </a:p>
        </p:txBody>
      </p:sp>
      <p:sp>
        <p:nvSpPr>
          <p:cNvPr id="136" name="Shape 134"/>
          <p:cNvSpPr/>
          <p:nvPr/>
        </p:nvSpPr>
        <p:spPr>
          <a:xfrm>
            <a:off x="11556142" y="5019592"/>
            <a:ext cx="64008" cy="64008"/>
          </a:xfrm>
          <a:prstGeom prst="ellipse">
            <a:avLst/>
          </a:prstGeom>
          <a:solidFill>
            <a:srgbClr val="7FD1DB">
              <a:alpha val="75000"/>
            </a:srgbClr>
          </a:solidFill>
          <a:ln/>
        </p:spPr>
        <p:txBody>
          <a:bodyPr/>
          <a:lstStyle/>
          <a:p>
            <a:endParaRPr lang="en-US"/>
          </a:p>
        </p:txBody>
      </p:sp>
      <p:sp>
        <p:nvSpPr>
          <p:cNvPr id="137" name="Shape 135"/>
          <p:cNvSpPr/>
          <p:nvPr/>
        </p:nvSpPr>
        <p:spPr>
          <a:xfrm>
            <a:off x="11508263" y="4948607"/>
            <a:ext cx="64008" cy="64008"/>
          </a:xfrm>
          <a:prstGeom prst="ellipse">
            <a:avLst/>
          </a:prstGeom>
          <a:solidFill>
            <a:srgbClr val="7FD1DB">
              <a:alpha val="75000"/>
            </a:srgbClr>
          </a:solidFill>
          <a:ln/>
        </p:spPr>
        <p:txBody>
          <a:bodyPr/>
          <a:lstStyle/>
          <a:p>
            <a:endParaRPr lang="en-US"/>
          </a:p>
        </p:txBody>
      </p:sp>
      <p:sp>
        <p:nvSpPr>
          <p:cNvPr id="138" name="Shape 136"/>
          <p:cNvSpPr/>
          <p:nvPr/>
        </p:nvSpPr>
        <p:spPr>
          <a:xfrm>
            <a:off x="11459923" y="4846319"/>
            <a:ext cx="64008" cy="64008"/>
          </a:xfrm>
          <a:prstGeom prst="ellipse">
            <a:avLst/>
          </a:prstGeom>
          <a:solidFill>
            <a:srgbClr val="7FD1DB"/>
          </a:solidFill>
          <a:ln/>
        </p:spPr>
        <p:txBody>
          <a:bodyPr/>
          <a:lstStyle/>
          <a:p>
            <a:endParaRPr lang="en-US"/>
          </a:p>
        </p:txBody>
      </p:sp>
      <p:sp>
        <p:nvSpPr>
          <p:cNvPr id="139" name="Shape 137"/>
          <p:cNvSpPr/>
          <p:nvPr/>
        </p:nvSpPr>
        <p:spPr>
          <a:xfrm>
            <a:off x="11408481" y="4782703"/>
            <a:ext cx="64008" cy="64008"/>
          </a:xfrm>
          <a:prstGeom prst="ellipse">
            <a:avLst/>
          </a:prstGeom>
          <a:solidFill>
            <a:srgbClr val="7FD1DB">
              <a:alpha val="75000"/>
            </a:srgbClr>
          </a:solidFill>
          <a:ln/>
        </p:spPr>
        <p:txBody>
          <a:bodyPr/>
          <a:lstStyle/>
          <a:p>
            <a:endParaRPr lang="en-US"/>
          </a:p>
        </p:txBody>
      </p:sp>
      <p:sp>
        <p:nvSpPr>
          <p:cNvPr id="140" name="Shape 138"/>
          <p:cNvSpPr/>
          <p:nvPr/>
        </p:nvSpPr>
        <p:spPr>
          <a:xfrm>
            <a:off x="11323450" y="4669518"/>
            <a:ext cx="64008" cy="64008"/>
          </a:xfrm>
          <a:prstGeom prst="ellipse">
            <a:avLst/>
          </a:prstGeom>
          <a:solidFill>
            <a:srgbClr val="7FD1DB">
              <a:alpha val="75000"/>
            </a:srgbClr>
          </a:solidFill>
          <a:ln/>
        </p:spPr>
        <p:txBody>
          <a:bodyPr/>
          <a:lstStyle/>
          <a:p>
            <a:endParaRPr lang="en-US"/>
          </a:p>
        </p:txBody>
      </p:sp>
      <p:sp>
        <p:nvSpPr>
          <p:cNvPr id="141" name="Shape 139"/>
          <p:cNvSpPr/>
          <p:nvPr/>
        </p:nvSpPr>
        <p:spPr>
          <a:xfrm>
            <a:off x="11275307" y="4589057"/>
            <a:ext cx="64008" cy="64008"/>
          </a:xfrm>
          <a:prstGeom prst="ellipse">
            <a:avLst/>
          </a:prstGeom>
          <a:solidFill>
            <a:srgbClr val="7FD1DB"/>
          </a:solidFill>
          <a:ln/>
        </p:spPr>
        <p:txBody>
          <a:bodyPr/>
          <a:lstStyle/>
          <a:p>
            <a:endParaRPr lang="en-US"/>
          </a:p>
        </p:txBody>
      </p:sp>
      <p:sp>
        <p:nvSpPr>
          <p:cNvPr id="142" name="Shape 140"/>
          <p:cNvSpPr/>
          <p:nvPr/>
        </p:nvSpPr>
        <p:spPr>
          <a:xfrm>
            <a:off x="11284765" y="4572025"/>
            <a:ext cx="64008" cy="64008"/>
          </a:xfrm>
          <a:prstGeom prst="ellipse">
            <a:avLst/>
          </a:prstGeom>
          <a:solidFill>
            <a:srgbClr val="7FD1DB">
              <a:alpha val="75000"/>
            </a:srgbClr>
          </a:solidFill>
          <a:ln/>
        </p:spPr>
        <p:txBody>
          <a:bodyPr/>
          <a:lstStyle/>
          <a:p>
            <a:endParaRPr lang="en-US"/>
          </a:p>
        </p:txBody>
      </p:sp>
      <p:sp>
        <p:nvSpPr>
          <p:cNvPr id="143" name="Shape 141"/>
          <p:cNvSpPr/>
          <p:nvPr/>
        </p:nvSpPr>
        <p:spPr>
          <a:xfrm>
            <a:off x="11187104" y="4455115"/>
            <a:ext cx="64008" cy="64008"/>
          </a:xfrm>
          <a:prstGeom prst="ellipse">
            <a:avLst/>
          </a:prstGeom>
          <a:solidFill>
            <a:srgbClr val="7FD1DB">
              <a:alpha val="75000"/>
            </a:srgbClr>
          </a:solidFill>
          <a:ln/>
        </p:spPr>
        <p:txBody>
          <a:bodyPr/>
          <a:lstStyle/>
          <a:p>
            <a:endParaRPr lang="en-US"/>
          </a:p>
        </p:txBody>
      </p:sp>
      <p:sp>
        <p:nvSpPr>
          <p:cNvPr id="144" name="Shape 142"/>
          <p:cNvSpPr/>
          <p:nvPr/>
        </p:nvSpPr>
        <p:spPr>
          <a:xfrm>
            <a:off x="11134467" y="4405026"/>
            <a:ext cx="64008" cy="64008"/>
          </a:xfrm>
          <a:prstGeom prst="ellipse">
            <a:avLst/>
          </a:prstGeom>
          <a:solidFill>
            <a:srgbClr val="7FD1DB"/>
          </a:solidFill>
          <a:ln/>
        </p:spPr>
        <p:txBody>
          <a:bodyPr/>
          <a:lstStyle/>
          <a:p>
            <a:endParaRPr lang="en-US"/>
          </a:p>
        </p:txBody>
      </p:sp>
      <p:sp>
        <p:nvSpPr>
          <p:cNvPr id="145" name="Shape 143"/>
          <p:cNvSpPr/>
          <p:nvPr/>
        </p:nvSpPr>
        <p:spPr>
          <a:xfrm>
            <a:off x="11099535" y="4334355"/>
            <a:ext cx="64008" cy="64008"/>
          </a:xfrm>
          <a:prstGeom prst="ellipse">
            <a:avLst/>
          </a:prstGeom>
          <a:solidFill>
            <a:srgbClr val="7FD1DB">
              <a:alpha val="75000"/>
            </a:srgbClr>
          </a:solidFill>
          <a:ln/>
        </p:spPr>
        <p:txBody>
          <a:bodyPr/>
          <a:lstStyle/>
          <a:p>
            <a:endParaRPr lang="en-US"/>
          </a:p>
        </p:txBody>
      </p:sp>
      <p:sp>
        <p:nvSpPr>
          <p:cNvPr id="146" name="Shape 144"/>
          <p:cNvSpPr/>
          <p:nvPr/>
        </p:nvSpPr>
        <p:spPr>
          <a:xfrm>
            <a:off x="11043086" y="4259313"/>
            <a:ext cx="64008" cy="64008"/>
          </a:xfrm>
          <a:prstGeom prst="ellipse">
            <a:avLst/>
          </a:prstGeom>
          <a:solidFill>
            <a:srgbClr val="7FD1DB">
              <a:alpha val="75000"/>
            </a:srgbClr>
          </a:solidFill>
          <a:ln/>
        </p:spPr>
        <p:txBody>
          <a:bodyPr/>
          <a:lstStyle/>
          <a:p>
            <a:endParaRPr lang="en-US"/>
          </a:p>
        </p:txBody>
      </p:sp>
      <p:sp>
        <p:nvSpPr>
          <p:cNvPr id="147" name="Shape 145"/>
          <p:cNvSpPr/>
          <p:nvPr/>
        </p:nvSpPr>
        <p:spPr>
          <a:xfrm>
            <a:off x="9384126" y="5103307"/>
            <a:ext cx="64008" cy="64008"/>
          </a:xfrm>
          <a:prstGeom prst="ellipse">
            <a:avLst/>
          </a:prstGeom>
          <a:solidFill>
            <a:srgbClr val="7FD1DB"/>
          </a:solidFill>
          <a:ln/>
        </p:spPr>
        <p:txBody>
          <a:bodyPr/>
          <a:lstStyle/>
          <a:p>
            <a:endParaRPr lang="en-US"/>
          </a:p>
        </p:txBody>
      </p:sp>
      <p:sp>
        <p:nvSpPr>
          <p:cNvPr id="148" name="Shape 146"/>
          <p:cNvSpPr/>
          <p:nvPr/>
        </p:nvSpPr>
        <p:spPr>
          <a:xfrm>
            <a:off x="9390550" y="4629558"/>
            <a:ext cx="64008" cy="64008"/>
          </a:xfrm>
          <a:prstGeom prst="ellipse">
            <a:avLst/>
          </a:prstGeom>
          <a:solidFill>
            <a:srgbClr val="7FD1DB">
              <a:alpha val="75000"/>
            </a:srgbClr>
          </a:solidFill>
          <a:ln/>
        </p:spPr>
        <p:txBody>
          <a:bodyPr/>
          <a:lstStyle/>
          <a:p>
            <a:endParaRPr lang="en-US"/>
          </a:p>
        </p:txBody>
      </p:sp>
      <p:sp>
        <p:nvSpPr>
          <p:cNvPr id="149" name="Shape 147"/>
          <p:cNvSpPr/>
          <p:nvPr/>
        </p:nvSpPr>
        <p:spPr>
          <a:xfrm>
            <a:off x="9398902" y="4365098"/>
            <a:ext cx="64008" cy="64008"/>
          </a:xfrm>
          <a:prstGeom prst="ellipse">
            <a:avLst/>
          </a:prstGeom>
          <a:solidFill>
            <a:srgbClr val="7FD1DB">
              <a:alpha val="75000"/>
            </a:srgbClr>
          </a:solidFill>
          <a:ln/>
        </p:spPr>
        <p:txBody>
          <a:bodyPr/>
          <a:lstStyle/>
          <a:p>
            <a:endParaRPr lang="en-US"/>
          </a:p>
        </p:txBody>
      </p:sp>
      <p:sp>
        <p:nvSpPr>
          <p:cNvPr id="150" name="Shape 148"/>
          <p:cNvSpPr/>
          <p:nvPr/>
        </p:nvSpPr>
        <p:spPr>
          <a:xfrm>
            <a:off x="9377111" y="4244612"/>
            <a:ext cx="64008" cy="64008"/>
          </a:xfrm>
          <a:prstGeom prst="ellipse">
            <a:avLst/>
          </a:prstGeom>
          <a:solidFill>
            <a:srgbClr val="7FD1DB"/>
          </a:solidFill>
          <a:ln/>
        </p:spPr>
        <p:txBody>
          <a:bodyPr/>
          <a:lstStyle/>
          <a:p>
            <a:endParaRPr lang="en-US"/>
          </a:p>
        </p:txBody>
      </p:sp>
      <p:sp>
        <p:nvSpPr>
          <p:cNvPr id="151" name="Shape 149"/>
          <p:cNvSpPr/>
          <p:nvPr/>
        </p:nvSpPr>
        <p:spPr>
          <a:xfrm>
            <a:off x="9372806" y="3965819"/>
            <a:ext cx="64008" cy="64008"/>
          </a:xfrm>
          <a:prstGeom prst="ellipse">
            <a:avLst/>
          </a:prstGeom>
          <a:solidFill>
            <a:srgbClr val="7FD1DB">
              <a:alpha val="75000"/>
            </a:srgbClr>
          </a:solidFill>
          <a:ln/>
        </p:spPr>
        <p:txBody>
          <a:bodyPr/>
          <a:lstStyle/>
          <a:p>
            <a:endParaRPr lang="en-US"/>
          </a:p>
        </p:txBody>
      </p:sp>
      <p:sp>
        <p:nvSpPr>
          <p:cNvPr id="152" name="Shape 150"/>
          <p:cNvSpPr/>
          <p:nvPr/>
        </p:nvSpPr>
        <p:spPr>
          <a:xfrm>
            <a:off x="9391006" y="3433287"/>
            <a:ext cx="64008" cy="64008"/>
          </a:xfrm>
          <a:prstGeom prst="ellipse">
            <a:avLst/>
          </a:prstGeom>
          <a:solidFill>
            <a:srgbClr val="7FD1DB">
              <a:alpha val="75000"/>
            </a:srgbClr>
          </a:solidFill>
          <a:ln/>
        </p:spPr>
        <p:txBody>
          <a:bodyPr/>
          <a:lstStyle/>
          <a:p>
            <a:endParaRPr lang="en-US"/>
          </a:p>
        </p:txBody>
      </p:sp>
      <p:sp>
        <p:nvSpPr>
          <p:cNvPr id="153" name="Shape 151"/>
          <p:cNvSpPr/>
          <p:nvPr/>
        </p:nvSpPr>
        <p:spPr>
          <a:xfrm>
            <a:off x="9389999" y="3310375"/>
            <a:ext cx="64008" cy="64008"/>
          </a:xfrm>
          <a:prstGeom prst="ellipse">
            <a:avLst/>
          </a:prstGeom>
          <a:solidFill>
            <a:srgbClr val="7FD1DB"/>
          </a:solidFill>
          <a:ln/>
        </p:spPr>
        <p:txBody>
          <a:bodyPr/>
          <a:lstStyle/>
          <a:p>
            <a:endParaRPr lang="en-US"/>
          </a:p>
        </p:txBody>
      </p:sp>
      <p:sp>
        <p:nvSpPr>
          <p:cNvPr id="154" name="Shape 152"/>
          <p:cNvSpPr/>
          <p:nvPr/>
        </p:nvSpPr>
        <p:spPr>
          <a:xfrm>
            <a:off x="9379264" y="2827573"/>
            <a:ext cx="64008" cy="64008"/>
          </a:xfrm>
          <a:prstGeom prst="ellipse">
            <a:avLst/>
          </a:prstGeom>
          <a:solidFill>
            <a:srgbClr val="7FD1DB">
              <a:alpha val="75000"/>
            </a:srgbClr>
          </a:solidFill>
          <a:ln/>
        </p:spPr>
        <p:txBody>
          <a:bodyPr/>
          <a:lstStyle/>
          <a:p>
            <a:endParaRPr lang="en-US"/>
          </a:p>
        </p:txBody>
      </p:sp>
      <p:sp>
        <p:nvSpPr>
          <p:cNvPr id="155" name="Shape 153"/>
          <p:cNvSpPr/>
          <p:nvPr/>
        </p:nvSpPr>
        <p:spPr>
          <a:xfrm>
            <a:off x="9394164" y="2595636"/>
            <a:ext cx="64008" cy="64008"/>
          </a:xfrm>
          <a:prstGeom prst="ellipse">
            <a:avLst/>
          </a:prstGeom>
          <a:solidFill>
            <a:srgbClr val="7FD1DB">
              <a:alpha val="75000"/>
            </a:srgbClr>
          </a:solidFill>
          <a:ln/>
        </p:spPr>
        <p:txBody>
          <a:bodyPr/>
          <a:lstStyle/>
          <a:p>
            <a:endParaRPr lang="en-US"/>
          </a:p>
        </p:txBody>
      </p:sp>
      <p:sp>
        <p:nvSpPr>
          <p:cNvPr id="156" name="Shape 154"/>
          <p:cNvSpPr/>
          <p:nvPr/>
        </p:nvSpPr>
        <p:spPr>
          <a:xfrm>
            <a:off x="9379974" y="2412315"/>
            <a:ext cx="64008" cy="64008"/>
          </a:xfrm>
          <a:prstGeom prst="ellipse">
            <a:avLst/>
          </a:prstGeom>
          <a:solidFill>
            <a:srgbClr val="7FD1DB"/>
          </a:solidFill>
          <a:ln/>
        </p:spPr>
        <p:txBody>
          <a:bodyPr/>
          <a:lstStyle/>
          <a:p>
            <a:endParaRPr lang="en-US"/>
          </a:p>
        </p:txBody>
      </p:sp>
      <p:sp>
        <p:nvSpPr>
          <p:cNvPr id="157" name="Shape 155"/>
          <p:cNvSpPr/>
          <p:nvPr/>
        </p:nvSpPr>
        <p:spPr>
          <a:xfrm>
            <a:off x="9374647" y="2027414"/>
            <a:ext cx="64008" cy="64008"/>
          </a:xfrm>
          <a:prstGeom prst="ellipse">
            <a:avLst/>
          </a:prstGeom>
          <a:solidFill>
            <a:srgbClr val="7FD1DB">
              <a:alpha val="75000"/>
            </a:srgbClr>
          </a:solidFill>
          <a:ln/>
        </p:spPr>
        <p:txBody>
          <a:bodyPr/>
          <a:lstStyle/>
          <a:p>
            <a:endParaRPr lang="en-US"/>
          </a:p>
        </p:txBody>
      </p:sp>
      <p:sp>
        <p:nvSpPr>
          <p:cNvPr id="158" name="Shape 156"/>
          <p:cNvSpPr/>
          <p:nvPr/>
        </p:nvSpPr>
        <p:spPr>
          <a:xfrm>
            <a:off x="9373884" y="1668291"/>
            <a:ext cx="64008" cy="64008"/>
          </a:xfrm>
          <a:prstGeom prst="ellipse">
            <a:avLst/>
          </a:prstGeom>
          <a:solidFill>
            <a:srgbClr val="7FD1DB">
              <a:alpha val="75000"/>
            </a:srgbClr>
          </a:solidFill>
          <a:ln/>
        </p:spPr>
        <p:txBody>
          <a:bodyPr/>
          <a:lstStyle/>
          <a:p>
            <a:endParaRPr lang="en-US"/>
          </a:p>
        </p:txBody>
      </p:sp>
      <p:sp>
        <p:nvSpPr>
          <p:cNvPr id="159" name="Shape 157"/>
          <p:cNvSpPr/>
          <p:nvPr/>
        </p:nvSpPr>
        <p:spPr>
          <a:xfrm>
            <a:off x="9394378" y="1387286"/>
            <a:ext cx="64008" cy="64008"/>
          </a:xfrm>
          <a:prstGeom prst="ellipse">
            <a:avLst/>
          </a:prstGeom>
          <a:solidFill>
            <a:srgbClr val="7FD1DB"/>
          </a:solidFill>
          <a:ln/>
        </p:spPr>
        <p:txBody>
          <a:bodyPr/>
          <a:lstStyle/>
          <a:p>
            <a:endParaRPr lang="en-US"/>
          </a:p>
        </p:txBody>
      </p:sp>
      <p:sp>
        <p:nvSpPr>
          <p:cNvPr id="160" name="Shape 158"/>
          <p:cNvSpPr/>
          <p:nvPr/>
        </p:nvSpPr>
        <p:spPr>
          <a:xfrm>
            <a:off x="10018536" y="4137671"/>
            <a:ext cx="64008" cy="64008"/>
          </a:xfrm>
          <a:prstGeom prst="ellipse">
            <a:avLst/>
          </a:prstGeom>
          <a:solidFill>
            <a:srgbClr val="7FD1DB">
              <a:alpha val="75000"/>
            </a:srgbClr>
          </a:solidFill>
          <a:ln/>
        </p:spPr>
        <p:txBody>
          <a:bodyPr/>
          <a:lstStyle/>
          <a:p>
            <a:endParaRPr lang="en-US"/>
          </a:p>
        </p:txBody>
      </p:sp>
      <p:sp>
        <p:nvSpPr>
          <p:cNvPr id="161" name="Shape 159"/>
          <p:cNvSpPr/>
          <p:nvPr/>
        </p:nvSpPr>
        <p:spPr>
          <a:xfrm>
            <a:off x="10024549" y="4067517"/>
            <a:ext cx="64008" cy="64008"/>
          </a:xfrm>
          <a:prstGeom prst="ellipse">
            <a:avLst/>
          </a:prstGeom>
          <a:solidFill>
            <a:srgbClr val="7FD1DB">
              <a:alpha val="75000"/>
            </a:srgbClr>
          </a:solidFill>
          <a:ln/>
        </p:spPr>
        <p:txBody>
          <a:bodyPr/>
          <a:lstStyle/>
          <a:p>
            <a:endParaRPr lang="en-US"/>
          </a:p>
        </p:txBody>
      </p:sp>
      <p:sp>
        <p:nvSpPr>
          <p:cNvPr id="162" name="Shape 160"/>
          <p:cNvSpPr/>
          <p:nvPr/>
        </p:nvSpPr>
        <p:spPr>
          <a:xfrm>
            <a:off x="10039680" y="3810074"/>
            <a:ext cx="64008" cy="64008"/>
          </a:xfrm>
          <a:prstGeom prst="ellipse">
            <a:avLst/>
          </a:prstGeom>
          <a:solidFill>
            <a:srgbClr val="7FD1DB"/>
          </a:solidFill>
          <a:ln/>
        </p:spPr>
        <p:txBody>
          <a:bodyPr/>
          <a:lstStyle/>
          <a:p>
            <a:endParaRPr lang="en-US"/>
          </a:p>
        </p:txBody>
      </p:sp>
      <p:sp>
        <p:nvSpPr>
          <p:cNvPr id="163" name="Shape 161"/>
          <p:cNvSpPr/>
          <p:nvPr/>
        </p:nvSpPr>
        <p:spPr>
          <a:xfrm>
            <a:off x="10019359" y="3732416"/>
            <a:ext cx="64008" cy="64008"/>
          </a:xfrm>
          <a:prstGeom prst="ellipse">
            <a:avLst/>
          </a:prstGeom>
          <a:solidFill>
            <a:srgbClr val="7FD1DB">
              <a:alpha val="75000"/>
            </a:srgbClr>
          </a:solidFill>
          <a:ln/>
        </p:spPr>
        <p:txBody>
          <a:bodyPr/>
          <a:lstStyle/>
          <a:p>
            <a:endParaRPr lang="en-US"/>
          </a:p>
        </p:txBody>
      </p:sp>
      <p:sp>
        <p:nvSpPr>
          <p:cNvPr id="164" name="Shape 162"/>
          <p:cNvSpPr/>
          <p:nvPr/>
        </p:nvSpPr>
        <p:spPr>
          <a:xfrm>
            <a:off x="10034695" y="3603912"/>
            <a:ext cx="64008" cy="64008"/>
          </a:xfrm>
          <a:prstGeom prst="ellipse">
            <a:avLst/>
          </a:prstGeom>
          <a:solidFill>
            <a:srgbClr val="7FD1DB">
              <a:alpha val="75000"/>
            </a:srgbClr>
          </a:solidFill>
          <a:ln/>
        </p:spPr>
        <p:txBody>
          <a:bodyPr/>
          <a:lstStyle/>
          <a:p>
            <a:endParaRPr lang="en-US"/>
          </a:p>
        </p:txBody>
      </p:sp>
      <p:sp>
        <p:nvSpPr>
          <p:cNvPr id="165" name="Shape 163"/>
          <p:cNvSpPr/>
          <p:nvPr/>
        </p:nvSpPr>
        <p:spPr>
          <a:xfrm>
            <a:off x="10039433" y="3457896"/>
            <a:ext cx="64008" cy="64008"/>
          </a:xfrm>
          <a:prstGeom prst="ellipse">
            <a:avLst/>
          </a:prstGeom>
          <a:solidFill>
            <a:srgbClr val="7FD1DB"/>
          </a:solidFill>
          <a:ln/>
        </p:spPr>
        <p:txBody>
          <a:bodyPr/>
          <a:lstStyle/>
          <a:p>
            <a:endParaRPr lang="en-US"/>
          </a:p>
        </p:txBody>
      </p:sp>
      <p:sp>
        <p:nvSpPr>
          <p:cNvPr id="166" name="Shape 164"/>
          <p:cNvSpPr/>
          <p:nvPr/>
        </p:nvSpPr>
        <p:spPr>
          <a:xfrm>
            <a:off x="10023978" y="3241981"/>
            <a:ext cx="64008" cy="64008"/>
          </a:xfrm>
          <a:prstGeom prst="ellipse">
            <a:avLst/>
          </a:prstGeom>
          <a:solidFill>
            <a:srgbClr val="7FD1DB">
              <a:alpha val="75000"/>
            </a:srgbClr>
          </a:solidFill>
          <a:ln/>
        </p:spPr>
        <p:txBody>
          <a:bodyPr/>
          <a:lstStyle/>
          <a:p>
            <a:endParaRPr lang="en-US"/>
          </a:p>
        </p:txBody>
      </p:sp>
      <p:sp>
        <p:nvSpPr>
          <p:cNvPr id="167" name="Shape 165"/>
          <p:cNvSpPr/>
          <p:nvPr/>
        </p:nvSpPr>
        <p:spPr>
          <a:xfrm>
            <a:off x="10032721" y="3165991"/>
            <a:ext cx="64008" cy="64008"/>
          </a:xfrm>
          <a:prstGeom prst="ellipse">
            <a:avLst/>
          </a:prstGeom>
          <a:solidFill>
            <a:srgbClr val="7FD1DB">
              <a:alpha val="75000"/>
            </a:srgbClr>
          </a:solidFill>
          <a:ln/>
        </p:spPr>
        <p:txBody>
          <a:bodyPr/>
          <a:lstStyle/>
          <a:p>
            <a:endParaRPr lang="en-US"/>
          </a:p>
        </p:txBody>
      </p:sp>
      <p:sp>
        <p:nvSpPr>
          <p:cNvPr id="168" name="Shape 166"/>
          <p:cNvSpPr/>
          <p:nvPr/>
        </p:nvSpPr>
        <p:spPr>
          <a:xfrm>
            <a:off x="10029360" y="2982716"/>
            <a:ext cx="64008" cy="64008"/>
          </a:xfrm>
          <a:prstGeom prst="ellipse">
            <a:avLst/>
          </a:prstGeom>
          <a:solidFill>
            <a:srgbClr val="7FD1DB"/>
          </a:solidFill>
          <a:ln/>
        </p:spPr>
        <p:txBody>
          <a:bodyPr/>
          <a:lstStyle/>
          <a:p>
            <a:endParaRPr lang="en-US"/>
          </a:p>
        </p:txBody>
      </p:sp>
      <p:sp>
        <p:nvSpPr>
          <p:cNvPr id="169" name="Shape 167"/>
          <p:cNvSpPr/>
          <p:nvPr/>
        </p:nvSpPr>
        <p:spPr>
          <a:xfrm>
            <a:off x="10039053" y="2771469"/>
            <a:ext cx="64008" cy="64008"/>
          </a:xfrm>
          <a:prstGeom prst="ellipse">
            <a:avLst/>
          </a:prstGeom>
          <a:solidFill>
            <a:srgbClr val="7FD1DB">
              <a:alpha val="75000"/>
            </a:srgbClr>
          </a:solidFill>
          <a:ln/>
        </p:spPr>
        <p:txBody>
          <a:bodyPr/>
          <a:lstStyle/>
          <a:p>
            <a:endParaRPr lang="en-US"/>
          </a:p>
        </p:txBody>
      </p:sp>
      <p:sp>
        <p:nvSpPr>
          <p:cNvPr id="170" name="Shape 168"/>
          <p:cNvSpPr/>
          <p:nvPr/>
        </p:nvSpPr>
        <p:spPr>
          <a:xfrm>
            <a:off x="10019698" y="2647702"/>
            <a:ext cx="64008" cy="64008"/>
          </a:xfrm>
          <a:prstGeom prst="ellipse">
            <a:avLst/>
          </a:prstGeom>
          <a:solidFill>
            <a:srgbClr val="7FD1DB">
              <a:alpha val="75000"/>
            </a:srgbClr>
          </a:solidFill>
          <a:ln/>
        </p:spPr>
        <p:txBody>
          <a:bodyPr/>
          <a:lstStyle/>
          <a:p>
            <a:endParaRPr lang="en-US"/>
          </a:p>
        </p:txBody>
      </p:sp>
      <p:sp>
        <p:nvSpPr>
          <p:cNvPr id="171" name="Shape 169"/>
          <p:cNvSpPr/>
          <p:nvPr/>
        </p:nvSpPr>
        <p:spPr>
          <a:xfrm>
            <a:off x="10037681" y="2493013"/>
            <a:ext cx="64008" cy="64008"/>
          </a:xfrm>
          <a:prstGeom prst="ellipse">
            <a:avLst/>
          </a:prstGeom>
          <a:solidFill>
            <a:srgbClr val="7FD1DB"/>
          </a:solidFill>
          <a:ln/>
        </p:spPr>
        <p:txBody>
          <a:bodyPr/>
          <a:lstStyle/>
          <a:p>
            <a:endParaRPr lang="en-US"/>
          </a:p>
        </p:txBody>
      </p:sp>
      <p:sp>
        <p:nvSpPr>
          <p:cNvPr id="172" name="Shape 170"/>
          <p:cNvSpPr/>
          <p:nvPr/>
        </p:nvSpPr>
        <p:spPr>
          <a:xfrm>
            <a:off x="10017357" y="2430125"/>
            <a:ext cx="64008" cy="64008"/>
          </a:xfrm>
          <a:prstGeom prst="ellipse">
            <a:avLst/>
          </a:prstGeom>
          <a:solidFill>
            <a:srgbClr val="7FD1DB">
              <a:alpha val="75000"/>
            </a:srgbClr>
          </a:solidFill>
          <a:ln/>
        </p:spPr>
        <p:txBody>
          <a:bodyPr/>
          <a:lstStyle/>
          <a:p>
            <a:endParaRPr lang="en-US"/>
          </a:p>
        </p:txBody>
      </p:sp>
      <p:sp>
        <p:nvSpPr>
          <p:cNvPr id="173" name="Shape 171"/>
          <p:cNvSpPr/>
          <p:nvPr/>
        </p:nvSpPr>
        <p:spPr>
          <a:xfrm>
            <a:off x="9403624" y="5157738"/>
            <a:ext cx="64008" cy="64008"/>
          </a:xfrm>
          <a:prstGeom prst="ellipse">
            <a:avLst/>
          </a:prstGeom>
          <a:solidFill>
            <a:srgbClr val="7FD1DB">
              <a:alpha val="75000"/>
            </a:srgbClr>
          </a:solidFill>
          <a:ln/>
        </p:spPr>
        <p:txBody>
          <a:bodyPr/>
          <a:lstStyle/>
          <a:p>
            <a:endParaRPr lang="en-US"/>
          </a:p>
        </p:txBody>
      </p:sp>
      <p:sp>
        <p:nvSpPr>
          <p:cNvPr id="174" name="Shape 172"/>
          <p:cNvSpPr/>
          <p:nvPr/>
        </p:nvSpPr>
        <p:spPr>
          <a:xfrm>
            <a:off x="9476440" y="5072319"/>
            <a:ext cx="64008" cy="64008"/>
          </a:xfrm>
          <a:prstGeom prst="ellipse">
            <a:avLst/>
          </a:prstGeom>
          <a:solidFill>
            <a:srgbClr val="7FD1DB"/>
          </a:solidFill>
          <a:ln/>
        </p:spPr>
        <p:txBody>
          <a:bodyPr/>
          <a:lstStyle/>
          <a:p>
            <a:endParaRPr lang="en-US"/>
          </a:p>
        </p:txBody>
      </p:sp>
      <p:sp>
        <p:nvSpPr>
          <p:cNvPr id="175" name="Shape 173"/>
          <p:cNvSpPr/>
          <p:nvPr/>
        </p:nvSpPr>
        <p:spPr>
          <a:xfrm>
            <a:off x="9483441" y="5026161"/>
            <a:ext cx="64008" cy="64008"/>
          </a:xfrm>
          <a:prstGeom prst="ellipse">
            <a:avLst/>
          </a:prstGeom>
          <a:solidFill>
            <a:srgbClr val="7FD1DB">
              <a:alpha val="75000"/>
            </a:srgbClr>
          </a:solidFill>
          <a:ln/>
        </p:spPr>
        <p:txBody>
          <a:bodyPr/>
          <a:lstStyle/>
          <a:p>
            <a:endParaRPr lang="en-US"/>
          </a:p>
        </p:txBody>
      </p:sp>
      <p:sp>
        <p:nvSpPr>
          <p:cNvPr id="176" name="Shape 174"/>
          <p:cNvSpPr/>
          <p:nvPr/>
        </p:nvSpPr>
        <p:spPr>
          <a:xfrm>
            <a:off x="9538440" y="4942759"/>
            <a:ext cx="64008" cy="64008"/>
          </a:xfrm>
          <a:prstGeom prst="ellipse">
            <a:avLst/>
          </a:prstGeom>
          <a:solidFill>
            <a:srgbClr val="7FD1DB">
              <a:alpha val="75000"/>
            </a:srgbClr>
          </a:solidFill>
          <a:ln/>
        </p:spPr>
        <p:txBody>
          <a:bodyPr/>
          <a:lstStyle/>
          <a:p>
            <a:endParaRPr lang="en-US"/>
          </a:p>
        </p:txBody>
      </p:sp>
      <p:sp>
        <p:nvSpPr>
          <p:cNvPr id="177" name="Shape 175"/>
          <p:cNvSpPr/>
          <p:nvPr/>
        </p:nvSpPr>
        <p:spPr>
          <a:xfrm>
            <a:off x="9588843" y="4886104"/>
            <a:ext cx="64008" cy="64008"/>
          </a:xfrm>
          <a:prstGeom prst="ellipse">
            <a:avLst/>
          </a:prstGeom>
          <a:solidFill>
            <a:srgbClr val="7FD1DB"/>
          </a:solidFill>
          <a:ln/>
        </p:spPr>
        <p:txBody>
          <a:bodyPr/>
          <a:lstStyle/>
          <a:p>
            <a:endParaRPr lang="en-US"/>
          </a:p>
        </p:txBody>
      </p:sp>
      <p:sp>
        <p:nvSpPr>
          <p:cNvPr id="178" name="Shape 176"/>
          <p:cNvSpPr/>
          <p:nvPr/>
        </p:nvSpPr>
        <p:spPr>
          <a:xfrm>
            <a:off x="9647594" y="4787563"/>
            <a:ext cx="64008" cy="64008"/>
          </a:xfrm>
          <a:prstGeom prst="ellipse">
            <a:avLst/>
          </a:prstGeom>
          <a:solidFill>
            <a:srgbClr val="7FD1DB">
              <a:alpha val="75000"/>
            </a:srgbClr>
          </a:solidFill>
          <a:ln/>
        </p:spPr>
        <p:txBody>
          <a:bodyPr/>
          <a:lstStyle/>
          <a:p>
            <a:endParaRPr lang="en-US"/>
          </a:p>
        </p:txBody>
      </p:sp>
      <p:sp>
        <p:nvSpPr>
          <p:cNvPr id="179" name="Shape 177"/>
          <p:cNvSpPr/>
          <p:nvPr/>
        </p:nvSpPr>
        <p:spPr>
          <a:xfrm>
            <a:off x="9695234" y="4738703"/>
            <a:ext cx="64008" cy="64008"/>
          </a:xfrm>
          <a:prstGeom prst="ellipse">
            <a:avLst/>
          </a:prstGeom>
          <a:solidFill>
            <a:srgbClr val="7FD1DB">
              <a:alpha val="75000"/>
            </a:srgbClr>
          </a:solidFill>
          <a:ln/>
        </p:spPr>
        <p:txBody>
          <a:bodyPr/>
          <a:lstStyle/>
          <a:p>
            <a:endParaRPr lang="en-US"/>
          </a:p>
        </p:txBody>
      </p:sp>
      <p:sp>
        <p:nvSpPr>
          <p:cNvPr id="180" name="Shape 178"/>
          <p:cNvSpPr/>
          <p:nvPr/>
        </p:nvSpPr>
        <p:spPr>
          <a:xfrm>
            <a:off x="9761492" y="4601111"/>
            <a:ext cx="64008" cy="64008"/>
          </a:xfrm>
          <a:prstGeom prst="ellipse">
            <a:avLst/>
          </a:prstGeom>
          <a:solidFill>
            <a:srgbClr val="7FD1DB"/>
          </a:solidFill>
          <a:ln/>
        </p:spPr>
        <p:txBody>
          <a:bodyPr/>
          <a:lstStyle/>
          <a:p>
            <a:endParaRPr lang="en-US"/>
          </a:p>
        </p:txBody>
      </p:sp>
      <p:sp>
        <p:nvSpPr>
          <p:cNvPr id="181" name="Shape 179"/>
          <p:cNvSpPr/>
          <p:nvPr/>
        </p:nvSpPr>
        <p:spPr>
          <a:xfrm>
            <a:off x="9816241" y="4545020"/>
            <a:ext cx="64008" cy="64008"/>
          </a:xfrm>
          <a:prstGeom prst="ellipse">
            <a:avLst/>
          </a:prstGeom>
          <a:solidFill>
            <a:srgbClr val="7FD1DB">
              <a:alpha val="75000"/>
            </a:srgbClr>
          </a:solidFill>
          <a:ln/>
        </p:spPr>
        <p:txBody>
          <a:bodyPr/>
          <a:lstStyle/>
          <a:p>
            <a:endParaRPr lang="en-US"/>
          </a:p>
        </p:txBody>
      </p:sp>
      <p:sp>
        <p:nvSpPr>
          <p:cNvPr id="182" name="Shape 180"/>
          <p:cNvSpPr/>
          <p:nvPr/>
        </p:nvSpPr>
        <p:spPr>
          <a:xfrm>
            <a:off x="9874318" y="4469759"/>
            <a:ext cx="64008" cy="64008"/>
          </a:xfrm>
          <a:prstGeom prst="ellipse">
            <a:avLst/>
          </a:prstGeom>
          <a:solidFill>
            <a:srgbClr val="7FD1DB">
              <a:alpha val="75000"/>
            </a:srgbClr>
          </a:solidFill>
          <a:ln/>
        </p:spPr>
        <p:txBody>
          <a:bodyPr/>
          <a:lstStyle/>
          <a:p>
            <a:endParaRPr lang="en-US"/>
          </a:p>
        </p:txBody>
      </p:sp>
      <p:sp>
        <p:nvSpPr>
          <p:cNvPr id="183" name="Shape 181"/>
          <p:cNvSpPr/>
          <p:nvPr/>
        </p:nvSpPr>
        <p:spPr>
          <a:xfrm>
            <a:off x="9923727" y="4402553"/>
            <a:ext cx="64008" cy="64008"/>
          </a:xfrm>
          <a:prstGeom prst="ellipse">
            <a:avLst/>
          </a:prstGeom>
          <a:solidFill>
            <a:srgbClr val="7FD1DB"/>
          </a:solidFill>
          <a:ln/>
        </p:spPr>
        <p:txBody>
          <a:bodyPr/>
          <a:lstStyle/>
          <a:p>
            <a:endParaRPr lang="en-US"/>
          </a:p>
        </p:txBody>
      </p:sp>
      <p:sp>
        <p:nvSpPr>
          <p:cNvPr id="184" name="Shape 182"/>
          <p:cNvSpPr/>
          <p:nvPr/>
        </p:nvSpPr>
        <p:spPr>
          <a:xfrm>
            <a:off x="9958263" y="4320608"/>
            <a:ext cx="64008" cy="64008"/>
          </a:xfrm>
          <a:prstGeom prst="ellipse">
            <a:avLst/>
          </a:prstGeom>
          <a:solidFill>
            <a:srgbClr val="7FD1DB">
              <a:alpha val="75000"/>
            </a:srgbClr>
          </a:solidFill>
          <a:ln/>
        </p:spPr>
        <p:txBody>
          <a:bodyPr/>
          <a:lstStyle/>
          <a:p>
            <a:endParaRPr lang="en-US"/>
          </a:p>
        </p:txBody>
      </p:sp>
      <p:sp>
        <p:nvSpPr>
          <p:cNvPr id="185" name="Shape 183"/>
          <p:cNvSpPr/>
          <p:nvPr/>
        </p:nvSpPr>
        <p:spPr>
          <a:xfrm>
            <a:off x="10035905" y="4217222"/>
            <a:ext cx="64008" cy="64008"/>
          </a:xfrm>
          <a:prstGeom prst="ellipse">
            <a:avLst/>
          </a:prstGeom>
          <a:solidFill>
            <a:srgbClr val="7FD1DB">
              <a:alpha val="75000"/>
            </a:srgbClr>
          </a:solidFill>
          <a:ln/>
        </p:spPr>
        <p:txBody>
          <a:bodyPr/>
          <a:lstStyle/>
          <a:p>
            <a:endParaRPr lang="en-US"/>
          </a:p>
        </p:txBody>
      </p:sp>
      <p:sp>
        <p:nvSpPr>
          <p:cNvPr id="186" name="Shape 184"/>
          <p:cNvSpPr/>
          <p:nvPr/>
        </p:nvSpPr>
        <p:spPr>
          <a:xfrm>
            <a:off x="7818120" y="4983480"/>
            <a:ext cx="1188720" cy="128016"/>
          </a:xfrm>
          <a:prstGeom prst="rect">
            <a:avLst/>
          </a:prstGeom>
          <a:solidFill>
            <a:srgbClr val="2B4468"/>
          </a:solidFill>
          <a:ln/>
        </p:spPr>
        <p:txBody>
          <a:bodyPr/>
          <a:lstStyle/>
          <a:p>
            <a:endParaRPr lang="en-US"/>
          </a:p>
        </p:txBody>
      </p:sp>
      <p:sp>
        <p:nvSpPr>
          <p:cNvPr id="187" name="Shape 185"/>
          <p:cNvSpPr/>
          <p:nvPr/>
        </p:nvSpPr>
        <p:spPr>
          <a:xfrm>
            <a:off x="8321040" y="4160520"/>
            <a:ext cx="182880" cy="822960"/>
          </a:xfrm>
          <a:prstGeom prst="rect">
            <a:avLst/>
          </a:prstGeom>
          <a:solidFill>
            <a:srgbClr val="2B4468"/>
          </a:solidFill>
          <a:ln/>
        </p:spPr>
        <p:txBody>
          <a:bodyPr/>
          <a:lstStyle/>
          <a:p>
            <a:endParaRPr lang="en-US"/>
          </a:p>
        </p:txBody>
      </p:sp>
      <p:sp>
        <p:nvSpPr>
          <p:cNvPr id="188" name="Shape 186"/>
          <p:cNvSpPr/>
          <p:nvPr/>
        </p:nvSpPr>
        <p:spPr>
          <a:xfrm>
            <a:off x="7772400" y="3154680"/>
            <a:ext cx="1097280" cy="685800"/>
          </a:xfrm>
          <a:prstGeom prst="roundRect">
            <a:avLst>
              <a:gd name="adj" fmla="val 13333"/>
            </a:avLst>
          </a:prstGeom>
          <a:solidFill>
            <a:srgbClr val="0F7B8A"/>
          </a:solidFill>
          <a:ln/>
        </p:spPr>
        <p:txBody>
          <a:bodyPr/>
          <a:lstStyle/>
          <a:p>
            <a:endParaRPr lang="en-US"/>
          </a:p>
        </p:txBody>
      </p:sp>
      <p:sp>
        <p:nvSpPr>
          <p:cNvPr id="189" name="Shape 187"/>
          <p:cNvSpPr/>
          <p:nvPr/>
        </p:nvSpPr>
        <p:spPr>
          <a:xfrm>
            <a:off x="8577072" y="3346704"/>
            <a:ext cx="310896" cy="310896"/>
          </a:xfrm>
          <a:prstGeom prst="ellipse">
            <a:avLst/>
          </a:prstGeom>
          <a:solidFill>
            <a:srgbClr val="FFFFFF"/>
          </a:solidFill>
          <a:ln/>
        </p:spPr>
        <p:txBody>
          <a:bodyPr/>
          <a:lstStyle/>
          <a:p>
            <a:endParaRPr lang="en-US"/>
          </a:p>
        </p:txBody>
      </p:sp>
      <p:sp>
        <p:nvSpPr>
          <p:cNvPr id="190" name="Shape 188"/>
          <p:cNvSpPr/>
          <p:nvPr/>
        </p:nvSpPr>
        <p:spPr>
          <a:xfrm>
            <a:off x="8650224" y="3419856"/>
            <a:ext cx="164592" cy="164592"/>
          </a:xfrm>
          <a:prstGeom prst="ellipse">
            <a:avLst/>
          </a:prstGeom>
          <a:solidFill>
            <a:srgbClr val="0B1F3A"/>
          </a:solidFill>
          <a:ln/>
        </p:spPr>
        <p:txBody>
          <a:bodyPr/>
          <a:lstStyle/>
          <a:p>
            <a:endParaRPr lang="en-US"/>
          </a:p>
        </p:txBody>
      </p:sp>
      <p:sp>
        <p:nvSpPr>
          <p:cNvPr id="191" name="Shape 189"/>
          <p:cNvSpPr/>
          <p:nvPr/>
        </p:nvSpPr>
        <p:spPr>
          <a:xfrm>
            <a:off x="8293608" y="3840480"/>
            <a:ext cx="237744" cy="320040"/>
          </a:xfrm>
          <a:prstGeom prst="rect">
            <a:avLst/>
          </a:prstGeom>
          <a:solidFill>
            <a:srgbClr val="2B4468"/>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2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How Do Machines “See” 3D?</a:t>
            </a:r>
            <a:endParaRPr lang="en-US" sz="3800" dirty="0"/>
          </a:p>
        </p:txBody>
      </p:sp>
      <p:sp>
        <p:nvSpPr>
          <p:cNvPr id="5" name="Text 3"/>
          <p:cNvSpPr txBox="1"/>
          <p:nvPr/>
        </p:nvSpPr>
        <p:spPr>
          <a:xfrm>
            <a:off x="548640" y="1417320"/>
            <a:ext cx="11064240" cy="731520"/>
          </a:xfrm>
          <a:prstGeom prst="rect">
            <a:avLst/>
          </a:prstGeom>
          <a:noFill/>
          <a:ln/>
        </p:spPr>
        <p:txBody>
          <a:bodyPr wrap="square" lIns="0" tIns="0" rIns="0" bIns="0" rtlCol="0" anchor="ctr"/>
          <a:lstStyle/>
          <a:p>
            <a:pPr marL="0" indent="0" algn="ctr">
              <a:buNone/>
            </a:pPr>
            <a:r>
              <a:rPr lang="en-US" sz="3200" b="1" dirty="0">
                <a:solidFill>
                  <a:srgbClr val="1B2A3D"/>
                </a:solidFill>
              </a:rPr>
              <a:t>Distance + Direction  →  </a:t>
            </a:r>
            <a:r>
              <a:rPr lang="en-US" sz="3200" b="1" dirty="0">
                <a:solidFill>
                  <a:srgbClr val="0F7B8A"/>
                </a:solidFill>
              </a:rPr>
              <a:t>3D Geometry</a:t>
            </a:r>
            <a:endParaRPr lang="en-US" sz="3200" dirty="0"/>
          </a:p>
        </p:txBody>
      </p:sp>
      <p:sp>
        <p:nvSpPr>
          <p:cNvPr id="6" name="Shape 4"/>
          <p:cNvSpPr/>
          <p:nvPr/>
        </p:nvSpPr>
        <p:spPr>
          <a:xfrm>
            <a:off x="630936" y="2514600"/>
            <a:ext cx="2011680" cy="2834640"/>
          </a:xfrm>
          <a:prstGeom prst="roundRect">
            <a:avLst>
              <a:gd name="adj" fmla="val 5455"/>
            </a:avLst>
          </a:prstGeom>
          <a:solidFill>
            <a:srgbClr val="EEF2F6"/>
          </a:solidFill>
          <a:ln/>
        </p:spPr>
        <p:txBody>
          <a:bodyPr/>
          <a:lstStyle/>
          <a:p>
            <a:endParaRPr lang="en-US"/>
          </a:p>
        </p:txBody>
      </p:sp>
      <p:sp>
        <p:nvSpPr>
          <p:cNvPr id="7" name="Text 5"/>
          <p:cNvSpPr txBox="1"/>
          <p:nvPr/>
        </p:nvSpPr>
        <p:spPr>
          <a:xfrm>
            <a:off x="6309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Room</a:t>
            </a:r>
            <a:endParaRPr lang="en-US" sz="1800" dirty="0"/>
          </a:p>
        </p:txBody>
      </p:sp>
      <p:sp>
        <p:nvSpPr>
          <p:cNvPr id="8" name="Shape 6"/>
          <p:cNvSpPr/>
          <p:nvPr/>
        </p:nvSpPr>
        <p:spPr>
          <a:xfrm>
            <a:off x="859536" y="2880360"/>
            <a:ext cx="1554480" cy="0"/>
          </a:xfrm>
          <a:prstGeom prst="line">
            <a:avLst/>
          </a:prstGeom>
          <a:noFill/>
          <a:ln w="19050">
            <a:solidFill>
              <a:srgbClr val="5B6B7F"/>
            </a:solidFill>
            <a:prstDash val="solid"/>
          </a:ln>
        </p:spPr>
        <p:txBody>
          <a:bodyPr/>
          <a:lstStyle/>
          <a:p>
            <a:endParaRPr lang="en-US"/>
          </a:p>
        </p:txBody>
      </p:sp>
      <p:sp>
        <p:nvSpPr>
          <p:cNvPr id="9" name="Shape 7"/>
          <p:cNvSpPr/>
          <p:nvPr/>
        </p:nvSpPr>
        <p:spPr>
          <a:xfrm>
            <a:off x="1294790" y="3406140"/>
            <a:ext cx="683971" cy="0"/>
          </a:xfrm>
          <a:prstGeom prst="line">
            <a:avLst/>
          </a:prstGeom>
          <a:noFill/>
          <a:ln w="19050">
            <a:solidFill>
              <a:srgbClr val="5B6B7F"/>
            </a:solidFill>
            <a:prstDash val="solid"/>
          </a:ln>
        </p:spPr>
        <p:txBody>
          <a:bodyPr/>
          <a:lstStyle/>
          <a:p>
            <a:endParaRPr lang="en-US"/>
          </a:p>
        </p:txBody>
      </p:sp>
      <p:sp>
        <p:nvSpPr>
          <p:cNvPr id="10" name="Shape 8"/>
          <p:cNvSpPr/>
          <p:nvPr/>
        </p:nvSpPr>
        <p:spPr>
          <a:xfrm>
            <a:off x="859536" y="2880360"/>
            <a:ext cx="435254" cy="525780"/>
          </a:xfrm>
          <a:prstGeom prst="line">
            <a:avLst/>
          </a:prstGeom>
          <a:noFill/>
          <a:ln w="19050">
            <a:solidFill>
              <a:srgbClr val="5B6B7F"/>
            </a:solidFill>
            <a:prstDash val="solid"/>
          </a:ln>
        </p:spPr>
        <p:txBody>
          <a:bodyPr/>
          <a:lstStyle/>
          <a:p>
            <a:endParaRPr lang="en-US"/>
          </a:p>
        </p:txBody>
      </p:sp>
      <p:sp>
        <p:nvSpPr>
          <p:cNvPr id="11" name="Shape 9"/>
          <p:cNvSpPr/>
          <p:nvPr/>
        </p:nvSpPr>
        <p:spPr>
          <a:xfrm>
            <a:off x="2414016" y="2880360"/>
            <a:ext cx="0" cy="2103120"/>
          </a:xfrm>
          <a:prstGeom prst="line">
            <a:avLst/>
          </a:prstGeom>
          <a:noFill/>
          <a:ln w="19050">
            <a:solidFill>
              <a:srgbClr val="5B6B7F"/>
            </a:solidFill>
            <a:prstDash val="solid"/>
          </a:ln>
        </p:spPr>
        <p:txBody>
          <a:bodyPr/>
          <a:lstStyle/>
          <a:p>
            <a:endParaRPr lang="en-US"/>
          </a:p>
        </p:txBody>
      </p:sp>
      <p:sp>
        <p:nvSpPr>
          <p:cNvPr id="12" name="Shape 10"/>
          <p:cNvSpPr/>
          <p:nvPr/>
        </p:nvSpPr>
        <p:spPr>
          <a:xfrm>
            <a:off x="1978762" y="3406140"/>
            <a:ext cx="0" cy="1051560"/>
          </a:xfrm>
          <a:prstGeom prst="line">
            <a:avLst/>
          </a:prstGeom>
          <a:noFill/>
          <a:ln w="19050">
            <a:solidFill>
              <a:srgbClr val="5B6B7F"/>
            </a:solidFill>
            <a:prstDash val="solid"/>
          </a:ln>
        </p:spPr>
        <p:txBody>
          <a:bodyPr/>
          <a:lstStyle/>
          <a:p>
            <a:endParaRPr lang="en-US"/>
          </a:p>
        </p:txBody>
      </p:sp>
      <p:sp>
        <p:nvSpPr>
          <p:cNvPr id="13" name="Shape 11"/>
          <p:cNvSpPr/>
          <p:nvPr/>
        </p:nvSpPr>
        <p:spPr>
          <a:xfrm flipH="1">
            <a:off x="1978762" y="2880360"/>
            <a:ext cx="435254" cy="525780"/>
          </a:xfrm>
          <a:prstGeom prst="line">
            <a:avLst/>
          </a:prstGeom>
          <a:noFill/>
          <a:ln w="19050">
            <a:solidFill>
              <a:srgbClr val="5B6B7F"/>
            </a:solidFill>
            <a:prstDash val="solid"/>
          </a:ln>
        </p:spPr>
        <p:txBody>
          <a:bodyPr/>
          <a:lstStyle/>
          <a:p>
            <a:endParaRPr lang="en-US"/>
          </a:p>
        </p:txBody>
      </p:sp>
      <p:sp>
        <p:nvSpPr>
          <p:cNvPr id="14" name="Shape 12"/>
          <p:cNvSpPr/>
          <p:nvPr/>
        </p:nvSpPr>
        <p:spPr>
          <a:xfrm flipH="1">
            <a:off x="859536" y="4983480"/>
            <a:ext cx="1554480" cy="0"/>
          </a:xfrm>
          <a:prstGeom prst="line">
            <a:avLst/>
          </a:prstGeom>
          <a:noFill/>
          <a:ln w="19050">
            <a:solidFill>
              <a:srgbClr val="5B6B7F"/>
            </a:solidFill>
            <a:prstDash val="solid"/>
          </a:ln>
        </p:spPr>
        <p:txBody>
          <a:bodyPr/>
          <a:lstStyle/>
          <a:p>
            <a:endParaRPr lang="en-US"/>
          </a:p>
        </p:txBody>
      </p:sp>
      <p:sp>
        <p:nvSpPr>
          <p:cNvPr id="15" name="Shape 13"/>
          <p:cNvSpPr/>
          <p:nvPr/>
        </p:nvSpPr>
        <p:spPr>
          <a:xfrm flipH="1">
            <a:off x="1294790" y="4457700"/>
            <a:ext cx="683971" cy="0"/>
          </a:xfrm>
          <a:prstGeom prst="line">
            <a:avLst/>
          </a:prstGeom>
          <a:noFill/>
          <a:ln w="19050">
            <a:solidFill>
              <a:srgbClr val="5B6B7F"/>
            </a:solidFill>
            <a:prstDash val="solid"/>
          </a:ln>
        </p:spPr>
        <p:txBody>
          <a:bodyPr/>
          <a:lstStyle/>
          <a:p>
            <a:endParaRPr lang="en-US"/>
          </a:p>
        </p:txBody>
      </p:sp>
      <p:sp>
        <p:nvSpPr>
          <p:cNvPr id="16" name="Shape 14"/>
          <p:cNvSpPr/>
          <p:nvPr/>
        </p:nvSpPr>
        <p:spPr>
          <a:xfrm flipH="1" flipV="1">
            <a:off x="1978762" y="4457700"/>
            <a:ext cx="435254" cy="525780"/>
          </a:xfrm>
          <a:prstGeom prst="line">
            <a:avLst/>
          </a:prstGeom>
          <a:noFill/>
          <a:ln w="19050">
            <a:solidFill>
              <a:srgbClr val="5B6B7F"/>
            </a:solidFill>
            <a:prstDash val="solid"/>
          </a:ln>
        </p:spPr>
        <p:txBody>
          <a:bodyPr/>
          <a:lstStyle/>
          <a:p>
            <a:endParaRPr lang="en-US"/>
          </a:p>
        </p:txBody>
      </p:sp>
      <p:sp>
        <p:nvSpPr>
          <p:cNvPr id="17" name="Shape 15"/>
          <p:cNvSpPr/>
          <p:nvPr/>
        </p:nvSpPr>
        <p:spPr>
          <a:xfrm flipV="1">
            <a:off x="859536" y="2880360"/>
            <a:ext cx="0" cy="2103120"/>
          </a:xfrm>
          <a:prstGeom prst="line">
            <a:avLst/>
          </a:prstGeom>
          <a:noFill/>
          <a:ln w="19050">
            <a:solidFill>
              <a:srgbClr val="5B6B7F"/>
            </a:solidFill>
            <a:prstDash val="solid"/>
          </a:ln>
        </p:spPr>
        <p:txBody>
          <a:bodyPr/>
          <a:lstStyle/>
          <a:p>
            <a:endParaRPr lang="en-US"/>
          </a:p>
        </p:txBody>
      </p:sp>
      <p:sp>
        <p:nvSpPr>
          <p:cNvPr id="18" name="Shape 16"/>
          <p:cNvSpPr/>
          <p:nvPr/>
        </p:nvSpPr>
        <p:spPr>
          <a:xfrm flipV="1">
            <a:off x="1294790" y="3406140"/>
            <a:ext cx="0" cy="1051560"/>
          </a:xfrm>
          <a:prstGeom prst="line">
            <a:avLst/>
          </a:prstGeom>
          <a:noFill/>
          <a:ln w="19050">
            <a:solidFill>
              <a:srgbClr val="5B6B7F"/>
            </a:solidFill>
            <a:prstDash val="solid"/>
          </a:ln>
        </p:spPr>
        <p:txBody>
          <a:bodyPr/>
          <a:lstStyle/>
          <a:p>
            <a:endParaRPr lang="en-US"/>
          </a:p>
        </p:txBody>
      </p:sp>
      <p:sp>
        <p:nvSpPr>
          <p:cNvPr id="19" name="Shape 17"/>
          <p:cNvSpPr/>
          <p:nvPr/>
        </p:nvSpPr>
        <p:spPr>
          <a:xfrm flipV="1">
            <a:off x="859536" y="4457700"/>
            <a:ext cx="435254" cy="525780"/>
          </a:xfrm>
          <a:prstGeom prst="line">
            <a:avLst/>
          </a:prstGeom>
          <a:noFill/>
          <a:ln w="19050">
            <a:solidFill>
              <a:srgbClr val="5B6B7F"/>
            </a:solidFill>
            <a:prstDash val="solid"/>
          </a:ln>
        </p:spPr>
        <p:txBody>
          <a:bodyPr/>
          <a:lstStyle/>
          <a:p>
            <a:endParaRPr lang="en-US"/>
          </a:p>
        </p:txBody>
      </p:sp>
      <p:sp>
        <p:nvSpPr>
          <p:cNvPr id="20" name="Shape 18"/>
          <p:cNvSpPr/>
          <p:nvPr/>
        </p:nvSpPr>
        <p:spPr>
          <a:xfrm>
            <a:off x="2752344" y="3931920"/>
            <a:ext cx="740664" cy="0"/>
          </a:xfrm>
          <a:prstGeom prst="line">
            <a:avLst/>
          </a:prstGeom>
          <a:noFill/>
          <a:ln w="28575">
            <a:solidFill>
              <a:srgbClr val="0B1F3A"/>
            </a:solidFill>
            <a:prstDash val="solid"/>
            <a:tailEnd type="triangle"/>
          </a:ln>
        </p:spPr>
        <p:txBody>
          <a:bodyPr/>
          <a:lstStyle/>
          <a:p>
            <a:endParaRPr lang="en-US"/>
          </a:p>
        </p:txBody>
      </p:sp>
      <p:sp>
        <p:nvSpPr>
          <p:cNvPr id="21" name="Text 19"/>
          <p:cNvSpPr txBox="1"/>
          <p:nvPr/>
        </p:nvSpPr>
        <p:spPr>
          <a:xfrm>
            <a:off x="2642616" y="4041648"/>
            <a:ext cx="960120" cy="274320"/>
          </a:xfrm>
          <a:prstGeom prst="rect">
            <a:avLst/>
          </a:prstGeom>
          <a:noFill/>
          <a:ln/>
        </p:spPr>
        <p:txBody>
          <a:bodyPr wrap="square" lIns="0" tIns="0" rIns="0" bIns="0" rtlCol="0" anchor="t"/>
          <a:lstStyle/>
          <a:p>
            <a:pPr marL="0" indent="0" algn="ctr">
              <a:buNone/>
            </a:pPr>
            <a:r>
              <a:rPr lang="en-US" sz="1200" b="1" dirty="0">
                <a:solidFill>
                  <a:srgbClr val="5B6B7F"/>
                </a:solidFill>
              </a:rPr>
              <a:t>Measure</a:t>
            </a:r>
            <a:endParaRPr lang="en-US" sz="1200" dirty="0"/>
          </a:p>
        </p:txBody>
      </p:sp>
      <p:sp>
        <p:nvSpPr>
          <p:cNvPr id="22" name="Shape 20"/>
          <p:cNvSpPr/>
          <p:nvPr/>
        </p:nvSpPr>
        <p:spPr>
          <a:xfrm>
            <a:off x="3602736" y="2514600"/>
            <a:ext cx="2011680" cy="2834640"/>
          </a:xfrm>
          <a:prstGeom prst="roundRect">
            <a:avLst>
              <a:gd name="adj" fmla="val 5455"/>
            </a:avLst>
          </a:prstGeom>
          <a:solidFill>
            <a:srgbClr val="EEF2F6"/>
          </a:solidFill>
          <a:ln/>
        </p:spPr>
        <p:txBody>
          <a:bodyPr/>
          <a:lstStyle/>
          <a:p>
            <a:endParaRPr lang="en-US"/>
          </a:p>
        </p:txBody>
      </p:sp>
      <p:sp>
        <p:nvSpPr>
          <p:cNvPr id="23" name="Text 21"/>
          <p:cNvSpPr txBox="1"/>
          <p:nvPr/>
        </p:nvSpPr>
        <p:spPr>
          <a:xfrm>
            <a:off x="36027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Rays</a:t>
            </a:r>
            <a:endParaRPr lang="en-US" sz="1800" dirty="0"/>
          </a:p>
        </p:txBody>
      </p:sp>
      <p:sp>
        <p:nvSpPr>
          <p:cNvPr id="24" name="Shape 22"/>
          <p:cNvSpPr/>
          <p:nvPr/>
        </p:nvSpPr>
        <p:spPr>
          <a:xfrm>
            <a:off x="3831336" y="2880360"/>
            <a:ext cx="1554480" cy="0"/>
          </a:xfrm>
          <a:prstGeom prst="line">
            <a:avLst/>
          </a:prstGeom>
          <a:noFill/>
          <a:ln w="12700">
            <a:solidFill>
              <a:srgbClr val="C9D3DE"/>
            </a:solidFill>
            <a:prstDash val="solid"/>
          </a:ln>
        </p:spPr>
        <p:txBody>
          <a:bodyPr/>
          <a:lstStyle/>
          <a:p>
            <a:endParaRPr lang="en-US"/>
          </a:p>
        </p:txBody>
      </p:sp>
      <p:sp>
        <p:nvSpPr>
          <p:cNvPr id="25" name="Shape 23"/>
          <p:cNvSpPr/>
          <p:nvPr/>
        </p:nvSpPr>
        <p:spPr>
          <a:xfrm>
            <a:off x="4266590" y="3406140"/>
            <a:ext cx="683971" cy="0"/>
          </a:xfrm>
          <a:prstGeom prst="line">
            <a:avLst/>
          </a:prstGeom>
          <a:noFill/>
          <a:ln w="12700">
            <a:solidFill>
              <a:srgbClr val="C9D3DE"/>
            </a:solidFill>
            <a:prstDash val="solid"/>
          </a:ln>
        </p:spPr>
        <p:txBody>
          <a:bodyPr/>
          <a:lstStyle/>
          <a:p>
            <a:endParaRPr lang="en-US"/>
          </a:p>
        </p:txBody>
      </p:sp>
      <p:sp>
        <p:nvSpPr>
          <p:cNvPr id="26" name="Shape 24"/>
          <p:cNvSpPr/>
          <p:nvPr/>
        </p:nvSpPr>
        <p:spPr>
          <a:xfrm>
            <a:off x="3831336" y="2880360"/>
            <a:ext cx="435254" cy="525780"/>
          </a:xfrm>
          <a:prstGeom prst="line">
            <a:avLst/>
          </a:prstGeom>
          <a:noFill/>
          <a:ln w="12700">
            <a:solidFill>
              <a:srgbClr val="C9D3DE"/>
            </a:solidFill>
            <a:prstDash val="solid"/>
          </a:ln>
        </p:spPr>
        <p:txBody>
          <a:bodyPr/>
          <a:lstStyle/>
          <a:p>
            <a:endParaRPr lang="en-US"/>
          </a:p>
        </p:txBody>
      </p:sp>
      <p:sp>
        <p:nvSpPr>
          <p:cNvPr id="27" name="Shape 25"/>
          <p:cNvSpPr/>
          <p:nvPr/>
        </p:nvSpPr>
        <p:spPr>
          <a:xfrm>
            <a:off x="5385816" y="2880360"/>
            <a:ext cx="0" cy="2103120"/>
          </a:xfrm>
          <a:prstGeom prst="line">
            <a:avLst/>
          </a:prstGeom>
          <a:noFill/>
          <a:ln w="12700">
            <a:solidFill>
              <a:srgbClr val="C9D3DE"/>
            </a:solidFill>
            <a:prstDash val="solid"/>
          </a:ln>
        </p:spPr>
        <p:txBody>
          <a:bodyPr/>
          <a:lstStyle/>
          <a:p>
            <a:endParaRPr lang="en-US"/>
          </a:p>
        </p:txBody>
      </p:sp>
      <p:sp>
        <p:nvSpPr>
          <p:cNvPr id="28" name="Shape 26"/>
          <p:cNvSpPr/>
          <p:nvPr/>
        </p:nvSpPr>
        <p:spPr>
          <a:xfrm>
            <a:off x="4950562" y="3406140"/>
            <a:ext cx="0" cy="1051560"/>
          </a:xfrm>
          <a:prstGeom prst="line">
            <a:avLst/>
          </a:prstGeom>
          <a:noFill/>
          <a:ln w="12700">
            <a:solidFill>
              <a:srgbClr val="C9D3DE"/>
            </a:solidFill>
            <a:prstDash val="solid"/>
          </a:ln>
        </p:spPr>
        <p:txBody>
          <a:bodyPr/>
          <a:lstStyle/>
          <a:p>
            <a:endParaRPr lang="en-US"/>
          </a:p>
        </p:txBody>
      </p:sp>
      <p:sp>
        <p:nvSpPr>
          <p:cNvPr id="29" name="Shape 27"/>
          <p:cNvSpPr/>
          <p:nvPr/>
        </p:nvSpPr>
        <p:spPr>
          <a:xfrm flipH="1">
            <a:off x="4950562" y="2880360"/>
            <a:ext cx="435254" cy="525780"/>
          </a:xfrm>
          <a:prstGeom prst="line">
            <a:avLst/>
          </a:prstGeom>
          <a:noFill/>
          <a:ln w="12700">
            <a:solidFill>
              <a:srgbClr val="C9D3DE"/>
            </a:solidFill>
            <a:prstDash val="solid"/>
          </a:ln>
        </p:spPr>
        <p:txBody>
          <a:bodyPr/>
          <a:lstStyle/>
          <a:p>
            <a:endParaRPr lang="en-US"/>
          </a:p>
        </p:txBody>
      </p:sp>
      <p:sp>
        <p:nvSpPr>
          <p:cNvPr id="30" name="Shape 28"/>
          <p:cNvSpPr/>
          <p:nvPr/>
        </p:nvSpPr>
        <p:spPr>
          <a:xfrm flipH="1">
            <a:off x="3831336" y="4983480"/>
            <a:ext cx="1554480" cy="0"/>
          </a:xfrm>
          <a:prstGeom prst="line">
            <a:avLst/>
          </a:prstGeom>
          <a:noFill/>
          <a:ln w="12700">
            <a:solidFill>
              <a:srgbClr val="C9D3DE"/>
            </a:solidFill>
            <a:prstDash val="solid"/>
          </a:ln>
        </p:spPr>
        <p:txBody>
          <a:bodyPr/>
          <a:lstStyle/>
          <a:p>
            <a:endParaRPr lang="en-US"/>
          </a:p>
        </p:txBody>
      </p:sp>
      <p:sp>
        <p:nvSpPr>
          <p:cNvPr id="31" name="Shape 29"/>
          <p:cNvSpPr/>
          <p:nvPr/>
        </p:nvSpPr>
        <p:spPr>
          <a:xfrm flipH="1">
            <a:off x="4266590" y="4457700"/>
            <a:ext cx="683971" cy="0"/>
          </a:xfrm>
          <a:prstGeom prst="line">
            <a:avLst/>
          </a:prstGeom>
          <a:noFill/>
          <a:ln w="12700">
            <a:solidFill>
              <a:srgbClr val="C9D3DE"/>
            </a:solidFill>
            <a:prstDash val="solid"/>
          </a:ln>
        </p:spPr>
        <p:txBody>
          <a:bodyPr/>
          <a:lstStyle/>
          <a:p>
            <a:endParaRPr lang="en-US"/>
          </a:p>
        </p:txBody>
      </p:sp>
      <p:sp>
        <p:nvSpPr>
          <p:cNvPr id="32" name="Shape 30"/>
          <p:cNvSpPr/>
          <p:nvPr/>
        </p:nvSpPr>
        <p:spPr>
          <a:xfrm flipH="1" flipV="1">
            <a:off x="4950562" y="4457700"/>
            <a:ext cx="435254" cy="525780"/>
          </a:xfrm>
          <a:prstGeom prst="line">
            <a:avLst/>
          </a:prstGeom>
          <a:noFill/>
          <a:ln w="12700">
            <a:solidFill>
              <a:srgbClr val="C9D3DE"/>
            </a:solidFill>
            <a:prstDash val="solid"/>
          </a:ln>
        </p:spPr>
        <p:txBody>
          <a:bodyPr/>
          <a:lstStyle/>
          <a:p>
            <a:endParaRPr lang="en-US"/>
          </a:p>
        </p:txBody>
      </p:sp>
      <p:sp>
        <p:nvSpPr>
          <p:cNvPr id="33" name="Shape 31"/>
          <p:cNvSpPr/>
          <p:nvPr/>
        </p:nvSpPr>
        <p:spPr>
          <a:xfrm flipV="1">
            <a:off x="3831336" y="2880360"/>
            <a:ext cx="0" cy="2103120"/>
          </a:xfrm>
          <a:prstGeom prst="line">
            <a:avLst/>
          </a:prstGeom>
          <a:noFill/>
          <a:ln w="12700">
            <a:solidFill>
              <a:srgbClr val="C9D3DE"/>
            </a:solidFill>
            <a:prstDash val="solid"/>
          </a:ln>
        </p:spPr>
        <p:txBody>
          <a:bodyPr/>
          <a:lstStyle/>
          <a:p>
            <a:endParaRPr lang="en-US"/>
          </a:p>
        </p:txBody>
      </p:sp>
      <p:sp>
        <p:nvSpPr>
          <p:cNvPr id="34" name="Shape 32"/>
          <p:cNvSpPr/>
          <p:nvPr/>
        </p:nvSpPr>
        <p:spPr>
          <a:xfrm flipV="1">
            <a:off x="4266590" y="3406140"/>
            <a:ext cx="0" cy="1051560"/>
          </a:xfrm>
          <a:prstGeom prst="line">
            <a:avLst/>
          </a:prstGeom>
          <a:noFill/>
          <a:ln w="12700">
            <a:solidFill>
              <a:srgbClr val="C9D3DE"/>
            </a:solidFill>
            <a:prstDash val="solid"/>
          </a:ln>
        </p:spPr>
        <p:txBody>
          <a:bodyPr/>
          <a:lstStyle/>
          <a:p>
            <a:endParaRPr lang="en-US"/>
          </a:p>
        </p:txBody>
      </p:sp>
      <p:sp>
        <p:nvSpPr>
          <p:cNvPr id="35" name="Shape 33"/>
          <p:cNvSpPr/>
          <p:nvPr/>
        </p:nvSpPr>
        <p:spPr>
          <a:xfrm flipV="1">
            <a:off x="3831336" y="4457700"/>
            <a:ext cx="435254" cy="525780"/>
          </a:xfrm>
          <a:prstGeom prst="line">
            <a:avLst/>
          </a:prstGeom>
          <a:noFill/>
          <a:ln w="12700">
            <a:solidFill>
              <a:srgbClr val="C9D3DE"/>
            </a:solidFill>
            <a:prstDash val="solid"/>
          </a:ln>
        </p:spPr>
        <p:txBody>
          <a:bodyPr/>
          <a:lstStyle/>
          <a:p>
            <a:endParaRPr lang="en-US"/>
          </a:p>
        </p:txBody>
      </p:sp>
      <p:sp>
        <p:nvSpPr>
          <p:cNvPr id="36" name="Shape 34"/>
          <p:cNvSpPr/>
          <p:nvPr/>
        </p:nvSpPr>
        <p:spPr>
          <a:xfrm flipV="1">
            <a:off x="3712464" y="2971800"/>
            <a:ext cx="1719072" cy="960120"/>
          </a:xfrm>
          <a:prstGeom prst="line">
            <a:avLst/>
          </a:prstGeom>
          <a:noFill/>
          <a:ln w="12700">
            <a:solidFill>
              <a:srgbClr val="0F7B8A">
                <a:alpha val="70000"/>
              </a:srgbClr>
            </a:solidFill>
            <a:prstDash val="solid"/>
          </a:ln>
        </p:spPr>
        <p:txBody>
          <a:bodyPr/>
          <a:lstStyle/>
          <a:p>
            <a:endParaRPr lang="en-US"/>
          </a:p>
        </p:txBody>
      </p:sp>
      <p:sp>
        <p:nvSpPr>
          <p:cNvPr id="37" name="Shape 35"/>
          <p:cNvSpPr/>
          <p:nvPr/>
        </p:nvSpPr>
        <p:spPr>
          <a:xfrm flipV="1">
            <a:off x="3712464" y="3291840"/>
            <a:ext cx="1719072" cy="640080"/>
          </a:xfrm>
          <a:prstGeom prst="line">
            <a:avLst/>
          </a:prstGeom>
          <a:noFill/>
          <a:ln w="12700">
            <a:solidFill>
              <a:srgbClr val="0F7B8A">
                <a:alpha val="70000"/>
              </a:srgbClr>
            </a:solidFill>
            <a:prstDash val="solid"/>
          </a:ln>
        </p:spPr>
        <p:txBody>
          <a:bodyPr/>
          <a:lstStyle/>
          <a:p>
            <a:endParaRPr lang="en-US"/>
          </a:p>
        </p:txBody>
      </p:sp>
      <p:sp>
        <p:nvSpPr>
          <p:cNvPr id="38" name="Shape 36"/>
          <p:cNvSpPr/>
          <p:nvPr/>
        </p:nvSpPr>
        <p:spPr>
          <a:xfrm flipV="1">
            <a:off x="3712464" y="3611880"/>
            <a:ext cx="1719072" cy="320040"/>
          </a:xfrm>
          <a:prstGeom prst="line">
            <a:avLst/>
          </a:prstGeom>
          <a:noFill/>
          <a:ln w="12700">
            <a:solidFill>
              <a:srgbClr val="0F7B8A">
                <a:alpha val="70000"/>
              </a:srgbClr>
            </a:solidFill>
            <a:prstDash val="solid"/>
          </a:ln>
        </p:spPr>
        <p:txBody>
          <a:bodyPr/>
          <a:lstStyle/>
          <a:p>
            <a:endParaRPr lang="en-US"/>
          </a:p>
        </p:txBody>
      </p:sp>
      <p:sp>
        <p:nvSpPr>
          <p:cNvPr id="39" name="Shape 37"/>
          <p:cNvSpPr/>
          <p:nvPr/>
        </p:nvSpPr>
        <p:spPr>
          <a:xfrm>
            <a:off x="3712464" y="3931920"/>
            <a:ext cx="1719072" cy="0"/>
          </a:xfrm>
          <a:prstGeom prst="line">
            <a:avLst/>
          </a:prstGeom>
          <a:noFill/>
          <a:ln w="12700">
            <a:solidFill>
              <a:srgbClr val="0F7B8A">
                <a:alpha val="70000"/>
              </a:srgbClr>
            </a:solidFill>
            <a:prstDash val="solid"/>
          </a:ln>
        </p:spPr>
        <p:txBody>
          <a:bodyPr/>
          <a:lstStyle/>
          <a:p>
            <a:endParaRPr lang="en-US"/>
          </a:p>
        </p:txBody>
      </p:sp>
      <p:sp>
        <p:nvSpPr>
          <p:cNvPr id="40" name="Shape 38"/>
          <p:cNvSpPr/>
          <p:nvPr/>
        </p:nvSpPr>
        <p:spPr>
          <a:xfrm>
            <a:off x="3712464" y="3931920"/>
            <a:ext cx="1719072" cy="320040"/>
          </a:xfrm>
          <a:prstGeom prst="line">
            <a:avLst/>
          </a:prstGeom>
          <a:noFill/>
          <a:ln w="12700">
            <a:solidFill>
              <a:srgbClr val="0F7B8A">
                <a:alpha val="70000"/>
              </a:srgbClr>
            </a:solidFill>
            <a:prstDash val="solid"/>
          </a:ln>
        </p:spPr>
        <p:txBody>
          <a:bodyPr/>
          <a:lstStyle/>
          <a:p>
            <a:endParaRPr lang="en-US"/>
          </a:p>
        </p:txBody>
      </p:sp>
      <p:sp>
        <p:nvSpPr>
          <p:cNvPr id="41" name="Shape 39"/>
          <p:cNvSpPr/>
          <p:nvPr/>
        </p:nvSpPr>
        <p:spPr>
          <a:xfrm>
            <a:off x="3712464" y="3931920"/>
            <a:ext cx="1719072" cy="640080"/>
          </a:xfrm>
          <a:prstGeom prst="line">
            <a:avLst/>
          </a:prstGeom>
          <a:noFill/>
          <a:ln w="12700">
            <a:solidFill>
              <a:srgbClr val="0F7B8A">
                <a:alpha val="70000"/>
              </a:srgbClr>
            </a:solidFill>
            <a:prstDash val="solid"/>
          </a:ln>
        </p:spPr>
        <p:txBody>
          <a:bodyPr/>
          <a:lstStyle/>
          <a:p>
            <a:endParaRPr lang="en-US"/>
          </a:p>
        </p:txBody>
      </p:sp>
      <p:sp>
        <p:nvSpPr>
          <p:cNvPr id="42" name="Shape 40"/>
          <p:cNvSpPr/>
          <p:nvPr/>
        </p:nvSpPr>
        <p:spPr>
          <a:xfrm>
            <a:off x="3712464" y="3931920"/>
            <a:ext cx="1719072" cy="960120"/>
          </a:xfrm>
          <a:prstGeom prst="line">
            <a:avLst/>
          </a:prstGeom>
          <a:noFill/>
          <a:ln w="12700">
            <a:solidFill>
              <a:srgbClr val="0F7B8A">
                <a:alpha val="70000"/>
              </a:srgbClr>
            </a:solidFill>
            <a:prstDash val="solid"/>
          </a:ln>
        </p:spPr>
        <p:txBody>
          <a:bodyPr/>
          <a:lstStyle/>
          <a:p>
            <a:endParaRPr lang="en-US"/>
          </a:p>
        </p:txBody>
      </p:sp>
      <p:sp>
        <p:nvSpPr>
          <p:cNvPr id="43" name="Shape 41"/>
          <p:cNvSpPr/>
          <p:nvPr/>
        </p:nvSpPr>
        <p:spPr>
          <a:xfrm>
            <a:off x="3621024" y="3840480"/>
            <a:ext cx="182880" cy="182880"/>
          </a:xfrm>
          <a:prstGeom prst="ellipse">
            <a:avLst/>
          </a:prstGeom>
          <a:solidFill>
            <a:srgbClr val="0B1F3A"/>
          </a:solidFill>
          <a:ln/>
        </p:spPr>
        <p:txBody>
          <a:bodyPr/>
          <a:lstStyle/>
          <a:p>
            <a:endParaRPr lang="en-US"/>
          </a:p>
        </p:txBody>
      </p:sp>
      <p:sp>
        <p:nvSpPr>
          <p:cNvPr id="44" name="Shape 42"/>
          <p:cNvSpPr/>
          <p:nvPr/>
        </p:nvSpPr>
        <p:spPr>
          <a:xfrm>
            <a:off x="5724144" y="3931920"/>
            <a:ext cx="740664" cy="0"/>
          </a:xfrm>
          <a:prstGeom prst="line">
            <a:avLst/>
          </a:prstGeom>
          <a:noFill/>
          <a:ln w="28575">
            <a:solidFill>
              <a:srgbClr val="0B1F3A"/>
            </a:solidFill>
            <a:prstDash val="solid"/>
            <a:tailEnd type="triangle"/>
          </a:ln>
        </p:spPr>
        <p:txBody>
          <a:bodyPr/>
          <a:lstStyle/>
          <a:p>
            <a:endParaRPr lang="en-US"/>
          </a:p>
        </p:txBody>
      </p:sp>
      <p:sp>
        <p:nvSpPr>
          <p:cNvPr id="45" name="Text 43"/>
          <p:cNvSpPr txBox="1"/>
          <p:nvPr/>
        </p:nvSpPr>
        <p:spPr>
          <a:xfrm>
            <a:off x="5614416" y="4041648"/>
            <a:ext cx="960120" cy="274320"/>
          </a:xfrm>
          <a:prstGeom prst="rect">
            <a:avLst/>
          </a:prstGeom>
          <a:noFill/>
          <a:ln/>
        </p:spPr>
        <p:txBody>
          <a:bodyPr wrap="square" lIns="0" tIns="0" rIns="0" bIns="0" rtlCol="0" anchor="t"/>
          <a:lstStyle/>
          <a:p>
            <a:pPr marL="0" indent="0" algn="ctr">
              <a:buNone/>
            </a:pPr>
            <a:r>
              <a:rPr lang="en-US" sz="1200" b="1" dirty="0">
                <a:solidFill>
                  <a:srgbClr val="5B6B7F"/>
                </a:solidFill>
              </a:rPr>
              <a:t>Rotate</a:t>
            </a:r>
            <a:endParaRPr lang="en-US" sz="1200" dirty="0"/>
          </a:p>
        </p:txBody>
      </p:sp>
      <p:sp>
        <p:nvSpPr>
          <p:cNvPr id="46" name="Shape 44"/>
          <p:cNvSpPr/>
          <p:nvPr/>
        </p:nvSpPr>
        <p:spPr>
          <a:xfrm>
            <a:off x="6574536" y="2514600"/>
            <a:ext cx="2011680" cy="2834640"/>
          </a:xfrm>
          <a:prstGeom prst="roundRect">
            <a:avLst>
              <a:gd name="adj" fmla="val 5455"/>
            </a:avLst>
          </a:prstGeom>
          <a:solidFill>
            <a:srgbClr val="EEF2F6"/>
          </a:solidFill>
          <a:ln/>
        </p:spPr>
        <p:txBody>
          <a:bodyPr/>
          <a:lstStyle/>
          <a:p>
            <a:endParaRPr lang="en-US"/>
          </a:p>
        </p:txBody>
      </p:sp>
      <p:sp>
        <p:nvSpPr>
          <p:cNvPr id="47" name="Text 45"/>
          <p:cNvSpPr txBox="1"/>
          <p:nvPr/>
        </p:nvSpPr>
        <p:spPr>
          <a:xfrm>
            <a:off x="65745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Points</a:t>
            </a:r>
            <a:endParaRPr lang="en-US" sz="1800" dirty="0"/>
          </a:p>
        </p:txBody>
      </p:sp>
      <p:sp>
        <p:nvSpPr>
          <p:cNvPr id="48" name="Shape 46"/>
          <p:cNvSpPr/>
          <p:nvPr/>
        </p:nvSpPr>
        <p:spPr>
          <a:xfrm>
            <a:off x="6768972" y="2854978"/>
            <a:ext cx="91440" cy="91440"/>
          </a:xfrm>
          <a:prstGeom prst="ellipse">
            <a:avLst/>
          </a:prstGeom>
          <a:solidFill>
            <a:srgbClr val="0F7B8A"/>
          </a:solidFill>
          <a:ln/>
        </p:spPr>
        <p:txBody>
          <a:bodyPr/>
          <a:lstStyle/>
          <a:p>
            <a:endParaRPr lang="en-US"/>
          </a:p>
        </p:txBody>
      </p:sp>
      <p:sp>
        <p:nvSpPr>
          <p:cNvPr id="49" name="Shape 47"/>
          <p:cNvSpPr/>
          <p:nvPr/>
        </p:nvSpPr>
        <p:spPr>
          <a:xfrm>
            <a:off x="7439512" y="2804999"/>
            <a:ext cx="91440" cy="91440"/>
          </a:xfrm>
          <a:prstGeom prst="ellipse">
            <a:avLst/>
          </a:prstGeom>
          <a:solidFill>
            <a:srgbClr val="0F7B8A"/>
          </a:solidFill>
          <a:ln/>
        </p:spPr>
        <p:txBody>
          <a:bodyPr/>
          <a:lstStyle/>
          <a:p>
            <a:endParaRPr lang="en-US"/>
          </a:p>
        </p:txBody>
      </p:sp>
      <p:sp>
        <p:nvSpPr>
          <p:cNvPr id="50" name="Shape 48"/>
          <p:cNvSpPr/>
          <p:nvPr/>
        </p:nvSpPr>
        <p:spPr>
          <a:xfrm>
            <a:off x="7907889" y="2827067"/>
            <a:ext cx="91440" cy="91440"/>
          </a:xfrm>
          <a:prstGeom prst="ellipse">
            <a:avLst/>
          </a:prstGeom>
          <a:solidFill>
            <a:srgbClr val="0F7B8A"/>
          </a:solidFill>
          <a:ln/>
        </p:spPr>
        <p:txBody>
          <a:bodyPr/>
          <a:lstStyle/>
          <a:p>
            <a:endParaRPr lang="en-US"/>
          </a:p>
        </p:txBody>
      </p:sp>
      <p:sp>
        <p:nvSpPr>
          <p:cNvPr id="51" name="Shape 49"/>
          <p:cNvSpPr/>
          <p:nvPr/>
        </p:nvSpPr>
        <p:spPr>
          <a:xfrm>
            <a:off x="7376756" y="3367522"/>
            <a:ext cx="91440" cy="91440"/>
          </a:xfrm>
          <a:prstGeom prst="ellipse">
            <a:avLst/>
          </a:prstGeom>
          <a:solidFill>
            <a:srgbClr val="0F7B8A"/>
          </a:solidFill>
          <a:ln/>
        </p:spPr>
        <p:txBody>
          <a:bodyPr/>
          <a:lstStyle/>
          <a:p>
            <a:endParaRPr lang="en-US"/>
          </a:p>
        </p:txBody>
      </p:sp>
      <p:sp>
        <p:nvSpPr>
          <p:cNvPr id="52" name="Shape 50"/>
          <p:cNvSpPr/>
          <p:nvPr/>
        </p:nvSpPr>
        <p:spPr>
          <a:xfrm>
            <a:off x="7432029" y="3343398"/>
            <a:ext cx="91440" cy="91440"/>
          </a:xfrm>
          <a:prstGeom prst="ellipse">
            <a:avLst/>
          </a:prstGeom>
          <a:solidFill>
            <a:srgbClr val="0F7B8A"/>
          </a:solidFill>
          <a:ln/>
        </p:spPr>
        <p:txBody>
          <a:bodyPr/>
          <a:lstStyle/>
          <a:p>
            <a:endParaRPr lang="en-US"/>
          </a:p>
        </p:txBody>
      </p:sp>
      <p:sp>
        <p:nvSpPr>
          <p:cNvPr id="53" name="Shape 51"/>
          <p:cNvSpPr/>
          <p:nvPr/>
        </p:nvSpPr>
        <p:spPr>
          <a:xfrm>
            <a:off x="7785951" y="3326660"/>
            <a:ext cx="91440" cy="91440"/>
          </a:xfrm>
          <a:prstGeom prst="ellipse">
            <a:avLst/>
          </a:prstGeom>
          <a:solidFill>
            <a:srgbClr val="0F7B8A"/>
          </a:solidFill>
          <a:ln/>
        </p:spPr>
        <p:txBody>
          <a:bodyPr/>
          <a:lstStyle/>
          <a:p>
            <a:endParaRPr lang="en-US"/>
          </a:p>
        </p:txBody>
      </p:sp>
      <p:sp>
        <p:nvSpPr>
          <p:cNvPr id="54" name="Shape 52"/>
          <p:cNvSpPr/>
          <p:nvPr/>
        </p:nvSpPr>
        <p:spPr>
          <a:xfrm>
            <a:off x="6878342" y="2965187"/>
            <a:ext cx="91440" cy="91440"/>
          </a:xfrm>
          <a:prstGeom prst="ellipse">
            <a:avLst/>
          </a:prstGeom>
          <a:solidFill>
            <a:srgbClr val="0F7B8A"/>
          </a:solidFill>
          <a:ln/>
        </p:spPr>
        <p:txBody>
          <a:bodyPr/>
          <a:lstStyle/>
          <a:p>
            <a:endParaRPr lang="en-US"/>
          </a:p>
        </p:txBody>
      </p:sp>
      <p:sp>
        <p:nvSpPr>
          <p:cNvPr id="55" name="Shape 53"/>
          <p:cNvSpPr/>
          <p:nvPr/>
        </p:nvSpPr>
        <p:spPr>
          <a:xfrm>
            <a:off x="6997992" y="3097071"/>
            <a:ext cx="91440" cy="91440"/>
          </a:xfrm>
          <a:prstGeom prst="ellipse">
            <a:avLst/>
          </a:prstGeom>
          <a:solidFill>
            <a:srgbClr val="0F7B8A"/>
          </a:solidFill>
          <a:ln/>
        </p:spPr>
        <p:txBody>
          <a:bodyPr/>
          <a:lstStyle/>
          <a:p>
            <a:endParaRPr lang="en-US"/>
          </a:p>
        </p:txBody>
      </p:sp>
      <p:sp>
        <p:nvSpPr>
          <p:cNvPr id="56" name="Shape 54"/>
          <p:cNvSpPr/>
          <p:nvPr/>
        </p:nvSpPr>
        <p:spPr>
          <a:xfrm>
            <a:off x="7090926" y="3222677"/>
            <a:ext cx="91440" cy="91440"/>
          </a:xfrm>
          <a:prstGeom prst="ellipse">
            <a:avLst/>
          </a:prstGeom>
          <a:solidFill>
            <a:srgbClr val="0F7B8A"/>
          </a:solidFill>
          <a:ln/>
        </p:spPr>
        <p:txBody>
          <a:bodyPr/>
          <a:lstStyle/>
          <a:p>
            <a:endParaRPr lang="en-US"/>
          </a:p>
        </p:txBody>
      </p:sp>
      <p:sp>
        <p:nvSpPr>
          <p:cNvPr id="57" name="Shape 55"/>
          <p:cNvSpPr/>
          <p:nvPr/>
        </p:nvSpPr>
        <p:spPr>
          <a:xfrm>
            <a:off x="8281172" y="3024072"/>
            <a:ext cx="91440" cy="91440"/>
          </a:xfrm>
          <a:prstGeom prst="ellipse">
            <a:avLst/>
          </a:prstGeom>
          <a:solidFill>
            <a:srgbClr val="0F7B8A"/>
          </a:solidFill>
          <a:ln/>
        </p:spPr>
        <p:txBody>
          <a:bodyPr/>
          <a:lstStyle/>
          <a:p>
            <a:endParaRPr lang="en-US"/>
          </a:p>
        </p:txBody>
      </p:sp>
      <p:sp>
        <p:nvSpPr>
          <p:cNvPr id="58" name="Shape 56"/>
          <p:cNvSpPr/>
          <p:nvPr/>
        </p:nvSpPr>
        <p:spPr>
          <a:xfrm>
            <a:off x="8334646" y="3908643"/>
            <a:ext cx="91440" cy="91440"/>
          </a:xfrm>
          <a:prstGeom prst="ellipse">
            <a:avLst/>
          </a:prstGeom>
          <a:solidFill>
            <a:srgbClr val="0F7B8A"/>
          </a:solidFill>
          <a:ln/>
        </p:spPr>
        <p:txBody>
          <a:bodyPr/>
          <a:lstStyle/>
          <a:p>
            <a:endParaRPr lang="en-US"/>
          </a:p>
        </p:txBody>
      </p:sp>
      <p:sp>
        <p:nvSpPr>
          <p:cNvPr id="59" name="Shape 57"/>
          <p:cNvSpPr/>
          <p:nvPr/>
        </p:nvSpPr>
        <p:spPr>
          <a:xfrm>
            <a:off x="8325093" y="4413420"/>
            <a:ext cx="91440" cy="91440"/>
          </a:xfrm>
          <a:prstGeom prst="ellipse">
            <a:avLst/>
          </a:prstGeom>
          <a:solidFill>
            <a:srgbClr val="0F7B8A"/>
          </a:solidFill>
          <a:ln/>
        </p:spPr>
        <p:txBody>
          <a:bodyPr/>
          <a:lstStyle/>
          <a:p>
            <a:endParaRPr lang="en-US"/>
          </a:p>
        </p:txBody>
      </p:sp>
      <p:sp>
        <p:nvSpPr>
          <p:cNvPr id="60" name="Shape 58"/>
          <p:cNvSpPr/>
          <p:nvPr/>
        </p:nvSpPr>
        <p:spPr>
          <a:xfrm>
            <a:off x="7897274" y="3450920"/>
            <a:ext cx="91440" cy="91440"/>
          </a:xfrm>
          <a:prstGeom prst="ellipse">
            <a:avLst/>
          </a:prstGeom>
          <a:solidFill>
            <a:srgbClr val="0F7B8A"/>
          </a:solidFill>
          <a:ln/>
        </p:spPr>
        <p:txBody>
          <a:bodyPr/>
          <a:lstStyle/>
          <a:p>
            <a:endParaRPr lang="en-US"/>
          </a:p>
        </p:txBody>
      </p:sp>
      <p:sp>
        <p:nvSpPr>
          <p:cNvPr id="61" name="Shape 59"/>
          <p:cNvSpPr/>
          <p:nvPr/>
        </p:nvSpPr>
        <p:spPr>
          <a:xfrm>
            <a:off x="7857271" y="4030906"/>
            <a:ext cx="91440" cy="91440"/>
          </a:xfrm>
          <a:prstGeom prst="ellipse">
            <a:avLst/>
          </a:prstGeom>
          <a:solidFill>
            <a:srgbClr val="0F7B8A"/>
          </a:solidFill>
          <a:ln/>
        </p:spPr>
        <p:txBody>
          <a:bodyPr/>
          <a:lstStyle/>
          <a:p>
            <a:endParaRPr lang="en-US"/>
          </a:p>
        </p:txBody>
      </p:sp>
      <p:sp>
        <p:nvSpPr>
          <p:cNvPr id="62" name="Shape 60"/>
          <p:cNvSpPr/>
          <p:nvPr/>
        </p:nvSpPr>
        <p:spPr>
          <a:xfrm>
            <a:off x="7896157" y="4258702"/>
            <a:ext cx="91440" cy="91440"/>
          </a:xfrm>
          <a:prstGeom prst="ellipse">
            <a:avLst/>
          </a:prstGeom>
          <a:solidFill>
            <a:srgbClr val="0F7B8A"/>
          </a:solidFill>
          <a:ln/>
        </p:spPr>
        <p:txBody>
          <a:bodyPr/>
          <a:lstStyle/>
          <a:p>
            <a:endParaRPr lang="en-US"/>
          </a:p>
        </p:txBody>
      </p:sp>
      <p:sp>
        <p:nvSpPr>
          <p:cNvPr id="63" name="Shape 61"/>
          <p:cNvSpPr/>
          <p:nvPr/>
        </p:nvSpPr>
        <p:spPr>
          <a:xfrm>
            <a:off x="8234163" y="2892741"/>
            <a:ext cx="91440" cy="91440"/>
          </a:xfrm>
          <a:prstGeom prst="ellipse">
            <a:avLst/>
          </a:prstGeom>
          <a:solidFill>
            <a:srgbClr val="0F7B8A"/>
          </a:solidFill>
          <a:ln/>
        </p:spPr>
        <p:txBody>
          <a:bodyPr/>
          <a:lstStyle/>
          <a:p>
            <a:endParaRPr lang="en-US"/>
          </a:p>
        </p:txBody>
      </p:sp>
      <p:sp>
        <p:nvSpPr>
          <p:cNvPr id="64" name="Shape 62"/>
          <p:cNvSpPr/>
          <p:nvPr/>
        </p:nvSpPr>
        <p:spPr>
          <a:xfrm>
            <a:off x="8090807" y="3097937"/>
            <a:ext cx="91440" cy="91440"/>
          </a:xfrm>
          <a:prstGeom prst="ellipse">
            <a:avLst/>
          </a:prstGeom>
          <a:solidFill>
            <a:srgbClr val="0F7B8A"/>
          </a:solidFill>
          <a:ln/>
        </p:spPr>
        <p:txBody>
          <a:bodyPr/>
          <a:lstStyle/>
          <a:p>
            <a:endParaRPr lang="en-US"/>
          </a:p>
        </p:txBody>
      </p:sp>
      <p:sp>
        <p:nvSpPr>
          <p:cNvPr id="65" name="Shape 63"/>
          <p:cNvSpPr/>
          <p:nvPr/>
        </p:nvSpPr>
        <p:spPr>
          <a:xfrm>
            <a:off x="7942578" y="3244098"/>
            <a:ext cx="91440" cy="91440"/>
          </a:xfrm>
          <a:prstGeom prst="ellipse">
            <a:avLst/>
          </a:prstGeom>
          <a:solidFill>
            <a:srgbClr val="0F7B8A"/>
          </a:solidFill>
          <a:ln/>
        </p:spPr>
        <p:txBody>
          <a:bodyPr/>
          <a:lstStyle/>
          <a:p>
            <a:endParaRPr lang="en-US"/>
          </a:p>
        </p:txBody>
      </p:sp>
      <p:sp>
        <p:nvSpPr>
          <p:cNvPr id="66" name="Shape 64"/>
          <p:cNvSpPr/>
          <p:nvPr/>
        </p:nvSpPr>
        <p:spPr>
          <a:xfrm>
            <a:off x="7923598" y="4932829"/>
            <a:ext cx="91440" cy="91440"/>
          </a:xfrm>
          <a:prstGeom prst="ellipse">
            <a:avLst/>
          </a:prstGeom>
          <a:solidFill>
            <a:srgbClr val="0F7B8A"/>
          </a:solidFill>
          <a:ln/>
        </p:spPr>
        <p:txBody>
          <a:bodyPr/>
          <a:lstStyle/>
          <a:p>
            <a:endParaRPr lang="en-US"/>
          </a:p>
        </p:txBody>
      </p:sp>
      <p:sp>
        <p:nvSpPr>
          <p:cNvPr id="67" name="Shape 65"/>
          <p:cNvSpPr/>
          <p:nvPr/>
        </p:nvSpPr>
        <p:spPr>
          <a:xfrm>
            <a:off x="7544096" y="4923336"/>
            <a:ext cx="91440" cy="91440"/>
          </a:xfrm>
          <a:prstGeom prst="ellipse">
            <a:avLst/>
          </a:prstGeom>
          <a:solidFill>
            <a:srgbClr val="0F7B8A"/>
          </a:solidFill>
          <a:ln/>
        </p:spPr>
        <p:txBody>
          <a:bodyPr/>
          <a:lstStyle/>
          <a:p>
            <a:endParaRPr lang="en-US"/>
          </a:p>
        </p:txBody>
      </p:sp>
      <p:sp>
        <p:nvSpPr>
          <p:cNvPr id="68" name="Shape 66"/>
          <p:cNvSpPr/>
          <p:nvPr/>
        </p:nvSpPr>
        <p:spPr>
          <a:xfrm>
            <a:off x="7006095" y="4943719"/>
            <a:ext cx="91440" cy="91440"/>
          </a:xfrm>
          <a:prstGeom prst="ellipse">
            <a:avLst/>
          </a:prstGeom>
          <a:solidFill>
            <a:srgbClr val="0F7B8A"/>
          </a:solidFill>
          <a:ln/>
        </p:spPr>
        <p:txBody>
          <a:bodyPr/>
          <a:lstStyle/>
          <a:p>
            <a:endParaRPr lang="en-US"/>
          </a:p>
        </p:txBody>
      </p:sp>
      <p:sp>
        <p:nvSpPr>
          <p:cNvPr id="69" name="Shape 67"/>
          <p:cNvSpPr/>
          <p:nvPr/>
        </p:nvSpPr>
        <p:spPr>
          <a:xfrm>
            <a:off x="7772640" y="4409777"/>
            <a:ext cx="91440" cy="91440"/>
          </a:xfrm>
          <a:prstGeom prst="ellipse">
            <a:avLst/>
          </a:prstGeom>
          <a:solidFill>
            <a:srgbClr val="0F7B8A"/>
          </a:solidFill>
          <a:ln/>
        </p:spPr>
        <p:txBody>
          <a:bodyPr/>
          <a:lstStyle/>
          <a:p>
            <a:endParaRPr lang="en-US"/>
          </a:p>
        </p:txBody>
      </p:sp>
      <p:sp>
        <p:nvSpPr>
          <p:cNvPr id="70" name="Shape 68"/>
          <p:cNvSpPr/>
          <p:nvPr/>
        </p:nvSpPr>
        <p:spPr>
          <a:xfrm>
            <a:off x="7569860" y="4429450"/>
            <a:ext cx="91440" cy="91440"/>
          </a:xfrm>
          <a:prstGeom prst="ellipse">
            <a:avLst/>
          </a:prstGeom>
          <a:solidFill>
            <a:srgbClr val="0F7B8A"/>
          </a:solidFill>
          <a:ln/>
        </p:spPr>
        <p:txBody>
          <a:bodyPr/>
          <a:lstStyle/>
          <a:p>
            <a:endParaRPr lang="en-US"/>
          </a:p>
        </p:txBody>
      </p:sp>
      <p:sp>
        <p:nvSpPr>
          <p:cNvPr id="71" name="Shape 69"/>
          <p:cNvSpPr/>
          <p:nvPr/>
        </p:nvSpPr>
        <p:spPr>
          <a:xfrm>
            <a:off x="7336849" y="4442756"/>
            <a:ext cx="91440" cy="91440"/>
          </a:xfrm>
          <a:prstGeom prst="ellipse">
            <a:avLst/>
          </a:prstGeom>
          <a:solidFill>
            <a:srgbClr val="0F7B8A"/>
          </a:solidFill>
          <a:ln/>
        </p:spPr>
        <p:txBody>
          <a:bodyPr/>
          <a:lstStyle/>
          <a:p>
            <a:endParaRPr lang="en-US"/>
          </a:p>
        </p:txBody>
      </p:sp>
      <p:sp>
        <p:nvSpPr>
          <p:cNvPr id="72" name="Shape 70"/>
          <p:cNvSpPr/>
          <p:nvPr/>
        </p:nvSpPr>
        <p:spPr>
          <a:xfrm>
            <a:off x="8261033" y="4881094"/>
            <a:ext cx="91440" cy="91440"/>
          </a:xfrm>
          <a:prstGeom prst="ellipse">
            <a:avLst/>
          </a:prstGeom>
          <a:solidFill>
            <a:srgbClr val="0F7B8A"/>
          </a:solidFill>
          <a:ln/>
        </p:spPr>
        <p:txBody>
          <a:bodyPr/>
          <a:lstStyle/>
          <a:p>
            <a:endParaRPr lang="en-US"/>
          </a:p>
        </p:txBody>
      </p:sp>
      <p:sp>
        <p:nvSpPr>
          <p:cNvPr id="73" name="Shape 71"/>
          <p:cNvSpPr/>
          <p:nvPr/>
        </p:nvSpPr>
        <p:spPr>
          <a:xfrm>
            <a:off x="8135049" y="4687769"/>
            <a:ext cx="91440" cy="91440"/>
          </a:xfrm>
          <a:prstGeom prst="ellipse">
            <a:avLst/>
          </a:prstGeom>
          <a:solidFill>
            <a:srgbClr val="0F7B8A"/>
          </a:solidFill>
          <a:ln/>
        </p:spPr>
        <p:txBody>
          <a:bodyPr/>
          <a:lstStyle/>
          <a:p>
            <a:endParaRPr lang="en-US"/>
          </a:p>
        </p:txBody>
      </p:sp>
      <p:sp>
        <p:nvSpPr>
          <p:cNvPr id="74" name="Shape 72"/>
          <p:cNvSpPr/>
          <p:nvPr/>
        </p:nvSpPr>
        <p:spPr>
          <a:xfrm>
            <a:off x="7930238" y="4419304"/>
            <a:ext cx="91440" cy="91440"/>
          </a:xfrm>
          <a:prstGeom prst="ellipse">
            <a:avLst/>
          </a:prstGeom>
          <a:solidFill>
            <a:srgbClr val="0F7B8A"/>
          </a:solidFill>
          <a:ln/>
        </p:spPr>
        <p:txBody>
          <a:bodyPr/>
          <a:lstStyle/>
          <a:p>
            <a:endParaRPr lang="en-US"/>
          </a:p>
        </p:txBody>
      </p:sp>
      <p:sp>
        <p:nvSpPr>
          <p:cNvPr id="75" name="Shape 73"/>
          <p:cNvSpPr/>
          <p:nvPr/>
        </p:nvSpPr>
        <p:spPr>
          <a:xfrm>
            <a:off x="6726644" y="4494107"/>
            <a:ext cx="91440" cy="91440"/>
          </a:xfrm>
          <a:prstGeom prst="ellipse">
            <a:avLst/>
          </a:prstGeom>
          <a:solidFill>
            <a:srgbClr val="0F7B8A"/>
          </a:solidFill>
          <a:ln/>
        </p:spPr>
        <p:txBody>
          <a:bodyPr/>
          <a:lstStyle/>
          <a:p>
            <a:endParaRPr lang="en-US"/>
          </a:p>
        </p:txBody>
      </p:sp>
      <p:sp>
        <p:nvSpPr>
          <p:cNvPr id="76" name="Shape 74"/>
          <p:cNvSpPr/>
          <p:nvPr/>
        </p:nvSpPr>
        <p:spPr>
          <a:xfrm>
            <a:off x="6731646" y="4010750"/>
            <a:ext cx="91440" cy="91440"/>
          </a:xfrm>
          <a:prstGeom prst="ellipse">
            <a:avLst/>
          </a:prstGeom>
          <a:solidFill>
            <a:srgbClr val="0F7B8A"/>
          </a:solidFill>
          <a:ln/>
        </p:spPr>
        <p:txBody>
          <a:bodyPr/>
          <a:lstStyle/>
          <a:p>
            <a:endParaRPr lang="en-US"/>
          </a:p>
        </p:txBody>
      </p:sp>
      <p:sp>
        <p:nvSpPr>
          <p:cNvPr id="77" name="Shape 75"/>
          <p:cNvSpPr/>
          <p:nvPr/>
        </p:nvSpPr>
        <p:spPr>
          <a:xfrm>
            <a:off x="6793794" y="3091906"/>
            <a:ext cx="91440" cy="91440"/>
          </a:xfrm>
          <a:prstGeom prst="ellipse">
            <a:avLst/>
          </a:prstGeom>
          <a:solidFill>
            <a:srgbClr val="0F7B8A"/>
          </a:solidFill>
          <a:ln/>
        </p:spPr>
        <p:txBody>
          <a:bodyPr/>
          <a:lstStyle/>
          <a:p>
            <a:endParaRPr lang="en-US"/>
          </a:p>
        </p:txBody>
      </p:sp>
      <p:sp>
        <p:nvSpPr>
          <p:cNvPr id="78" name="Shape 76"/>
          <p:cNvSpPr/>
          <p:nvPr/>
        </p:nvSpPr>
        <p:spPr>
          <a:xfrm>
            <a:off x="7194983" y="4372462"/>
            <a:ext cx="91440" cy="91440"/>
          </a:xfrm>
          <a:prstGeom prst="ellipse">
            <a:avLst/>
          </a:prstGeom>
          <a:solidFill>
            <a:srgbClr val="0F7B8A"/>
          </a:solidFill>
          <a:ln/>
        </p:spPr>
        <p:txBody>
          <a:bodyPr/>
          <a:lstStyle/>
          <a:p>
            <a:endParaRPr lang="en-US"/>
          </a:p>
        </p:txBody>
      </p:sp>
      <p:sp>
        <p:nvSpPr>
          <p:cNvPr id="79" name="Shape 77"/>
          <p:cNvSpPr/>
          <p:nvPr/>
        </p:nvSpPr>
        <p:spPr>
          <a:xfrm>
            <a:off x="7225996" y="3843179"/>
            <a:ext cx="91440" cy="91440"/>
          </a:xfrm>
          <a:prstGeom prst="ellipse">
            <a:avLst/>
          </a:prstGeom>
          <a:solidFill>
            <a:srgbClr val="0F7B8A"/>
          </a:solidFill>
          <a:ln/>
        </p:spPr>
        <p:txBody>
          <a:bodyPr/>
          <a:lstStyle/>
          <a:p>
            <a:endParaRPr lang="en-US"/>
          </a:p>
        </p:txBody>
      </p:sp>
      <p:sp>
        <p:nvSpPr>
          <p:cNvPr id="80" name="Shape 78"/>
          <p:cNvSpPr/>
          <p:nvPr/>
        </p:nvSpPr>
        <p:spPr>
          <a:xfrm>
            <a:off x="7171277" y="3678545"/>
            <a:ext cx="91440" cy="91440"/>
          </a:xfrm>
          <a:prstGeom prst="ellipse">
            <a:avLst/>
          </a:prstGeom>
          <a:solidFill>
            <a:srgbClr val="0F7B8A"/>
          </a:solidFill>
          <a:ln/>
        </p:spPr>
        <p:txBody>
          <a:bodyPr/>
          <a:lstStyle/>
          <a:p>
            <a:endParaRPr lang="en-US"/>
          </a:p>
        </p:txBody>
      </p:sp>
      <p:sp>
        <p:nvSpPr>
          <p:cNvPr id="81" name="Shape 79"/>
          <p:cNvSpPr/>
          <p:nvPr/>
        </p:nvSpPr>
        <p:spPr>
          <a:xfrm>
            <a:off x="6782228" y="4912535"/>
            <a:ext cx="91440" cy="91440"/>
          </a:xfrm>
          <a:prstGeom prst="ellipse">
            <a:avLst/>
          </a:prstGeom>
          <a:solidFill>
            <a:srgbClr val="0F7B8A"/>
          </a:solidFill>
          <a:ln/>
        </p:spPr>
        <p:txBody>
          <a:bodyPr/>
          <a:lstStyle/>
          <a:p>
            <a:endParaRPr lang="en-US"/>
          </a:p>
        </p:txBody>
      </p:sp>
      <p:sp>
        <p:nvSpPr>
          <p:cNvPr id="82" name="Shape 80"/>
          <p:cNvSpPr/>
          <p:nvPr/>
        </p:nvSpPr>
        <p:spPr>
          <a:xfrm>
            <a:off x="6994416" y="4705724"/>
            <a:ext cx="91440" cy="91440"/>
          </a:xfrm>
          <a:prstGeom prst="ellipse">
            <a:avLst/>
          </a:prstGeom>
          <a:solidFill>
            <a:srgbClr val="0F7B8A"/>
          </a:solidFill>
          <a:ln/>
        </p:spPr>
        <p:txBody>
          <a:bodyPr/>
          <a:lstStyle/>
          <a:p>
            <a:endParaRPr lang="en-US"/>
          </a:p>
        </p:txBody>
      </p:sp>
      <p:sp>
        <p:nvSpPr>
          <p:cNvPr id="83" name="Shape 81"/>
          <p:cNvSpPr/>
          <p:nvPr/>
        </p:nvSpPr>
        <p:spPr>
          <a:xfrm>
            <a:off x="7136412" y="4412333"/>
            <a:ext cx="91440" cy="91440"/>
          </a:xfrm>
          <a:prstGeom prst="ellipse">
            <a:avLst/>
          </a:prstGeom>
          <a:solidFill>
            <a:srgbClr val="0F7B8A"/>
          </a:solidFill>
          <a:ln/>
        </p:spPr>
        <p:txBody>
          <a:bodyPr/>
          <a:lstStyle/>
          <a:p>
            <a:endParaRPr lang="en-US"/>
          </a:p>
        </p:txBody>
      </p:sp>
      <p:sp>
        <p:nvSpPr>
          <p:cNvPr id="84" name="Shape 82"/>
          <p:cNvSpPr/>
          <p:nvPr/>
        </p:nvSpPr>
        <p:spPr>
          <a:xfrm>
            <a:off x="8695944" y="3931920"/>
            <a:ext cx="740664" cy="0"/>
          </a:xfrm>
          <a:prstGeom prst="line">
            <a:avLst/>
          </a:prstGeom>
          <a:noFill/>
          <a:ln w="28575">
            <a:solidFill>
              <a:srgbClr val="0B1F3A"/>
            </a:solidFill>
            <a:prstDash val="solid"/>
            <a:tailEnd type="triangle"/>
          </a:ln>
        </p:spPr>
        <p:txBody>
          <a:bodyPr/>
          <a:lstStyle/>
          <a:p>
            <a:endParaRPr lang="en-US"/>
          </a:p>
        </p:txBody>
      </p:sp>
      <p:sp>
        <p:nvSpPr>
          <p:cNvPr id="85" name="Text 83"/>
          <p:cNvSpPr txBox="1"/>
          <p:nvPr/>
        </p:nvSpPr>
        <p:spPr>
          <a:xfrm>
            <a:off x="8586216" y="4041648"/>
            <a:ext cx="960120" cy="274320"/>
          </a:xfrm>
          <a:prstGeom prst="rect">
            <a:avLst/>
          </a:prstGeom>
          <a:noFill/>
          <a:ln/>
        </p:spPr>
        <p:txBody>
          <a:bodyPr wrap="square" lIns="0" tIns="0" rIns="0" bIns="0" rtlCol="0" anchor="t"/>
          <a:lstStyle/>
          <a:p>
            <a:pPr marL="0" indent="0" algn="ctr">
              <a:buNone/>
            </a:pPr>
            <a:r>
              <a:rPr lang="en-US" sz="1200" b="1" dirty="0">
                <a:solidFill>
                  <a:srgbClr val="5B6B7F"/>
                </a:solidFill>
              </a:rPr>
              <a:t>Reconstruct</a:t>
            </a:r>
            <a:endParaRPr lang="en-US" sz="1200" dirty="0"/>
          </a:p>
        </p:txBody>
      </p:sp>
      <p:sp>
        <p:nvSpPr>
          <p:cNvPr id="86" name="Shape 84"/>
          <p:cNvSpPr/>
          <p:nvPr/>
        </p:nvSpPr>
        <p:spPr>
          <a:xfrm>
            <a:off x="9546336" y="2514600"/>
            <a:ext cx="2011680" cy="2834640"/>
          </a:xfrm>
          <a:prstGeom prst="roundRect">
            <a:avLst>
              <a:gd name="adj" fmla="val 5455"/>
            </a:avLst>
          </a:prstGeom>
          <a:solidFill>
            <a:srgbClr val="EEF2F6"/>
          </a:solidFill>
          <a:ln/>
        </p:spPr>
        <p:txBody>
          <a:bodyPr/>
          <a:lstStyle/>
          <a:p>
            <a:endParaRPr lang="en-US"/>
          </a:p>
        </p:txBody>
      </p:sp>
      <p:sp>
        <p:nvSpPr>
          <p:cNvPr id="87" name="Text 85"/>
          <p:cNvSpPr txBox="1"/>
          <p:nvPr/>
        </p:nvSpPr>
        <p:spPr>
          <a:xfrm>
            <a:off x="9546336" y="5458968"/>
            <a:ext cx="2011680" cy="320040"/>
          </a:xfrm>
          <a:prstGeom prst="rect">
            <a:avLst/>
          </a:prstGeom>
          <a:noFill/>
          <a:ln/>
        </p:spPr>
        <p:txBody>
          <a:bodyPr wrap="square" lIns="0" tIns="0" rIns="0" bIns="0" rtlCol="0" anchor="t"/>
          <a:lstStyle/>
          <a:p>
            <a:pPr marL="0" indent="0" algn="ctr">
              <a:buNone/>
            </a:pPr>
            <a:r>
              <a:rPr lang="en-US" sz="1800" b="1" dirty="0">
                <a:solidFill>
                  <a:srgbClr val="0B1F3A"/>
                </a:solidFill>
              </a:rPr>
              <a:t>Point cloud</a:t>
            </a:r>
            <a:endParaRPr lang="en-US" sz="1800" dirty="0"/>
          </a:p>
        </p:txBody>
      </p:sp>
      <p:sp>
        <p:nvSpPr>
          <p:cNvPr id="88" name="Shape 86"/>
          <p:cNvSpPr/>
          <p:nvPr/>
        </p:nvSpPr>
        <p:spPr>
          <a:xfrm>
            <a:off x="9743408" y="2865742"/>
            <a:ext cx="45720" cy="45720"/>
          </a:xfrm>
          <a:prstGeom prst="ellipse">
            <a:avLst/>
          </a:prstGeom>
          <a:solidFill>
            <a:srgbClr val="0F7B8A"/>
          </a:solidFill>
          <a:ln/>
        </p:spPr>
        <p:txBody>
          <a:bodyPr/>
          <a:lstStyle/>
          <a:p>
            <a:endParaRPr lang="en-US"/>
          </a:p>
        </p:txBody>
      </p:sp>
      <p:sp>
        <p:nvSpPr>
          <p:cNvPr id="89" name="Shape 87"/>
          <p:cNvSpPr/>
          <p:nvPr/>
        </p:nvSpPr>
        <p:spPr>
          <a:xfrm>
            <a:off x="9839858" y="2870410"/>
            <a:ext cx="45720" cy="45720"/>
          </a:xfrm>
          <a:prstGeom prst="ellipse">
            <a:avLst/>
          </a:prstGeom>
          <a:solidFill>
            <a:srgbClr val="0F7B8A"/>
          </a:solidFill>
          <a:ln/>
        </p:spPr>
        <p:txBody>
          <a:bodyPr/>
          <a:lstStyle/>
          <a:p>
            <a:endParaRPr lang="en-US"/>
          </a:p>
        </p:txBody>
      </p:sp>
      <p:sp>
        <p:nvSpPr>
          <p:cNvPr id="90" name="Shape 88"/>
          <p:cNvSpPr/>
          <p:nvPr/>
        </p:nvSpPr>
        <p:spPr>
          <a:xfrm>
            <a:off x="9912605" y="2846902"/>
            <a:ext cx="45720" cy="45720"/>
          </a:xfrm>
          <a:prstGeom prst="ellipse">
            <a:avLst/>
          </a:prstGeom>
          <a:solidFill>
            <a:srgbClr val="0F7B8A"/>
          </a:solidFill>
          <a:ln/>
        </p:spPr>
        <p:txBody>
          <a:bodyPr/>
          <a:lstStyle/>
          <a:p>
            <a:endParaRPr lang="en-US"/>
          </a:p>
        </p:txBody>
      </p:sp>
      <p:sp>
        <p:nvSpPr>
          <p:cNvPr id="91" name="Shape 89"/>
          <p:cNvSpPr/>
          <p:nvPr/>
        </p:nvSpPr>
        <p:spPr>
          <a:xfrm>
            <a:off x="9991848" y="2862294"/>
            <a:ext cx="45720" cy="45720"/>
          </a:xfrm>
          <a:prstGeom prst="ellipse">
            <a:avLst/>
          </a:prstGeom>
          <a:solidFill>
            <a:srgbClr val="0F7B8A"/>
          </a:solidFill>
          <a:ln/>
        </p:spPr>
        <p:txBody>
          <a:bodyPr/>
          <a:lstStyle/>
          <a:p>
            <a:endParaRPr lang="en-US"/>
          </a:p>
        </p:txBody>
      </p:sp>
      <p:sp>
        <p:nvSpPr>
          <p:cNvPr id="92" name="Shape 90"/>
          <p:cNvSpPr/>
          <p:nvPr/>
        </p:nvSpPr>
        <p:spPr>
          <a:xfrm>
            <a:off x="10063351" y="2856983"/>
            <a:ext cx="45720" cy="45720"/>
          </a:xfrm>
          <a:prstGeom prst="ellipse">
            <a:avLst/>
          </a:prstGeom>
          <a:solidFill>
            <a:srgbClr val="0F7B8A"/>
          </a:solidFill>
          <a:ln/>
        </p:spPr>
        <p:txBody>
          <a:bodyPr/>
          <a:lstStyle/>
          <a:p>
            <a:endParaRPr lang="en-US"/>
          </a:p>
        </p:txBody>
      </p:sp>
      <p:sp>
        <p:nvSpPr>
          <p:cNvPr id="93" name="Shape 91"/>
          <p:cNvSpPr/>
          <p:nvPr/>
        </p:nvSpPr>
        <p:spPr>
          <a:xfrm>
            <a:off x="10146974" y="2845685"/>
            <a:ext cx="45720" cy="45720"/>
          </a:xfrm>
          <a:prstGeom prst="ellipse">
            <a:avLst/>
          </a:prstGeom>
          <a:solidFill>
            <a:srgbClr val="0F7B8A"/>
          </a:solidFill>
          <a:ln/>
        </p:spPr>
        <p:txBody>
          <a:bodyPr/>
          <a:lstStyle/>
          <a:p>
            <a:endParaRPr lang="en-US"/>
          </a:p>
        </p:txBody>
      </p:sp>
      <p:sp>
        <p:nvSpPr>
          <p:cNvPr id="94" name="Shape 92"/>
          <p:cNvSpPr/>
          <p:nvPr/>
        </p:nvSpPr>
        <p:spPr>
          <a:xfrm>
            <a:off x="10210660" y="2864560"/>
            <a:ext cx="45720" cy="45720"/>
          </a:xfrm>
          <a:prstGeom prst="ellipse">
            <a:avLst/>
          </a:prstGeom>
          <a:solidFill>
            <a:srgbClr val="0F7B8A"/>
          </a:solidFill>
          <a:ln/>
        </p:spPr>
        <p:txBody>
          <a:bodyPr/>
          <a:lstStyle/>
          <a:p>
            <a:endParaRPr lang="en-US"/>
          </a:p>
        </p:txBody>
      </p:sp>
      <p:sp>
        <p:nvSpPr>
          <p:cNvPr id="95" name="Shape 93"/>
          <p:cNvSpPr/>
          <p:nvPr/>
        </p:nvSpPr>
        <p:spPr>
          <a:xfrm>
            <a:off x="10254004" y="2854042"/>
            <a:ext cx="45720" cy="45720"/>
          </a:xfrm>
          <a:prstGeom prst="ellipse">
            <a:avLst/>
          </a:prstGeom>
          <a:solidFill>
            <a:srgbClr val="0F7B8A"/>
          </a:solidFill>
          <a:ln/>
        </p:spPr>
        <p:txBody>
          <a:bodyPr/>
          <a:lstStyle/>
          <a:p>
            <a:endParaRPr lang="en-US"/>
          </a:p>
        </p:txBody>
      </p:sp>
      <p:sp>
        <p:nvSpPr>
          <p:cNvPr id="96" name="Shape 94"/>
          <p:cNvSpPr/>
          <p:nvPr/>
        </p:nvSpPr>
        <p:spPr>
          <a:xfrm>
            <a:off x="10367480" y="2866489"/>
            <a:ext cx="45720" cy="45720"/>
          </a:xfrm>
          <a:prstGeom prst="ellipse">
            <a:avLst/>
          </a:prstGeom>
          <a:solidFill>
            <a:srgbClr val="0F7B8A"/>
          </a:solidFill>
          <a:ln/>
        </p:spPr>
        <p:txBody>
          <a:bodyPr/>
          <a:lstStyle/>
          <a:p>
            <a:endParaRPr lang="en-US"/>
          </a:p>
        </p:txBody>
      </p:sp>
      <p:sp>
        <p:nvSpPr>
          <p:cNvPr id="97" name="Shape 95"/>
          <p:cNvSpPr/>
          <p:nvPr/>
        </p:nvSpPr>
        <p:spPr>
          <a:xfrm>
            <a:off x="10457245" y="2852308"/>
            <a:ext cx="45720" cy="45720"/>
          </a:xfrm>
          <a:prstGeom prst="ellipse">
            <a:avLst/>
          </a:prstGeom>
          <a:solidFill>
            <a:srgbClr val="0F7B8A"/>
          </a:solidFill>
          <a:ln/>
        </p:spPr>
        <p:txBody>
          <a:bodyPr/>
          <a:lstStyle/>
          <a:p>
            <a:endParaRPr lang="en-US"/>
          </a:p>
        </p:txBody>
      </p:sp>
      <p:sp>
        <p:nvSpPr>
          <p:cNvPr id="98" name="Shape 96"/>
          <p:cNvSpPr/>
          <p:nvPr/>
        </p:nvSpPr>
        <p:spPr>
          <a:xfrm>
            <a:off x="10482156" y="2853716"/>
            <a:ext cx="45720" cy="45720"/>
          </a:xfrm>
          <a:prstGeom prst="ellipse">
            <a:avLst/>
          </a:prstGeom>
          <a:solidFill>
            <a:srgbClr val="0F7B8A"/>
          </a:solidFill>
          <a:ln/>
        </p:spPr>
        <p:txBody>
          <a:bodyPr/>
          <a:lstStyle/>
          <a:p>
            <a:endParaRPr lang="en-US"/>
          </a:p>
        </p:txBody>
      </p:sp>
      <p:sp>
        <p:nvSpPr>
          <p:cNvPr id="99" name="Shape 97"/>
          <p:cNvSpPr/>
          <p:nvPr/>
        </p:nvSpPr>
        <p:spPr>
          <a:xfrm>
            <a:off x="10562922" y="2869957"/>
            <a:ext cx="45720" cy="45720"/>
          </a:xfrm>
          <a:prstGeom prst="ellipse">
            <a:avLst/>
          </a:prstGeom>
          <a:solidFill>
            <a:srgbClr val="0F7B8A"/>
          </a:solidFill>
          <a:ln/>
        </p:spPr>
        <p:txBody>
          <a:bodyPr/>
          <a:lstStyle/>
          <a:p>
            <a:endParaRPr lang="en-US"/>
          </a:p>
        </p:txBody>
      </p:sp>
      <p:sp>
        <p:nvSpPr>
          <p:cNvPr id="100" name="Shape 98"/>
          <p:cNvSpPr/>
          <p:nvPr/>
        </p:nvSpPr>
        <p:spPr>
          <a:xfrm>
            <a:off x="10657434" y="2869003"/>
            <a:ext cx="45720" cy="45720"/>
          </a:xfrm>
          <a:prstGeom prst="ellipse">
            <a:avLst/>
          </a:prstGeom>
          <a:solidFill>
            <a:srgbClr val="0F7B8A"/>
          </a:solidFill>
          <a:ln/>
        </p:spPr>
        <p:txBody>
          <a:bodyPr/>
          <a:lstStyle/>
          <a:p>
            <a:endParaRPr lang="en-US"/>
          </a:p>
        </p:txBody>
      </p:sp>
      <p:sp>
        <p:nvSpPr>
          <p:cNvPr id="101" name="Shape 99"/>
          <p:cNvSpPr/>
          <p:nvPr/>
        </p:nvSpPr>
        <p:spPr>
          <a:xfrm>
            <a:off x="10683396" y="2866908"/>
            <a:ext cx="45720" cy="45720"/>
          </a:xfrm>
          <a:prstGeom prst="ellipse">
            <a:avLst/>
          </a:prstGeom>
          <a:solidFill>
            <a:srgbClr val="0F7B8A"/>
          </a:solidFill>
          <a:ln/>
        </p:spPr>
        <p:txBody>
          <a:bodyPr/>
          <a:lstStyle/>
          <a:p>
            <a:endParaRPr lang="en-US"/>
          </a:p>
        </p:txBody>
      </p:sp>
      <p:sp>
        <p:nvSpPr>
          <p:cNvPr id="102" name="Shape 100"/>
          <p:cNvSpPr/>
          <p:nvPr/>
        </p:nvSpPr>
        <p:spPr>
          <a:xfrm>
            <a:off x="10784585" y="2867476"/>
            <a:ext cx="45720" cy="45720"/>
          </a:xfrm>
          <a:prstGeom prst="ellipse">
            <a:avLst/>
          </a:prstGeom>
          <a:solidFill>
            <a:srgbClr val="0F7B8A"/>
          </a:solidFill>
          <a:ln/>
        </p:spPr>
        <p:txBody>
          <a:bodyPr/>
          <a:lstStyle/>
          <a:p>
            <a:endParaRPr lang="en-US"/>
          </a:p>
        </p:txBody>
      </p:sp>
      <p:sp>
        <p:nvSpPr>
          <p:cNvPr id="103" name="Shape 101"/>
          <p:cNvSpPr/>
          <p:nvPr/>
        </p:nvSpPr>
        <p:spPr>
          <a:xfrm>
            <a:off x="10863238" y="2870184"/>
            <a:ext cx="45720" cy="45720"/>
          </a:xfrm>
          <a:prstGeom prst="ellipse">
            <a:avLst/>
          </a:prstGeom>
          <a:solidFill>
            <a:srgbClr val="0F7B8A"/>
          </a:solidFill>
          <a:ln/>
        </p:spPr>
        <p:txBody>
          <a:bodyPr/>
          <a:lstStyle/>
          <a:p>
            <a:endParaRPr lang="en-US"/>
          </a:p>
        </p:txBody>
      </p:sp>
      <p:sp>
        <p:nvSpPr>
          <p:cNvPr id="104" name="Shape 102"/>
          <p:cNvSpPr/>
          <p:nvPr/>
        </p:nvSpPr>
        <p:spPr>
          <a:xfrm>
            <a:off x="10926446" y="2868430"/>
            <a:ext cx="45720" cy="45720"/>
          </a:xfrm>
          <a:prstGeom prst="ellipse">
            <a:avLst/>
          </a:prstGeom>
          <a:solidFill>
            <a:srgbClr val="0F7B8A"/>
          </a:solidFill>
          <a:ln/>
        </p:spPr>
        <p:txBody>
          <a:bodyPr/>
          <a:lstStyle/>
          <a:p>
            <a:endParaRPr lang="en-US"/>
          </a:p>
        </p:txBody>
      </p:sp>
      <p:sp>
        <p:nvSpPr>
          <p:cNvPr id="105" name="Shape 103"/>
          <p:cNvSpPr/>
          <p:nvPr/>
        </p:nvSpPr>
        <p:spPr>
          <a:xfrm>
            <a:off x="10964557" y="2856791"/>
            <a:ext cx="45720" cy="45720"/>
          </a:xfrm>
          <a:prstGeom prst="ellipse">
            <a:avLst/>
          </a:prstGeom>
          <a:solidFill>
            <a:srgbClr val="0F7B8A"/>
          </a:solidFill>
          <a:ln/>
        </p:spPr>
        <p:txBody>
          <a:bodyPr/>
          <a:lstStyle/>
          <a:p>
            <a:endParaRPr lang="en-US"/>
          </a:p>
        </p:txBody>
      </p:sp>
      <p:sp>
        <p:nvSpPr>
          <p:cNvPr id="106" name="Shape 104"/>
          <p:cNvSpPr/>
          <p:nvPr/>
        </p:nvSpPr>
        <p:spPr>
          <a:xfrm>
            <a:off x="11040374" y="2854171"/>
            <a:ext cx="45720" cy="45720"/>
          </a:xfrm>
          <a:prstGeom prst="ellipse">
            <a:avLst/>
          </a:prstGeom>
          <a:solidFill>
            <a:srgbClr val="0F7B8A"/>
          </a:solidFill>
          <a:ln/>
        </p:spPr>
        <p:txBody>
          <a:bodyPr/>
          <a:lstStyle/>
          <a:p>
            <a:endParaRPr lang="en-US"/>
          </a:p>
        </p:txBody>
      </p:sp>
      <p:sp>
        <p:nvSpPr>
          <p:cNvPr id="107" name="Shape 105"/>
          <p:cNvSpPr/>
          <p:nvPr/>
        </p:nvSpPr>
        <p:spPr>
          <a:xfrm>
            <a:off x="11091457" y="2858737"/>
            <a:ext cx="45720" cy="45720"/>
          </a:xfrm>
          <a:prstGeom prst="ellipse">
            <a:avLst/>
          </a:prstGeom>
          <a:solidFill>
            <a:srgbClr val="0F7B8A"/>
          </a:solidFill>
          <a:ln/>
        </p:spPr>
        <p:txBody>
          <a:bodyPr/>
          <a:lstStyle/>
          <a:p>
            <a:endParaRPr lang="en-US"/>
          </a:p>
        </p:txBody>
      </p:sp>
      <p:sp>
        <p:nvSpPr>
          <p:cNvPr id="108" name="Shape 106"/>
          <p:cNvSpPr/>
          <p:nvPr/>
        </p:nvSpPr>
        <p:spPr>
          <a:xfrm>
            <a:off x="11176381" y="2861522"/>
            <a:ext cx="45720" cy="45720"/>
          </a:xfrm>
          <a:prstGeom prst="ellipse">
            <a:avLst/>
          </a:prstGeom>
          <a:solidFill>
            <a:srgbClr val="0F7B8A"/>
          </a:solidFill>
          <a:ln/>
        </p:spPr>
        <p:txBody>
          <a:bodyPr/>
          <a:lstStyle/>
          <a:p>
            <a:endParaRPr lang="en-US"/>
          </a:p>
        </p:txBody>
      </p:sp>
      <p:sp>
        <p:nvSpPr>
          <p:cNvPr id="109" name="Shape 107"/>
          <p:cNvSpPr/>
          <p:nvPr/>
        </p:nvSpPr>
        <p:spPr>
          <a:xfrm>
            <a:off x="11307880" y="2856013"/>
            <a:ext cx="45720" cy="45720"/>
          </a:xfrm>
          <a:prstGeom prst="ellipse">
            <a:avLst/>
          </a:prstGeom>
          <a:solidFill>
            <a:srgbClr val="0F7B8A"/>
          </a:solidFill>
          <a:ln/>
        </p:spPr>
        <p:txBody>
          <a:bodyPr/>
          <a:lstStyle/>
          <a:p>
            <a:endParaRPr lang="en-US"/>
          </a:p>
        </p:txBody>
      </p:sp>
      <p:sp>
        <p:nvSpPr>
          <p:cNvPr id="110" name="Shape 108"/>
          <p:cNvSpPr/>
          <p:nvPr/>
        </p:nvSpPr>
        <p:spPr>
          <a:xfrm>
            <a:off x="10208305" y="3384100"/>
            <a:ext cx="45720" cy="45720"/>
          </a:xfrm>
          <a:prstGeom prst="ellipse">
            <a:avLst/>
          </a:prstGeom>
          <a:solidFill>
            <a:srgbClr val="0F7B8A"/>
          </a:solidFill>
          <a:ln/>
        </p:spPr>
        <p:txBody>
          <a:bodyPr/>
          <a:lstStyle/>
          <a:p>
            <a:endParaRPr lang="en-US"/>
          </a:p>
        </p:txBody>
      </p:sp>
      <p:sp>
        <p:nvSpPr>
          <p:cNvPr id="111" name="Shape 109"/>
          <p:cNvSpPr/>
          <p:nvPr/>
        </p:nvSpPr>
        <p:spPr>
          <a:xfrm>
            <a:off x="10239230" y="3382108"/>
            <a:ext cx="45720" cy="45720"/>
          </a:xfrm>
          <a:prstGeom prst="ellipse">
            <a:avLst/>
          </a:prstGeom>
          <a:solidFill>
            <a:srgbClr val="0F7B8A"/>
          </a:solidFill>
          <a:ln/>
        </p:spPr>
        <p:txBody>
          <a:bodyPr/>
          <a:lstStyle/>
          <a:p>
            <a:endParaRPr lang="en-US"/>
          </a:p>
        </p:txBody>
      </p:sp>
      <p:sp>
        <p:nvSpPr>
          <p:cNvPr id="112" name="Shape 110"/>
          <p:cNvSpPr/>
          <p:nvPr/>
        </p:nvSpPr>
        <p:spPr>
          <a:xfrm>
            <a:off x="10257298" y="3390624"/>
            <a:ext cx="45720" cy="45720"/>
          </a:xfrm>
          <a:prstGeom prst="ellipse">
            <a:avLst/>
          </a:prstGeom>
          <a:solidFill>
            <a:srgbClr val="0F7B8A"/>
          </a:solidFill>
          <a:ln/>
        </p:spPr>
        <p:txBody>
          <a:bodyPr/>
          <a:lstStyle/>
          <a:p>
            <a:endParaRPr lang="en-US"/>
          </a:p>
        </p:txBody>
      </p:sp>
      <p:sp>
        <p:nvSpPr>
          <p:cNvPr id="113" name="Shape 111"/>
          <p:cNvSpPr/>
          <p:nvPr/>
        </p:nvSpPr>
        <p:spPr>
          <a:xfrm>
            <a:off x="10285340" y="3381929"/>
            <a:ext cx="45720" cy="45720"/>
          </a:xfrm>
          <a:prstGeom prst="ellipse">
            <a:avLst/>
          </a:prstGeom>
          <a:solidFill>
            <a:srgbClr val="0F7B8A"/>
          </a:solidFill>
          <a:ln/>
        </p:spPr>
        <p:txBody>
          <a:bodyPr/>
          <a:lstStyle/>
          <a:p>
            <a:endParaRPr lang="en-US"/>
          </a:p>
        </p:txBody>
      </p:sp>
      <p:sp>
        <p:nvSpPr>
          <p:cNvPr id="114" name="Shape 112"/>
          <p:cNvSpPr/>
          <p:nvPr/>
        </p:nvSpPr>
        <p:spPr>
          <a:xfrm>
            <a:off x="10350074" y="3381918"/>
            <a:ext cx="45720" cy="45720"/>
          </a:xfrm>
          <a:prstGeom prst="ellipse">
            <a:avLst/>
          </a:prstGeom>
          <a:solidFill>
            <a:srgbClr val="0F7B8A"/>
          </a:solidFill>
          <a:ln/>
        </p:spPr>
        <p:txBody>
          <a:bodyPr/>
          <a:lstStyle/>
          <a:p>
            <a:endParaRPr lang="en-US"/>
          </a:p>
        </p:txBody>
      </p:sp>
      <p:sp>
        <p:nvSpPr>
          <p:cNvPr id="115" name="Shape 113"/>
          <p:cNvSpPr/>
          <p:nvPr/>
        </p:nvSpPr>
        <p:spPr>
          <a:xfrm>
            <a:off x="10336968" y="3374943"/>
            <a:ext cx="45720" cy="45720"/>
          </a:xfrm>
          <a:prstGeom prst="ellipse">
            <a:avLst/>
          </a:prstGeom>
          <a:solidFill>
            <a:srgbClr val="0F7B8A"/>
          </a:solidFill>
          <a:ln/>
        </p:spPr>
        <p:txBody>
          <a:bodyPr/>
          <a:lstStyle/>
          <a:p>
            <a:endParaRPr lang="en-US"/>
          </a:p>
        </p:txBody>
      </p:sp>
      <p:sp>
        <p:nvSpPr>
          <p:cNvPr id="116" name="Shape 114"/>
          <p:cNvSpPr/>
          <p:nvPr/>
        </p:nvSpPr>
        <p:spPr>
          <a:xfrm>
            <a:off x="10403733" y="3386737"/>
            <a:ext cx="45720" cy="45720"/>
          </a:xfrm>
          <a:prstGeom prst="ellipse">
            <a:avLst/>
          </a:prstGeom>
          <a:solidFill>
            <a:srgbClr val="0F7B8A"/>
          </a:solidFill>
          <a:ln/>
        </p:spPr>
        <p:txBody>
          <a:bodyPr/>
          <a:lstStyle/>
          <a:p>
            <a:endParaRPr lang="en-US"/>
          </a:p>
        </p:txBody>
      </p:sp>
      <p:sp>
        <p:nvSpPr>
          <p:cNvPr id="117" name="Shape 115"/>
          <p:cNvSpPr/>
          <p:nvPr/>
        </p:nvSpPr>
        <p:spPr>
          <a:xfrm>
            <a:off x="10434977" y="3396918"/>
            <a:ext cx="45720" cy="45720"/>
          </a:xfrm>
          <a:prstGeom prst="ellipse">
            <a:avLst/>
          </a:prstGeom>
          <a:solidFill>
            <a:srgbClr val="0F7B8A"/>
          </a:solidFill>
          <a:ln/>
        </p:spPr>
        <p:txBody>
          <a:bodyPr/>
          <a:lstStyle/>
          <a:p>
            <a:endParaRPr lang="en-US"/>
          </a:p>
        </p:txBody>
      </p:sp>
      <p:sp>
        <p:nvSpPr>
          <p:cNvPr id="118" name="Shape 116"/>
          <p:cNvSpPr/>
          <p:nvPr/>
        </p:nvSpPr>
        <p:spPr>
          <a:xfrm>
            <a:off x="10446165" y="3373929"/>
            <a:ext cx="45720" cy="45720"/>
          </a:xfrm>
          <a:prstGeom prst="ellipse">
            <a:avLst/>
          </a:prstGeom>
          <a:solidFill>
            <a:srgbClr val="0F7B8A"/>
          </a:solidFill>
          <a:ln/>
        </p:spPr>
        <p:txBody>
          <a:bodyPr/>
          <a:lstStyle/>
          <a:p>
            <a:endParaRPr lang="en-US"/>
          </a:p>
        </p:txBody>
      </p:sp>
      <p:sp>
        <p:nvSpPr>
          <p:cNvPr id="119" name="Shape 117"/>
          <p:cNvSpPr/>
          <p:nvPr/>
        </p:nvSpPr>
        <p:spPr>
          <a:xfrm>
            <a:off x="10481459" y="3386403"/>
            <a:ext cx="45720" cy="45720"/>
          </a:xfrm>
          <a:prstGeom prst="ellipse">
            <a:avLst/>
          </a:prstGeom>
          <a:solidFill>
            <a:srgbClr val="0F7B8A"/>
          </a:solidFill>
          <a:ln/>
        </p:spPr>
        <p:txBody>
          <a:bodyPr/>
          <a:lstStyle/>
          <a:p>
            <a:endParaRPr lang="en-US"/>
          </a:p>
        </p:txBody>
      </p:sp>
      <p:sp>
        <p:nvSpPr>
          <p:cNvPr id="120" name="Shape 118"/>
          <p:cNvSpPr/>
          <p:nvPr/>
        </p:nvSpPr>
        <p:spPr>
          <a:xfrm>
            <a:off x="10522279" y="3381191"/>
            <a:ext cx="45720" cy="45720"/>
          </a:xfrm>
          <a:prstGeom prst="ellipse">
            <a:avLst/>
          </a:prstGeom>
          <a:solidFill>
            <a:srgbClr val="0F7B8A"/>
          </a:solidFill>
          <a:ln/>
        </p:spPr>
        <p:txBody>
          <a:bodyPr/>
          <a:lstStyle/>
          <a:p>
            <a:endParaRPr lang="en-US"/>
          </a:p>
        </p:txBody>
      </p:sp>
      <p:sp>
        <p:nvSpPr>
          <p:cNvPr id="121" name="Shape 119"/>
          <p:cNvSpPr/>
          <p:nvPr/>
        </p:nvSpPr>
        <p:spPr>
          <a:xfrm>
            <a:off x="10561487" y="3375359"/>
            <a:ext cx="45720" cy="45720"/>
          </a:xfrm>
          <a:prstGeom prst="ellipse">
            <a:avLst/>
          </a:prstGeom>
          <a:solidFill>
            <a:srgbClr val="0F7B8A"/>
          </a:solidFill>
          <a:ln/>
        </p:spPr>
        <p:txBody>
          <a:bodyPr/>
          <a:lstStyle/>
          <a:p>
            <a:endParaRPr lang="en-US"/>
          </a:p>
        </p:txBody>
      </p:sp>
      <p:sp>
        <p:nvSpPr>
          <p:cNvPr id="122" name="Shape 120"/>
          <p:cNvSpPr/>
          <p:nvPr/>
        </p:nvSpPr>
        <p:spPr>
          <a:xfrm>
            <a:off x="10581469" y="3380084"/>
            <a:ext cx="45720" cy="45720"/>
          </a:xfrm>
          <a:prstGeom prst="ellipse">
            <a:avLst/>
          </a:prstGeom>
          <a:solidFill>
            <a:srgbClr val="0F7B8A"/>
          </a:solidFill>
          <a:ln/>
        </p:spPr>
        <p:txBody>
          <a:bodyPr/>
          <a:lstStyle/>
          <a:p>
            <a:endParaRPr lang="en-US"/>
          </a:p>
        </p:txBody>
      </p:sp>
      <p:sp>
        <p:nvSpPr>
          <p:cNvPr id="123" name="Shape 121"/>
          <p:cNvSpPr/>
          <p:nvPr/>
        </p:nvSpPr>
        <p:spPr>
          <a:xfrm>
            <a:off x="10588364" y="3377725"/>
            <a:ext cx="45720" cy="45720"/>
          </a:xfrm>
          <a:prstGeom prst="ellipse">
            <a:avLst/>
          </a:prstGeom>
          <a:solidFill>
            <a:srgbClr val="0F7B8A"/>
          </a:solidFill>
          <a:ln/>
        </p:spPr>
        <p:txBody>
          <a:bodyPr/>
          <a:lstStyle/>
          <a:p>
            <a:endParaRPr lang="en-US"/>
          </a:p>
        </p:txBody>
      </p:sp>
      <p:sp>
        <p:nvSpPr>
          <p:cNvPr id="124" name="Shape 122"/>
          <p:cNvSpPr/>
          <p:nvPr/>
        </p:nvSpPr>
        <p:spPr>
          <a:xfrm>
            <a:off x="10647394" y="3385975"/>
            <a:ext cx="45720" cy="45720"/>
          </a:xfrm>
          <a:prstGeom prst="ellipse">
            <a:avLst/>
          </a:prstGeom>
          <a:solidFill>
            <a:srgbClr val="0F7B8A"/>
          </a:solidFill>
          <a:ln/>
        </p:spPr>
        <p:txBody>
          <a:bodyPr/>
          <a:lstStyle/>
          <a:p>
            <a:endParaRPr lang="en-US"/>
          </a:p>
        </p:txBody>
      </p:sp>
      <p:sp>
        <p:nvSpPr>
          <p:cNvPr id="125" name="Shape 123"/>
          <p:cNvSpPr/>
          <p:nvPr/>
        </p:nvSpPr>
        <p:spPr>
          <a:xfrm>
            <a:off x="10689990" y="3370020"/>
            <a:ext cx="45720" cy="45720"/>
          </a:xfrm>
          <a:prstGeom prst="ellipse">
            <a:avLst/>
          </a:prstGeom>
          <a:solidFill>
            <a:srgbClr val="0F7B8A"/>
          </a:solidFill>
          <a:ln/>
        </p:spPr>
        <p:txBody>
          <a:bodyPr/>
          <a:lstStyle/>
          <a:p>
            <a:endParaRPr lang="en-US"/>
          </a:p>
        </p:txBody>
      </p:sp>
      <p:sp>
        <p:nvSpPr>
          <p:cNvPr id="126" name="Shape 124"/>
          <p:cNvSpPr/>
          <p:nvPr/>
        </p:nvSpPr>
        <p:spPr>
          <a:xfrm>
            <a:off x="10706302" y="3381577"/>
            <a:ext cx="45720" cy="45720"/>
          </a:xfrm>
          <a:prstGeom prst="ellipse">
            <a:avLst/>
          </a:prstGeom>
          <a:solidFill>
            <a:srgbClr val="0F7B8A"/>
          </a:solidFill>
          <a:ln/>
        </p:spPr>
        <p:txBody>
          <a:bodyPr/>
          <a:lstStyle/>
          <a:p>
            <a:endParaRPr lang="en-US"/>
          </a:p>
        </p:txBody>
      </p:sp>
      <p:sp>
        <p:nvSpPr>
          <p:cNvPr id="127" name="Shape 125"/>
          <p:cNvSpPr/>
          <p:nvPr/>
        </p:nvSpPr>
        <p:spPr>
          <a:xfrm>
            <a:off x="10742439" y="3374333"/>
            <a:ext cx="45720" cy="45720"/>
          </a:xfrm>
          <a:prstGeom prst="ellipse">
            <a:avLst/>
          </a:prstGeom>
          <a:solidFill>
            <a:srgbClr val="0F7B8A"/>
          </a:solidFill>
          <a:ln/>
        </p:spPr>
        <p:txBody>
          <a:bodyPr/>
          <a:lstStyle/>
          <a:p>
            <a:endParaRPr lang="en-US"/>
          </a:p>
        </p:txBody>
      </p:sp>
      <p:sp>
        <p:nvSpPr>
          <p:cNvPr id="128" name="Shape 126"/>
          <p:cNvSpPr/>
          <p:nvPr/>
        </p:nvSpPr>
        <p:spPr>
          <a:xfrm>
            <a:off x="10771615" y="3370305"/>
            <a:ext cx="45720" cy="45720"/>
          </a:xfrm>
          <a:prstGeom prst="ellipse">
            <a:avLst/>
          </a:prstGeom>
          <a:solidFill>
            <a:srgbClr val="0F7B8A"/>
          </a:solidFill>
          <a:ln/>
        </p:spPr>
        <p:txBody>
          <a:bodyPr/>
          <a:lstStyle/>
          <a:p>
            <a:endParaRPr lang="en-US"/>
          </a:p>
        </p:txBody>
      </p:sp>
      <p:sp>
        <p:nvSpPr>
          <p:cNvPr id="129" name="Shape 127"/>
          <p:cNvSpPr/>
          <p:nvPr/>
        </p:nvSpPr>
        <p:spPr>
          <a:xfrm>
            <a:off x="10793605" y="3380218"/>
            <a:ext cx="45720" cy="45720"/>
          </a:xfrm>
          <a:prstGeom prst="ellipse">
            <a:avLst/>
          </a:prstGeom>
          <a:solidFill>
            <a:srgbClr val="0F7B8A"/>
          </a:solidFill>
          <a:ln/>
        </p:spPr>
        <p:txBody>
          <a:bodyPr/>
          <a:lstStyle/>
          <a:p>
            <a:endParaRPr lang="en-US"/>
          </a:p>
        </p:txBody>
      </p:sp>
      <p:sp>
        <p:nvSpPr>
          <p:cNvPr id="130" name="Shape 128"/>
          <p:cNvSpPr/>
          <p:nvPr/>
        </p:nvSpPr>
        <p:spPr>
          <a:xfrm>
            <a:off x="10813486" y="3386793"/>
            <a:ext cx="45720" cy="45720"/>
          </a:xfrm>
          <a:prstGeom prst="ellipse">
            <a:avLst/>
          </a:prstGeom>
          <a:solidFill>
            <a:srgbClr val="0F7B8A"/>
          </a:solidFill>
          <a:ln/>
        </p:spPr>
        <p:txBody>
          <a:bodyPr/>
          <a:lstStyle/>
          <a:p>
            <a:endParaRPr lang="en-US"/>
          </a:p>
        </p:txBody>
      </p:sp>
      <p:sp>
        <p:nvSpPr>
          <p:cNvPr id="131" name="Shape 129"/>
          <p:cNvSpPr/>
          <p:nvPr/>
        </p:nvSpPr>
        <p:spPr>
          <a:xfrm>
            <a:off x="10880130" y="3393389"/>
            <a:ext cx="45720" cy="45720"/>
          </a:xfrm>
          <a:prstGeom prst="ellipse">
            <a:avLst/>
          </a:prstGeom>
          <a:solidFill>
            <a:srgbClr val="0F7B8A"/>
          </a:solidFill>
          <a:ln/>
        </p:spPr>
        <p:txBody>
          <a:bodyPr/>
          <a:lstStyle/>
          <a:p>
            <a:endParaRPr lang="en-US"/>
          </a:p>
        </p:txBody>
      </p:sp>
      <p:sp>
        <p:nvSpPr>
          <p:cNvPr id="132" name="Shape 130"/>
          <p:cNvSpPr/>
          <p:nvPr/>
        </p:nvSpPr>
        <p:spPr>
          <a:xfrm>
            <a:off x="9748968" y="2865178"/>
            <a:ext cx="45720" cy="45720"/>
          </a:xfrm>
          <a:prstGeom prst="ellipse">
            <a:avLst/>
          </a:prstGeom>
          <a:solidFill>
            <a:srgbClr val="0F7B8A"/>
          </a:solidFill>
          <a:ln/>
        </p:spPr>
        <p:txBody>
          <a:bodyPr/>
          <a:lstStyle/>
          <a:p>
            <a:endParaRPr lang="en-US"/>
          </a:p>
        </p:txBody>
      </p:sp>
      <p:sp>
        <p:nvSpPr>
          <p:cNvPr id="133" name="Shape 131"/>
          <p:cNvSpPr/>
          <p:nvPr/>
        </p:nvSpPr>
        <p:spPr>
          <a:xfrm>
            <a:off x="9781481" y="2888374"/>
            <a:ext cx="45720" cy="45720"/>
          </a:xfrm>
          <a:prstGeom prst="ellipse">
            <a:avLst/>
          </a:prstGeom>
          <a:solidFill>
            <a:srgbClr val="0F7B8A"/>
          </a:solidFill>
          <a:ln/>
        </p:spPr>
        <p:txBody>
          <a:bodyPr/>
          <a:lstStyle/>
          <a:p>
            <a:endParaRPr lang="en-US"/>
          </a:p>
        </p:txBody>
      </p:sp>
      <p:sp>
        <p:nvSpPr>
          <p:cNvPr id="134" name="Shape 132"/>
          <p:cNvSpPr/>
          <p:nvPr/>
        </p:nvSpPr>
        <p:spPr>
          <a:xfrm>
            <a:off x="9800299" y="2906917"/>
            <a:ext cx="45720" cy="45720"/>
          </a:xfrm>
          <a:prstGeom prst="ellipse">
            <a:avLst/>
          </a:prstGeom>
          <a:solidFill>
            <a:srgbClr val="0F7B8A"/>
          </a:solidFill>
          <a:ln/>
        </p:spPr>
        <p:txBody>
          <a:bodyPr/>
          <a:lstStyle/>
          <a:p>
            <a:endParaRPr lang="en-US"/>
          </a:p>
        </p:txBody>
      </p:sp>
      <p:sp>
        <p:nvSpPr>
          <p:cNvPr id="135" name="Shape 133"/>
          <p:cNvSpPr/>
          <p:nvPr/>
        </p:nvSpPr>
        <p:spPr>
          <a:xfrm>
            <a:off x="9809703" y="2938934"/>
            <a:ext cx="45720" cy="45720"/>
          </a:xfrm>
          <a:prstGeom prst="ellipse">
            <a:avLst/>
          </a:prstGeom>
          <a:solidFill>
            <a:srgbClr val="0F7B8A"/>
          </a:solidFill>
          <a:ln/>
        </p:spPr>
        <p:txBody>
          <a:bodyPr/>
          <a:lstStyle/>
          <a:p>
            <a:endParaRPr lang="en-US"/>
          </a:p>
        </p:txBody>
      </p:sp>
      <p:sp>
        <p:nvSpPr>
          <p:cNvPr id="136" name="Shape 134"/>
          <p:cNvSpPr/>
          <p:nvPr/>
        </p:nvSpPr>
        <p:spPr>
          <a:xfrm>
            <a:off x="9852932" y="2967270"/>
            <a:ext cx="45720" cy="45720"/>
          </a:xfrm>
          <a:prstGeom prst="ellipse">
            <a:avLst/>
          </a:prstGeom>
          <a:solidFill>
            <a:srgbClr val="0F7B8A"/>
          </a:solidFill>
          <a:ln/>
        </p:spPr>
        <p:txBody>
          <a:bodyPr/>
          <a:lstStyle/>
          <a:p>
            <a:endParaRPr lang="en-US"/>
          </a:p>
        </p:txBody>
      </p:sp>
      <p:sp>
        <p:nvSpPr>
          <p:cNvPr id="137" name="Shape 135"/>
          <p:cNvSpPr/>
          <p:nvPr/>
        </p:nvSpPr>
        <p:spPr>
          <a:xfrm>
            <a:off x="9846328" y="2976169"/>
            <a:ext cx="45720" cy="45720"/>
          </a:xfrm>
          <a:prstGeom prst="ellipse">
            <a:avLst/>
          </a:prstGeom>
          <a:solidFill>
            <a:srgbClr val="0F7B8A"/>
          </a:solidFill>
          <a:ln/>
        </p:spPr>
        <p:txBody>
          <a:bodyPr/>
          <a:lstStyle/>
          <a:p>
            <a:endParaRPr lang="en-US"/>
          </a:p>
        </p:txBody>
      </p:sp>
      <p:sp>
        <p:nvSpPr>
          <p:cNvPr id="138" name="Shape 136"/>
          <p:cNvSpPr/>
          <p:nvPr/>
        </p:nvSpPr>
        <p:spPr>
          <a:xfrm>
            <a:off x="9878380" y="2995075"/>
            <a:ext cx="45720" cy="45720"/>
          </a:xfrm>
          <a:prstGeom prst="ellipse">
            <a:avLst/>
          </a:prstGeom>
          <a:solidFill>
            <a:srgbClr val="0F7B8A"/>
          </a:solidFill>
          <a:ln/>
        </p:spPr>
        <p:txBody>
          <a:bodyPr/>
          <a:lstStyle/>
          <a:p>
            <a:endParaRPr lang="en-US"/>
          </a:p>
        </p:txBody>
      </p:sp>
      <p:sp>
        <p:nvSpPr>
          <p:cNvPr id="139" name="Shape 137"/>
          <p:cNvSpPr/>
          <p:nvPr/>
        </p:nvSpPr>
        <p:spPr>
          <a:xfrm>
            <a:off x="9916589" y="3048344"/>
            <a:ext cx="45720" cy="45720"/>
          </a:xfrm>
          <a:prstGeom prst="ellipse">
            <a:avLst/>
          </a:prstGeom>
          <a:solidFill>
            <a:srgbClr val="0F7B8A"/>
          </a:solidFill>
          <a:ln/>
        </p:spPr>
        <p:txBody>
          <a:bodyPr/>
          <a:lstStyle/>
          <a:p>
            <a:endParaRPr lang="en-US"/>
          </a:p>
        </p:txBody>
      </p:sp>
      <p:sp>
        <p:nvSpPr>
          <p:cNvPr id="140" name="Shape 138"/>
          <p:cNvSpPr/>
          <p:nvPr/>
        </p:nvSpPr>
        <p:spPr>
          <a:xfrm>
            <a:off x="9923039" y="3054646"/>
            <a:ext cx="45720" cy="45720"/>
          </a:xfrm>
          <a:prstGeom prst="ellipse">
            <a:avLst/>
          </a:prstGeom>
          <a:solidFill>
            <a:srgbClr val="0F7B8A"/>
          </a:solidFill>
          <a:ln/>
        </p:spPr>
        <p:txBody>
          <a:bodyPr/>
          <a:lstStyle/>
          <a:p>
            <a:endParaRPr lang="en-US"/>
          </a:p>
        </p:txBody>
      </p:sp>
      <p:sp>
        <p:nvSpPr>
          <p:cNvPr id="141" name="Shape 139"/>
          <p:cNvSpPr/>
          <p:nvPr/>
        </p:nvSpPr>
        <p:spPr>
          <a:xfrm>
            <a:off x="9927248" y="3072214"/>
            <a:ext cx="45720" cy="45720"/>
          </a:xfrm>
          <a:prstGeom prst="ellipse">
            <a:avLst/>
          </a:prstGeom>
          <a:solidFill>
            <a:srgbClr val="0F7B8A"/>
          </a:solidFill>
          <a:ln/>
        </p:spPr>
        <p:txBody>
          <a:bodyPr/>
          <a:lstStyle/>
          <a:p>
            <a:endParaRPr lang="en-US"/>
          </a:p>
        </p:txBody>
      </p:sp>
      <p:sp>
        <p:nvSpPr>
          <p:cNvPr id="142" name="Shape 140"/>
          <p:cNvSpPr/>
          <p:nvPr/>
        </p:nvSpPr>
        <p:spPr>
          <a:xfrm>
            <a:off x="9968919" y="3101821"/>
            <a:ext cx="45720" cy="45720"/>
          </a:xfrm>
          <a:prstGeom prst="ellipse">
            <a:avLst/>
          </a:prstGeom>
          <a:solidFill>
            <a:srgbClr val="0F7B8A"/>
          </a:solidFill>
          <a:ln/>
        </p:spPr>
        <p:txBody>
          <a:bodyPr/>
          <a:lstStyle/>
          <a:p>
            <a:endParaRPr lang="en-US"/>
          </a:p>
        </p:txBody>
      </p:sp>
      <p:sp>
        <p:nvSpPr>
          <p:cNvPr id="143" name="Shape 141"/>
          <p:cNvSpPr/>
          <p:nvPr/>
        </p:nvSpPr>
        <p:spPr>
          <a:xfrm>
            <a:off x="9981265" y="3117055"/>
            <a:ext cx="45720" cy="45720"/>
          </a:xfrm>
          <a:prstGeom prst="ellipse">
            <a:avLst/>
          </a:prstGeom>
          <a:solidFill>
            <a:srgbClr val="0F7B8A"/>
          </a:solidFill>
          <a:ln/>
        </p:spPr>
        <p:txBody>
          <a:bodyPr/>
          <a:lstStyle/>
          <a:p>
            <a:endParaRPr lang="en-US"/>
          </a:p>
        </p:txBody>
      </p:sp>
      <p:sp>
        <p:nvSpPr>
          <p:cNvPr id="144" name="Shape 142"/>
          <p:cNvSpPr/>
          <p:nvPr/>
        </p:nvSpPr>
        <p:spPr>
          <a:xfrm>
            <a:off x="10005211" y="3148134"/>
            <a:ext cx="45720" cy="45720"/>
          </a:xfrm>
          <a:prstGeom prst="ellipse">
            <a:avLst/>
          </a:prstGeom>
          <a:solidFill>
            <a:srgbClr val="0F7B8A"/>
          </a:solidFill>
          <a:ln/>
        </p:spPr>
        <p:txBody>
          <a:bodyPr/>
          <a:lstStyle/>
          <a:p>
            <a:endParaRPr lang="en-US"/>
          </a:p>
        </p:txBody>
      </p:sp>
      <p:sp>
        <p:nvSpPr>
          <p:cNvPr id="145" name="Shape 143"/>
          <p:cNvSpPr/>
          <p:nvPr/>
        </p:nvSpPr>
        <p:spPr>
          <a:xfrm>
            <a:off x="10037520" y="3190287"/>
            <a:ext cx="45720" cy="45720"/>
          </a:xfrm>
          <a:prstGeom prst="ellipse">
            <a:avLst/>
          </a:prstGeom>
          <a:solidFill>
            <a:srgbClr val="0F7B8A"/>
          </a:solidFill>
          <a:ln/>
        </p:spPr>
        <p:txBody>
          <a:bodyPr/>
          <a:lstStyle/>
          <a:p>
            <a:endParaRPr lang="en-US"/>
          </a:p>
        </p:txBody>
      </p:sp>
      <p:sp>
        <p:nvSpPr>
          <p:cNvPr id="146" name="Shape 144"/>
          <p:cNvSpPr/>
          <p:nvPr/>
        </p:nvSpPr>
        <p:spPr>
          <a:xfrm>
            <a:off x="10035895" y="3201269"/>
            <a:ext cx="45720" cy="45720"/>
          </a:xfrm>
          <a:prstGeom prst="ellipse">
            <a:avLst/>
          </a:prstGeom>
          <a:solidFill>
            <a:srgbClr val="0F7B8A"/>
          </a:solidFill>
          <a:ln/>
        </p:spPr>
        <p:txBody>
          <a:bodyPr/>
          <a:lstStyle/>
          <a:p>
            <a:endParaRPr lang="en-US"/>
          </a:p>
        </p:txBody>
      </p:sp>
      <p:sp>
        <p:nvSpPr>
          <p:cNvPr id="147" name="Shape 145"/>
          <p:cNvSpPr/>
          <p:nvPr/>
        </p:nvSpPr>
        <p:spPr>
          <a:xfrm>
            <a:off x="10040725" y="3210114"/>
            <a:ext cx="45720" cy="45720"/>
          </a:xfrm>
          <a:prstGeom prst="ellipse">
            <a:avLst/>
          </a:prstGeom>
          <a:solidFill>
            <a:srgbClr val="0F7B8A"/>
          </a:solidFill>
          <a:ln/>
        </p:spPr>
        <p:txBody>
          <a:bodyPr/>
          <a:lstStyle/>
          <a:p>
            <a:endParaRPr lang="en-US"/>
          </a:p>
        </p:txBody>
      </p:sp>
      <p:sp>
        <p:nvSpPr>
          <p:cNvPr id="148" name="Shape 146"/>
          <p:cNvSpPr/>
          <p:nvPr/>
        </p:nvSpPr>
        <p:spPr>
          <a:xfrm>
            <a:off x="10059731" y="3237347"/>
            <a:ext cx="45720" cy="45720"/>
          </a:xfrm>
          <a:prstGeom prst="ellipse">
            <a:avLst/>
          </a:prstGeom>
          <a:solidFill>
            <a:srgbClr val="0F7B8A"/>
          </a:solidFill>
          <a:ln/>
        </p:spPr>
        <p:txBody>
          <a:bodyPr/>
          <a:lstStyle/>
          <a:p>
            <a:endParaRPr lang="en-US"/>
          </a:p>
        </p:txBody>
      </p:sp>
      <p:sp>
        <p:nvSpPr>
          <p:cNvPr id="149" name="Shape 147"/>
          <p:cNvSpPr/>
          <p:nvPr/>
        </p:nvSpPr>
        <p:spPr>
          <a:xfrm>
            <a:off x="10106035" y="3284982"/>
            <a:ext cx="45720" cy="45720"/>
          </a:xfrm>
          <a:prstGeom prst="ellipse">
            <a:avLst/>
          </a:prstGeom>
          <a:solidFill>
            <a:srgbClr val="0F7B8A"/>
          </a:solidFill>
          <a:ln/>
        </p:spPr>
        <p:txBody>
          <a:bodyPr/>
          <a:lstStyle/>
          <a:p>
            <a:endParaRPr lang="en-US"/>
          </a:p>
        </p:txBody>
      </p:sp>
      <p:sp>
        <p:nvSpPr>
          <p:cNvPr id="150" name="Shape 148"/>
          <p:cNvSpPr/>
          <p:nvPr/>
        </p:nvSpPr>
        <p:spPr>
          <a:xfrm>
            <a:off x="10101725" y="3283637"/>
            <a:ext cx="45720" cy="45720"/>
          </a:xfrm>
          <a:prstGeom prst="ellipse">
            <a:avLst/>
          </a:prstGeom>
          <a:solidFill>
            <a:srgbClr val="0F7B8A"/>
          </a:solidFill>
          <a:ln/>
        </p:spPr>
        <p:txBody>
          <a:bodyPr/>
          <a:lstStyle/>
          <a:p>
            <a:endParaRPr lang="en-US"/>
          </a:p>
        </p:txBody>
      </p:sp>
      <p:sp>
        <p:nvSpPr>
          <p:cNvPr id="151" name="Shape 149"/>
          <p:cNvSpPr/>
          <p:nvPr/>
        </p:nvSpPr>
        <p:spPr>
          <a:xfrm>
            <a:off x="10135676" y="3330923"/>
            <a:ext cx="45720" cy="45720"/>
          </a:xfrm>
          <a:prstGeom prst="ellipse">
            <a:avLst/>
          </a:prstGeom>
          <a:solidFill>
            <a:srgbClr val="0F7B8A"/>
          </a:solidFill>
          <a:ln/>
        </p:spPr>
        <p:txBody>
          <a:bodyPr/>
          <a:lstStyle/>
          <a:p>
            <a:endParaRPr lang="en-US"/>
          </a:p>
        </p:txBody>
      </p:sp>
      <p:sp>
        <p:nvSpPr>
          <p:cNvPr id="152" name="Shape 150"/>
          <p:cNvSpPr/>
          <p:nvPr/>
        </p:nvSpPr>
        <p:spPr>
          <a:xfrm>
            <a:off x="10151852" y="3353427"/>
            <a:ext cx="45720" cy="45720"/>
          </a:xfrm>
          <a:prstGeom prst="ellipse">
            <a:avLst/>
          </a:prstGeom>
          <a:solidFill>
            <a:srgbClr val="0F7B8A"/>
          </a:solidFill>
          <a:ln/>
        </p:spPr>
        <p:txBody>
          <a:bodyPr/>
          <a:lstStyle/>
          <a:p>
            <a:endParaRPr lang="en-US"/>
          </a:p>
        </p:txBody>
      </p:sp>
      <p:sp>
        <p:nvSpPr>
          <p:cNvPr id="153" name="Shape 151"/>
          <p:cNvSpPr/>
          <p:nvPr/>
        </p:nvSpPr>
        <p:spPr>
          <a:xfrm>
            <a:off x="10172425" y="3368549"/>
            <a:ext cx="45720" cy="45720"/>
          </a:xfrm>
          <a:prstGeom prst="ellipse">
            <a:avLst/>
          </a:prstGeom>
          <a:solidFill>
            <a:srgbClr val="0F7B8A"/>
          </a:solidFill>
          <a:ln/>
        </p:spPr>
        <p:txBody>
          <a:bodyPr/>
          <a:lstStyle/>
          <a:p>
            <a:endParaRPr lang="en-US"/>
          </a:p>
        </p:txBody>
      </p:sp>
      <p:sp>
        <p:nvSpPr>
          <p:cNvPr id="154" name="Shape 152"/>
          <p:cNvSpPr/>
          <p:nvPr/>
        </p:nvSpPr>
        <p:spPr>
          <a:xfrm>
            <a:off x="11304424" y="2940489"/>
            <a:ext cx="45720" cy="45720"/>
          </a:xfrm>
          <a:prstGeom prst="ellipse">
            <a:avLst/>
          </a:prstGeom>
          <a:solidFill>
            <a:srgbClr val="0F7B8A"/>
          </a:solidFill>
          <a:ln/>
        </p:spPr>
        <p:txBody>
          <a:bodyPr/>
          <a:lstStyle/>
          <a:p>
            <a:endParaRPr lang="en-US"/>
          </a:p>
        </p:txBody>
      </p:sp>
      <p:sp>
        <p:nvSpPr>
          <p:cNvPr id="155" name="Shape 153"/>
          <p:cNvSpPr/>
          <p:nvPr/>
        </p:nvSpPr>
        <p:spPr>
          <a:xfrm>
            <a:off x="11317098" y="2986135"/>
            <a:ext cx="45720" cy="45720"/>
          </a:xfrm>
          <a:prstGeom prst="ellipse">
            <a:avLst/>
          </a:prstGeom>
          <a:solidFill>
            <a:srgbClr val="0F7B8A"/>
          </a:solidFill>
          <a:ln/>
        </p:spPr>
        <p:txBody>
          <a:bodyPr/>
          <a:lstStyle/>
          <a:p>
            <a:endParaRPr lang="en-US"/>
          </a:p>
        </p:txBody>
      </p:sp>
      <p:sp>
        <p:nvSpPr>
          <p:cNvPr id="156" name="Shape 154"/>
          <p:cNvSpPr/>
          <p:nvPr/>
        </p:nvSpPr>
        <p:spPr>
          <a:xfrm>
            <a:off x="11309405" y="3121163"/>
            <a:ext cx="45720" cy="45720"/>
          </a:xfrm>
          <a:prstGeom prst="ellipse">
            <a:avLst/>
          </a:prstGeom>
          <a:solidFill>
            <a:srgbClr val="0F7B8A"/>
          </a:solidFill>
          <a:ln/>
        </p:spPr>
        <p:txBody>
          <a:bodyPr/>
          <a:lstStyle/>
          <a:p>
            <a:endParaRPr lang="en-US"/>
          </a:p>
        </p:txBody>
      </p:sp>
      <p:sp>
        <p:nvSpPr>
          <p:cNvPr id="157" name="Shape 155"/>
          <p:cNvSpPr/>
          <p:nvPr/>
        </p:nvSpPr>
        <p:spPr>
          <a:xfrm>
            <a:off x="11318377" y="3210713"/>
            <a:ext cx="45720" cy="45720"/>
          </a:xfrm>
          <a:prstGeom prst="ellipse">
            <a:avLst/>
          </a:prstGeom>
          <a:solidFill>
            <a:srgbClr val="0F7B8A"/>
          </a:solidFill>
          <a:ln/>
        </p:spPr>
        <p:txBody>
          <a:bodyPr/>
          <a:lstStyle/>
          <a:p>
            <a:endParaRPr lang="en-US"/>
          </a:p>
        </p:txBody>
      </p:sp>
      <p:sp>
        <p:nvSpPr>
          <p:cNvPr id="158" name="Shape 156"/>
          <p:cNvSpPr/>
          <p:nvPr/>
        </p:nvSpPr>
        <p:spPr>
          <a:xfrm>
            <a:off x="11317230" y="3270720"/>
            <a:ext cx="45720" cy="45720"/>
          </a:xfrm>
          <a:prstGeom prst="ellipse">
            <a:avLst/>
          </a:prstGeom>
          <a:solidFill>
            <a:srgbClr val="0F7B8A"/>
          </a:solidFill>
          <a:ln/>
        </p:spPr>
        <p:txBody>
          <a:bodyPr/>
          <a:lstStyle/>
          <a:p>
            <a:endParaRPr lang="en-US"/>
          </a:p>
        </p:txBody>
      </p:sp>
      <p:sp>
        <p:nvSpPr>
          <p:cNvPr id="159" name="Shape 157"/>
          <p:cNvSpPr/>
          <p:nvPr/>
        </p:nvSpPr>
        <p:spPr>
          <a:xfrm>
            <a:off x="11315427" y="3388130"/>
            <a:ext cx="45720" cy="45720"/>
          </a:xfrm>
          <a:prstGeom prst="ellipse">
            <a:avLst/>
          </a:prstGeom>
          <a:solidFill>
            <a:srgbClr val="0F7B8A"/>
          </a:solidFill>
          <a:ln/>
        </p:spPr>
        <p:txBody>
          <a:bodyPr/>
          <a:lstStyle/>
          <a:p>
            <a:endParaRPr lang="en-US"/>
          </a:p>
        </p:txBody>
      </p:sp>
      <p:sp>
        <p:nvSpPr>
          <p:cNvPr id="160" name="Shape 158"/>
          <p:cNvSpPr/>
          <p:nvPr/>
        </p:nvSpPr>
        <p:spPr>
          <a:xfrm>
            <a:off x="11302683" y="3455630"/>
            <a:ext cx="45720" cy="45720"/>
          </a:xfrm>
          <a:prstGeom prst="ellipse">
            <a:avLst/>
          </a:prstGeom>
          <a:solidFill>
            <a:srgbClr val="0F7B8A"/>
          </a:solidFill>
          <a:ln/>
        </p:spPr>
        <p:txBody>
          <a:bodyPr/>
          <a:lstStyle/>
          <a:p>
            <a:endParaRPr lang="en-US"/>
          </a:p>
        </p:txBody>
      </p:sp>
      <p:sp>
        <p:nvSpPr>
          <p:cNvPr id="161" name="Shape 159"/>
          <p:cNvSpPr/>
          <p:nvPr/>
        </p:nvSpPr>
        <p:spPr>
          <a:xfrm>
            <a:off x="11319566" y="3549270"/>
            <a:ext cx="45720" cy="45720"/>
          </a:xfrm>
          <a:prstGeom prst="ellipse">
            <a:avLst/>
          </a:prstGeom>
          <a:solidFill>
            <a:srgbClr val="0F7B8A"/>
          </a:solidFill>
          <a:ln/>
        </p:spPr>
        <p:txBody>
          <a:bodyPr/>
          <a:lstStyle/>
          <a:p>
            <a:endParaRPr lang="en-US"/>
          </a:p>
        </p:txBody>
      </p:sp>
      <p:sp>
        <p:nvSpPr>
          <p:cNvPr id="162" name="Shape 160"/>
          <p:cNvSpPr/>
          <p:nvPr/>
        </p:nvSpPr>
        <p:spPr>
          <a:xfrm>
            <a:off x="11308936" y="3636341"/>
            <a:ext cx="45720" cy="45720"/>
          </a:xfrm>
          <a:prstGeom prst="ellipse">
            <a:avLst/>
          </a:prstGeom>
          <a:solidFill>
            <a:srgbClr val="0F7B8A"/>
          </a:solidFill>
          <a:ln/>
        </p:spPr>
        <p:txBody>
          <a:bodyPr/>
          <a:lstStyle/>
          <a:p>
            <a:endParaRPr lang="en-US"/>
          </a:p>
        </p:txBody>
      </p:sp>
      <p:sp>
        <p:nvSpPr>
          <p:cNvPr id="163" name="Shape 161"/>
          <p:cNvSpPr/>
          <p:nvPr/>
        </p:nvSpPr>
        <p:spPr>
          <a:xfrm>
            <a:off x="11293090" y="3746234"/>
            <a:ext cx="45720" cy="45720"/>
          </a:xfrm>
          <a:prstGeom prst="ellipse">
            <a:avLst/>
          </a:prstGeom>
          <a:solidFill>
            <a:srgbClr val="0F7B8A"/>
          </a:solidFill>
          <a:ln/>
        </p:spPr>
        <p:txBody>
          <a:bodyPr/>
          <a:lstStyle/>
          <a:p>
            <a:endParaRPr lang="en-US"/>
          </a:p>
        </p:txBody>
      </p:sp>
      <p:sp>
        <p:nvSpPr>
          <p:cNvPr id="164" name="Shape 162"/>
          <p:cNvSpPr/>
          <p:nvPr/>
        </p:nvSpPr>
        <p:spPr>
          <a:xfrm>
            <a:off x="11299690" y="3897594"/>
            <a:ext cx="45720" cy="45720"/>
          </a:xfrm>
          <a:prstGeom prst="ellipse">
            <a:avLst/>
          </a:prstGeom>
          <a:solidFill>
            <a:srgbClr val="0F7B8A"/>
          </a:solidFill>
          <a:ln/>
        </p:spPr>
        <p:txBody>
          <a:bodyPr/>
          <a:lstStyle/>
          <a:p>
            <a:endParaRPr lang="en-US"/>
          </a:p>
        </p:txBody>
      </p:sp>
      <p:sp>
        <p:nvSpPr>
          <p:cNvPr id="165" name="Shape 163"/>
          <p:cNvSpPr/>
          <p:nvPr/>
        </p:nvSpPr>
        <p:spPr>
          <a:xfrm>
            <a:off x="11317406" y="3903250"/>
            <a:ext cx="45720" cy="45720"/>
          </a:xfrm>
          <a:prstGeom prst="ellipse">
            <a:avLst/>
          </a:prstGeom>
          <a:solidFill>
            <a:srgbClr val="0F7B8A"/>
          </a:solidFill>
          <a:ln/>
        </p:spPr>
        <p:txBody>
          <a:bodyPr/>
          <a:lstStyle/>
          <a:p>
            <a:endParaRPr lang="en-US"/>
          </a:p>
        </p:txBody>
      </p:sp>
      <p:sp>
        <p:nvSpPr>
          <p:cNvPr id="166" name="Shape 164"/>
          <p:cNvSpPr/>
          <p:nvPr/>
        </p:nvSpPr>
        <p:spPr>
          <a:xfrm>
            <a:off x="11317646" y="4021799"/>
            <a:ext cx="45720" cy="45720"/>
          </a:xfrm>
          <a:prstGeom prst="ellipse">
            <a:avLst/>
          </a:prstGeom>
          <a:solidFill>
            <a:srgbClr val="0F7B8A"/>
          </a:solidFill>
          <a:ln/>
        </p:spPr>
        <p:txBody>
          <a:bodyPr/>
          <a:lstStyle/>
          <a:p>
            <a:endParaRPr lang="en-US"/>
          </a:p>
        </p:txBody>
      </p:sp>
      <p:sp>
        <p:nvSpPr>
          <p:cNvPr id="167" name="Shape 165"/>
          <p:cNvSpPr/>
          <p:nvPr/>
        </p:nvSpPr>
        <p:spPr>
          <a:xfrm>
            <a:off x="11315927" y="4105230"/>
            <a:ext cx="45720" cy="45720"/>
          </a:xfrm>
          <a:prstGeom prst="ellipse">
            <a:avLst/>
          </a:prstGeom>
          <a:solidFill>
            <a:srgbClr val="0F7B8A"/>
          </a:solidFill>
          <a:ln/>
        </p:spPr>
        <p:txBody>
          <a:bodyPr/>
          <a:lstStyle/>
          <a:p>
            <a:endParaRPr lang="en-US"/>
          </a:p>
        </p:txBody>
      </p:sp>
      <p:sp>
        <p:nvSpPr>
          <p:cNvPr id="168" name="Shape 166"/>
          <p:cNvSpPr/>
          <p:nvPr/>
        </p:nvSpPr>
        <p:spPr>
          <a:xfrm>
            <a:off x="11319107" y="4277076"/>
            <a:ext cx="45720" cy="45720"/>
          </a:xfrm>
          <a:prstGeom prst="ellipse">
            <a:avLst/>
          </a:prstGeom>
          <a:solidFill>
            <a:srgbClr val="0F7B8A"/>
          </a:solidFill>
          <a:ln/>
        </p:spPr>
        <p:txBody>
          <a:bodyPr/>
          <a:lstStyle/>
          <a:p>
            <a:endParaRPr lang="en-US"/>
          </a:p>
        </p:txBody>
      </p:sp>
      <p:sp>
        <p:nvSpPr>
          <p:cNvPr id="169" name="Shape 167"/>
          <p:cNvSpPr/>
          <p:nvPr/>
        </p:nvSpPr>
        <p:spPr>
          <a:xfrm>
            <a:off x="11300697" y="4327360"/>
            <a:ext cx="45720" cy="45720"/>
          </a:xfrm>
          <a:prstGeom prst="ellipse">
            <a:avLst/>
          </a:prstGeom>
          <a:solidFill>
            <a:srgbClr val="0F7B8A"/>
          </a:solidFill>
          <a:ln/>
        </p:spPr>
        <p:txBody>
          <a:bodyPr/>
          <a:lstStyle/>
          <a:p>
            <a:endParaRPr lang="en-US"/>
          </a:p>
        </p:txBody>
      </p:sp>
      <p:sp>
        <p:nvSpPr>
          <p:cNvPr id="170" name="Shape 168"/>
          <p:cNvSpPr/>
          <p:nvPr/>
        </p:nvSpPr>
        <p:spPr>
          <a:xfrm>
            <a:off x="11303331" y="4486662"/>
            <a:ext cx="45720" cy="45720"/>
          </a:xfrm>
          <a:prstGeom prst="ellipse">
            <a:avLst/>
          </a:prstGeom>
          <a:solidFill>
            <a:srgbClr val="0F7B8A"/>
          </a:solidFill>
          <a:ln/>
        </p:spPr>
        <p:txBody>
          <a:bodyPr/>
          <a:lstStyle/>
          <a:p>
            <a:endParaRPr lang="en-US"/>
          </a:p>
        </p:txBody>
      </p:sp>
      <p:sp>
        <p:nvSpPr>
          <p:cNvPr id="171" name="Shape 169"/>
          <p:cNvSpPr/>
          <p:nvPr/>
        </p:nvSpPr>
        <p:spPr>
          <a:xfrm>
            <a:off x="11292987" y="4521445"/>
            <a:ext cx="45720" cy="45720"/>
          </a:xfrm>
          <a:prstGeom prst="ellipse">
            <a:avLst/>
          </a:prstGeom>
          <a:solidFill>
            <a:srgbClr val="0F7B8A"/>
          </a:solidFill>
          <a:ln/>
        </p:spPr>
        <p:txBody>
          <a:bodyPr/>
          <a:lstStyle/>
          <a:p>
            <a:endParaRPr lang="en-US"/>
          </a:p>
        </p:txBody>
      </p:sp>
      <p:sp>
        <p:nvSpPr>
          <p:cNvPr id="172" name="Shape 170"/>
          <p:cNvSpPr/>
          <p:nvPr/>
        </p:nvSpPr>
        <p:spPr>
          <a:xfrm>
            <a:off x="11307818" y="4680244"/>
            <a:ext cx="45720" cy="45720"/>
          </a:xfrm>
          <a:prstGeom prst="ellipse">
            <a:avLst/>
          </a:prstGeom>
          <a:solidFill>
            <a:srgbClr val="0F7B8A"/>
          </a:solidFill>
          <a:ln/>
        </p:spPr>
        <p:txBody>
          <a:bodyPr/>
          <a:lstStyle/>
          <a:p>
            <a:endParaRPr lang="en-US"/>
          </a:p>
        </p:txBody>
      </p:sp>
      <p:sp>
        <p:nvSpPr>
          <p:cNvPr id="173" name="Shape 171"/>
          <p:cNvSpPr/>
          <p:nvPr/>
        </p:nvSpPr>
        <p:spPr>
          <a:xfrm>
            <a:off x="11296748" y="4736152"/>
            <a:ext cx="45720" cy="45720"/>
          </a:xfrm>
          <a:prstGeom prst="ellipse">
            <a:avLst/>
          </a:prstGeom>
          <a:solidFill>
            <a:srgbClr val="0F7B8A"/>
          </a:solidFill>
          <a:ln/>
        </p:spPr>
        <p:txBody>
          <a:bodyPr/>
          <a:lstStyle/>
          <a:p>
            <a:endParaRPr lang="en-US"/>
          </a:p>
        </p:txBody>
      </p:sp>
      <p:sp>
        <p:nvSpPr>
          <p:cNvPr id="174" name="Shape 172"/>
          <p:cNvSpPr/>
          <p:nvPr/>
        </p:nvSpPr>
        <p:spPr>
          <a:xfrm>
            <a:off x="11307318" y="4847148"/>
            <a:ext cx="45720" cy="45720"/>
          </a:xfrm>
          <a:prstGeom prst="ellipse">
            <a:avLst/>
          </a:prstGeom>
          <a:solidFill>
            <a:srgbClr val="0F7B8A"/>
          </a:solidFill>
          <a:ln/>
        </p:spPr>
        <p:txBody>
          <a:bodyPr/>
          <a:lstStyle/>
          <a:p>
            <a:endParaRPr lang="en-US"/>
          </a:p>
        </p:txBody>
      </p:sp>
      <p:sp>
        <p:nvSpPr>
          <p:cNvPr id="175" name="Shape 173"/>
          <p:cNvSpPr/>
          <p:nvPr/>
        </p:nvSpPr>
        <p:spPr>
          <a:xfrm>
            <a:off x="11316183" y="4915306"/>
            <a:ext cx="45720" cy="45720"/>
          </a:xfrm>
          <a:prstGeom prst="ellipse">
            <a:avLst/>
          </a:prstGeom>
          <a:solidFill>
            <a:srgbClr val="0F7B8A"/>
          </a:solidFill>
          <a:ln/>
        </p:spPr>
        <p:txBody>
          <a:bodyPr/>
          <a:lstStyle/>
          <a:p>
            <a:endParaRPr lang="en-US"/>
          </a:p>
        </p:txBody>
      </p:sp>
      <p:sp>
        <p:nvSpPr>
          <p:cNvPr id="176" name="Shape 174"/>
          <p:cNvSpPr/>
          <p:nvPr/>
        </p:nvSpPr>
        <p:spPr>
          <a:xfrm>
            <a:off x="10875859" y="3436803"/>
            <a:ext cx="45720" cy="45720"/>
          </a:xfrm>
          <a:prstGeom prst="ellipse">
            <a:avLst/>
          </a:prstGeom>
          <a:solidFill>
            <a:srgbClr val="0F7B8A"/>
          </a:solidFill>
          <a:ln/>
        </p:spPr>
        <p:txBody>
          <a:bodyPr/>
          <a:lstStyle/>
          <a:p>
            <a:endParaRPr lang="en-US"/>
          </a:p>
        </p:txBody>
      </p:sp>
      <p:sp>
        <p:nvSpPr>
          <p:cNvPr id="177" name="Shape 175"/>
          <p:cNvSpPr/>
          <p:nvPr/>
        </p:nvSpPr>
        <p:spPr>
          <a:xfrm>
            <a:off x="10877599" y="3475128"/>
            <a:ext cx="45720" cy="45720"/>
          </a:xfrm>
          <a:prstGeom prst="ellipse">
            <a:avLst/>
          </a:prstGeom>
          <a:solidFill>
            <a:srgbClr val="0F7B8A"/>
          </a:solidFill>
          <a:ln/>
        </p:spPr>
        <p:txBody>
          <a:bodyPr/>
          <a:lstStyle/>
          <a:p>
            <a:endParaRPr lang="en-US"/>
          </a:p>
        </p:txBody>
      </p:sp>
      <p:sp>
        <p:nvSpPr>
          <p:cNvPr id="178" name="Shape 176"/>
          <p:cNvSpPr/>
          <p:nvPr/>
        </p:nvSpPr>
        <p:spPr>
          <a:xfrm>
            <a:off x="10872067" y="3506333"/>
            <a:ext cx="45720" cy="45720"/>
          </a:xfrm>
          <a:prstGeom prst="ellipse">
            <a:avLst/>
          </a:prstGeom>
          <a:solidFill>
            <a:srgbClr val="0F7B8A"/>
          </a:solidFill>
          <a:ln/>
        </p:spPr>
        <p:txBody>
          <a:bodyPr/>
          <a:lstStyle/>
          <a:p>
            <a:endParaRPr lang="en-US"/>
          </a:p>
        </p:txBody>
      </p:sp>
      <p:sp>
        <p:nvSpPr>
          <p:cNvPr id="179" name="Shape 177"/>
          <p:cNvSpPr/>
          <p:nvPr/>
        </p:nvSpPr>
        <p:spPr>
          <a:xfrm>
            <a:off x="10863882" y="3548435"/>
            <a:ext cx="45720" cy="45720"/>
          </a:xfrm>
          <a:prstGeom prst="ellipse">
            <a:avLst/>
          </a:prstGeom>
          <a:solidFill>
            <a:srgbClr val="0F7B8A"/>
          </a:solidFill>
          <a:ln/>
        </p:spPr>
        <p:txBody>
          <a:bodyPr/>
          <a:lstStyle/>
          <a:p>
            <a:endParaRPr lang="en-US"/>
          </a:p>
        </p:txBody>
      </p:sp>
      <p:sp>
        <p:nvSpPr>
          <p:cNvPr id="180" name="Shape 178"/>
          <p:cNvSpPr/>
          <p:nvPr/>
        </p:nvSpPr>
        <p:spPr>
          <a:xfrm>
            <a:off x="10859089" y="3630167"/>
            <a:ext cx="45720" cy="45720"/>
          </a:xfrm>
          <a:prstGeom prst="ellipse">
            <a:avLst/>
          </a:prstGeom>
          <a:solidFill>
            <a:srgbClr val="0F7B8A"/>
          </a:solidFill>
          <a:ln/>
        </p:spPr>
        <p:txBody>
          <a:bodyPr/>
          <a:lstStyle/>
          <a:p>
            <a:endParaRPr lang="en-US"/>
          </a:p>
        </p:txBody>
      </p:sp>
      <p:sp>
        <p:nvSpPr>
          <p:cNvPr id="181" name="Shape 179"/>
          <p:cNvSpPr/>
          <p:nvPr/>
        </p:nvSpPr>
        <p:spPr>
          <a:xfrm>
            <a:off x="10878042" y="3637131"/>
            <a:ext cx="45720" cy="45720"/>
          </a:xfrm>
          <a:prstGeom prst="ellipse">
            <a:avLst/>
          </a:prstGeom>
          <a:solidFill>
            <a:srgbClr val="0F7B8A"/>
          </a:solidFill>
          <a:ln/>
        </p:spPr>
        <p:txBody>
          <a:bodyPr/>
          <a:lstStyle/>
          <a:p>
            <a:endParaRPr lang="en-US"/>
          </a:p>
        </p:txBody>
      </p:sp>
      <p:sp>
        <p:nvSpPr>
          <p:cNvPr id="182" name="Shape 180"/>
          <p:cNvSpPr/>
          <p:nvPr/>
        </p:nvSpPr>
        <p:spPr>
          <a:xfrm>
            <a:off x="10880879" y="3696464"/>
            <a:ext cx="45720" cy="45720"/>
          </a:xfrm>
          <a:prstGeom prst="ellipse">
            <a:avLst/>
          </a:prstGeom>
          <a:solidFill>
            <a:srgbClr val="0F7B8A"/>
          </a:solidFill>
          <a:ln/>
        </p:spPr>
        <p:txBody>
          <a:bodyPr/>
          <a:lstStyle/>
          <a:p>
            <a:endParaRPr lang="en-US"/>
          </a:p>
        </p:txBody>
      </p:sp>
      <p:sp>
        <p:nvSpPr>
          <p:cNvPr id="183" name="Shape 181"/>
          <p:cNvSpPr/>
          <p:nvPr/>
        </p:nvSpPr>
        <p:spPr>
          <a:xfrm>
            <a:off x="10863843" y="3738198"/>
            <a:ext cx="45720" cy="45720"/>
          </a:xfrm>
          <a:prstGeom prst="ellipse">
            <a:avLst/>
          </a:prstGeom>
          <a:solidFill>
            <a:srgbClr val="0F7B8A"/>
          </a:solidFill>
          <a:ln/>
        </p:spPr>
        <p:txBody>
          <a:bodyPr/>
          <a:lstStyle/>
          <a:p>
            <a:endParaRPr lang="en-US"/>
          </a:p>
        </p:txBody>
      </p:sp>
      <p:sp>
        <p:nvSpPr>
          <p:cNvPr id="184" name="Shape 182"/>
          <p:cNvSpPr/>
          <p:nvPr/>
        </p:nvSpPr>
        <p:spPr>
          <a:xfrm>
            <a:off x="10873823" y="3783990"/>
            <a:ext cx="45720" cy="45720"/>
          </a:xfrm>
          <a:prstGeom prst="ellipse">
            <a:avLst/>
          </a:prstGeom>
          <a:solidFill>
            <a:srgbClr val="0F7B8A"/>
          </a:solidFill>
          <a:ln/>
        </p:spPr>
        <p:txBody>
          <a:bodyPr/>
          <a:lstStyle/>
          <a:p>
            <a:endParaRPr lang="en-US"/>
          </a:p>
        </p:txBody>
      </p:sp>
      <p:sp>
        <p:nvSpPr>
          <p:cNvPr id="185" name="Shape 183"/>
          <p:cNvSpPr/>
          <p:nvPr/>
        </p:nvSpPr>
        <p:spPr>
          <a:xfrm>
            <a:off x="10882039" y="3828431"/>
            <a:ext cx="45720" cy="45720"/>
          </a:xfrm>
          <a:prstGeom prst="ellipse">
            <a:avLst/>
          </a:prstGeom>
          <a:solidFill>
            <a:srgbClr val="0F7B8A"/>
          </a:solidFill>
          <a:ln/>
        </p:spPr>
        <p:txBody>
          <a:bodyPr/>
          <a:lstStyle/>
          <a:p>
            <a:endParaRPr lang="en-US"/>
          </a:p>
        </p:txBody>
      </p:sp>
      <p:sp>
        <p:nvSpPr>
          <p:cNvPr id="186" name="Shape 184"/>
          <p:cNvSpPr/>
          <p:nvPr/>
        </p:nvSpPr>
        <p:spPr>
          <a:xfrm>
            <a:off x="10882679" y="3879178"/>
            <a:ext cx="45720" cy="45720"/>
          </a:xfrm>
          <a:prstGeom prst="ellipse">
            <a:avLst/>
          </a:prstGeom>
          <a:solidFill>
            <a:srgbClr val="0F7B8A"/>
          </a:solidFill>
          <a:ln/>
        </p:spPr>
        <p:txBody>
          <a:bodyPr/>
          <a:lstStyle/>
          <a:p>
            <a:endParaRPr lang="en-US"/>
          </a:p>
        </p:txBody>
      </p:sp>
      <p:sp>
        <p:nvSpPr>
          <p:cNvPr id="187" name="Shape 185"/>
          <p:cNvSpPr/>
          <p:nvPr/>
        </p:nvSpPr>
        <p:spPr>
          <a:xfrm>
            <a:off x="10864829" y="3933593"/>
            <a:ext cx="45720" cy="45720"/>
          </a:xfrm>
          <a:prstGeom prst="ellipse">
            <a:avLst/>
          </a:prstGeom>
          <a:solidFill>
            <a:srgbClr val="0F7B8A"/>
          </a:solidFill>
          <a:ln/>
        </p:spPr>
        <p:txBody>
          <a:bodyPr/>
          <a:lstStyle/>
          <a:p>
            <a:endParaRPr lang="en-US"/>
          </a:p>
        </p:txBody>
      </p:sp>
      <p:sp>
        <p:nvSpPr>
          <p:cNvPr id="188" name="Shape 186"/>
          <p:cNvSpPr/>
          <p:nvPr/>
        </p:nvSpPr>
        <p:spPr>
          <a:xfrm>
            <a:off x="10878886" y="3956570"/>
            <a:ext cx="45720" cy="45720"/>
          </a:xfrm>
          <a:prstGeom prst="ellipse">
            <a:avLst/>
          </a:prstGeom>
          <a:solidFill>
            <a:srgbClr val="0F7B8A"/>
          </a:solidFill>
          <a:ln/>
        </p:spPr>
        <p:txBody>
          <a:bodyPr/>
          <a:lstStyle/>
          <a:p>
            <a:endParaRPr lang="en-US"/>
          </a:p>
        </p:txBody>
      </p:sp>
      <p:sp>
        <p:nvSpPr>
          <p:cNvPr id="189" name="Shape 187"/>
          <p:cNvSpPr/>
          <p:nvPr/>
        </p:nvSpPr>
        <p:spPr>
          <a:xfrm>
            <a:off x="10871520" y="4034973"/>
            <a:ext cx="45720" cy="45720"/>
          </a:xfrm>
          <a:prstGeom prst="ellipse">
            <a:avLst/>
          </a:prstGeom>
          <a:solidFill>
            <a:srgbClr val="0F7B8A"/>
          </a:solidFill>
          <a:ln/>
        </p:spPr>
        <p:txBody>
          <a:bodyPr/>
          <a:lstStyle/>
          <a:p>
            <a:endParaRPr lang="en-US"/>
          </a:p>
        </p:txBody>
      </p:sp>
      <p:sp>
        <p:nvSpPr>
          <p:cNvPr id="190" name="Shape 188"/>
          <p:cNvSpPr/>
          <p:nvPr/>
        </p:nvSpPr>
        <p:spPr>
          <a:xfrm>
            <a:off x="10881424" y="4048986"/>
            <a:ext cx="45720" cy="45720"/>
          </a:xfrm>
          <a:prstGeom prst="ellipse">
            <a:avLst/>
          </a:prstGeom>
          <a:solidFill>
            <a:srgbClr val="0F7B8A"/>
          </a:solidFill>
          <a:ln/>
        </p:spPr>
        <p:txBody>
          <a:bodyPr/>
          <a:lstStyle/>
          <a:p>
            <a:endParaRPr lang="en-US"/>
          </a:p>
        </p:txBody>
      </p:sp>
      <p:sp>
        <p:nvSpPr>
          <p:cNvPr id="191" name="Shape 189"/>
          <p:cNvSpPr/>
          <p:nvPr/>
        </p:nvSpPr>
        <p:spPr>
          <a:xfrm>
            <a:off x="10881263" y="4109424"/>
            <a:ext cx="45720" cy="45720"/>
          </a:xfrm>
          <a:prstGeom prst="ellipse">
            <a:avLst/>
          </a:prstGeom>
          <a:solidFill>
            <a:srgbClr val="0F7B8A"/>
          </a:solidFill>
          <a:ln/>
        </p:spPr>
        <p:txBody>
          <a:bodyPr/>
          <a:lstStyle/>
          <a:p>
            <a:endParaRPr lang="en-US"/>
          </a:p>
        </p:txBody>
      </p:sp>
      <p:sp>
        <p:nvSpPr>
          <p:cNvPr id="192" name="Shape 190"/>
          <p:cNvSpPr/>
          <p:nvPr/>
        </p:nvSpPr>
        <p:spPr>
          <a:xfrm>
            <a:off x="10865593" y="4207952"/>
            <a:ext cx="45720" cy="45720"/>
          </a:xfrm>
          <a:prstGeom prst="ellipse">
            <a:avLst/>
          </a:prstGeom>
          <a:solidFill>
            <a:srgbClr val="0F7B8A"/>
          </a:solidFill>
          <a:ln/>
        </p:spPr>
        <p:txBody>
          <a:bodyPr/>
          <a:lstStyle/>
          <a:p>
            <a:endParaRPr lang="en-US"/>
          </a:p>
        </p:txBody>
      </p:sp>
      <p:sp>
        <p:nvSpPr>
          <p:cNvPr id="193" name="Shape 191"/>
          <p:cNvSpPr/>
          <p:nvPr/>
        </p:nvSpPr>
        <p:spPr>
          <a:xfrm>
            <a:off x="10865470" y="4210245"/>
            <a:ext cx="45720" cy="45720"/>
          </a:xfrm>
          <a:prstGeom prst="ellipse">
            <a:avLst/>
          </a:prstGeom>
          <a:solidFill>
            <a:srgbClr val="0F7B8A"/>
          </a:solidFill>
          <a:ln/>
        </p:spPr>
        <p:txBody>
          <a:bodyPr/>
          <a:lstStyle/>
          <a:p>
            <a:endParaRPr lang="en-US"/>
          </a:p>
        </p:txBody>
      </p:sp>
      <p:sp>
        <p:nvSpPr>
          <p:cNvPr id="194" name="Shape 192"/>
          <p:cNvSpPr/>
          <p:nvPr/>
        </p:nvSpPr>
        <p:spPr>
          <a:xfrm>
            <a:off x="10877941" y="4256279"/>
            <a:ext cx="45720" cy="45720"/>
          </a:xfrm>
          <a:prstGeom prst="ellipse">
            <a:avLst/>
          </a:prstGeom>
          <a:solidFill>
            <a:srgbClr val="0F7B8A"/>
          </a:solidFill>
          <a:ln/>
        </p:spPr>
        <p:txBody>
          <a:bodyPr/>
          <a:lstStyle/>
          <a:p>
            <a:endParaRPr lang="en-US"/>
          </a:p>
        </p:txBody>
      </p:sp>
      <p:sp>
        <p:nvSpPr>
          <p:cNvPr id="195" name="Shape 193"/>
          <p:cNvSpPr/>
          <p:nvPr/>
        </p:nvSpPr>
        <p:spPr>
          <a:xfrm>
            <a:off x="10875443" y="4301435"/>
            <a:ext cx="45720" cy="45720"/>
          </a:xfrm>
          <a:prstGeom prst="ellipse">
            <a:avLst/>
          </a:prstGeom>
          <a:solidFill>
            <a:srgbClr val="0F7B8A"/>
          </a:solidFill>
          <a:ln/>
        </p:spPr>
        <p:txBody>
          <a:bodyPr/>
          <a:lstStyle/>
          <a:p>
            <a:endParaRPr lang="en-US"/>
          </a:p>
        </p:txBody>
      </p:sp>
      <p:sp>
        <p:nvSpPr>
          <p:cNvPr id="196" name="Shape 194"/>
          <p:cNvSpPr/>
          <p:nvPr/>
        </p:nvSpPr>
        <p:spPr>
          <a:xfrm>
            <a:off x="10878350" y="4357801"/>
            <a:ext cx="45720" cy="45720"/>
          </a:xfrm>
          <a:prstGeom prst="ellipse">
            <a:avLst/>
          </a:prstGeom>
          <a:solidFill>
            <a:srgbClr val="0F7B8A"/>
          </a:solidFill>
          <a:ln/>
        </p:spPr>
        <p:txBody>
          <a:bodyPr/>
          <a:lstStyle/>
          <a:p>
            <a:endParaRPr lang="en-US"/>
          </a:p>
        </p:txBody>
      </p:sp>
      <p:sp>
        <p:nvSpPr>
          <p:cNvPr id="197" name="Shape 195"/>
          <p:cNvSpPr/>
          <p:nvPr/>
        </p:nvSpPr>
        <p:spPr>
          <a:xfrm>
            <a:off x="10875766" y="4411409"/>
            <a:ext cx="45720" cy="45720"/>
          </a:xfrm>
          <a:prstGeom prst="ellipse">
            <a:avLst/>
          </a:prstGeom>
          <a:solidFill>
            <a:srgbClr val="0F7B8A"/>
          </a:solidFill>
          <a:ln/>
        </p:spPr>
        <p:txBody>
          <a:bodyPr/>
          <a:lstStyle/>
          <a:p>
            <a:endParaRPr lang="en-US"/>
          </a:p>
        </p:txBody>
      </p:sp>
      <p:sp>
        <p:nvSpPr>
          <p:cNvPr id="198" name="Shape 196"/>
          <p:cNvSpPr/>
          <p:nvPr/>
        </p:nvSpPr>
        <p:spPr>
          <a:xfrm>
            <a:off x="11295428" y="2866396"/>
            <a:ext cx="45720" cy="45720"/>
          </a:xfrm>
          <a:prstGeom prst="ellipse">
            <a:avLst/>
          </a:prstGeom>
          <a:solidFill>
            <a:srgbClr val="0F7B8A"/>
          </a:solidFill>
          <a:ln/>
        </p:spPr>
        <p:txBody>
          <a:bodyPr/>
          <a:lstStyle/>
          <a:p>
            <a:endParaRPr lang="en-US"/>
          </a:p>
        </p:txBody>
      </p:sp>
      <p:sp>
        <p:nvSpPr>
          <p:cNvPr id="199" name="Shape 197"/>
          <p:cNvSpPr/>
          <p:nvPr/>
        </p:nvSpPr>
        <p:spPr>
          <a:xfrm>
            <a:off x="11280390" y="2881659"/>
            <a:ext cx="45720" cy="45720"/>
          </a:xfrm>
          <a:prstGeom prst="ellipse">
            <a:avLst/>
          </a:prstGeom>
          <a:solidFill>
            <a:srgbClr val="0F7B8A"/>
          </a:solidFill>
          <a:ln/>
        </p:spPr>
        <p:txBody>
          <a:bodyPr/>
          <a:lstStyle/>
          <a:p>
            <a:endParaRPr lang="en-US"/>
          </a:p>
        </p:txBody>
      </p:sp>
      <p:sp>
        <p:nvSpPr>
          <p:cNvPr id="200" name="Shape 198"/>
          <p:cNvSpPr/>
          <p:nvPr/>
        </p:nvSpPr>
        <p:spPr>
          <a:xfrm>
            <a:off x="11262432" y="2912847"/>
            <a:ext cx="45720" cy="45720"/>
          </a:xfrm>
          <a:prstGeom prst="ellipse">
            <a:avLst/>
          </a:prstGeom>
          <a:solidFill>
            <a:srgbClr val="0F7B8A"/>
          </a:solidFill>
          <a:ln/>
        </p:spPr>
        <p:txBody>
          <a:bodyPr/>
          <a:lstStyle/>
          <a:p>
            <a:endParaRPr lang="en-US"/>
          </a:p>
        </p:txBody>
      </p:sp>
      <p:sp>
        <p:nvSpPr>
          <p:cNvPr id="201" name="Shape 199"/>
          <p:cNvSpPr/>
          <p:nvPr/>
        </p:nvSpPr>
        <p:spPr>
          <a:xfrm>
            <a:off x="11229106" y="2924662"/>
            <a:ext cx="45720" cy="45720"/>
          </a:xfrm>
          <a:prstGeom prst="ellipse">
            <a:avLst/>
          </a:prstGeom>
          <a:solidFill>
            <a:srgbClr val="0F7B8A"/>
          </a:solidFill>
          <a:ln/>
        </p:spPr>
        <p:txBody>
          <a:bodyPr/>
          <a:lstStyle/>
          <a:p>
            <a:endParaRPr lang="en-US"/>
          </a:p>
        </p:txBody>
      </p:sp>
      <p:sp>
        <p:nvSpPr>
          <p:cNvPr id="202" name="Shape 200"/>
          <p:cNvSpPr/>
          <p:nvPr/>
        </p:nvSpPr>
        <p:spPr>
          <a:xfrm>
            <a:off x="11216622" y="2967684"/>
            <a:ext cx="45720" cy="45720"/>
          </a:xfrm>
          <a:prstGeom prst="ellipse">
            <a:avLst/>
          </a:prstGeom>
          <a:solidFill>
            <a:srgbClr val="0F7B8A"/>
          </a:solidFill>
          <a:ln/>
        </p:spPr>
        <p:txBody>
          <a:bodyPr/>
          <a:lstStyle/>
          <a:p>
            <a:endParaRPr lang="en-US"/>
          </a:p>
        </p:txBody>
      </p:sp>
      <p:sp>
        <p:nvSpPr>
          <p:cNvPr id="203" name="Shape 201"/>
          <p:cNvSpPr/>
          <p:nvPr/>
        </p:nvSpPr>
        <p:spPr>
          <a:xfrm>
            <a:off x="11187984" y="2987954"/>
            <a:ext cx="45720" cy="45720"/>
          </a:xfrm>
          <a:prstGeom prst="ellipse">
            <a:avLst/>
          </a:prstGeom>
          <a:solidFill>
            <a:srgbClr val="0F7B8A"/>
          </a:solidFill>
          <a:ln/>
        </p:spPr>
        <p:txBody>
          <a:bodyPr/>
          <a:lstStyle/>
          <a:p>
            <a:endParaRPr lang="en-US"/>
          </a:p>
        </p:txBody>
      </p:sp>
      <p:sp>
        <p:nvSpPr>
          <p:cNvPr id="204" name="Shape 202"/>
          <p:cNvSpPr/>
          <p:nvPr/>
        </p:nvSpPr>
        <p:spPr>
          <a:xfrm>
            <a:off x="11160394" y="3026494"/>
            <a:ext cx="45720" cy="45720"/>
          </a:xfrm>
          <a:prstGeom prst="ellipse">
            <a:avLst/>
          </a:prstGeom>
          <a:solidFill>
            <a:srgbClr val="0F7B8A"/>
          </a:solidFill>
          <a:ln/>
        </p:spPr>
        <p:txBody>
          <a:bodyPr/>
          <a:lstStyle/>
          <a:p>
            <a:endParaRPr lang="en-US"/>
          </a:p>
        </p:txBody>
      </p:sp>
      <p:sp>
        <p:nvSpPr>
          <p:cNvPr id="205" name="Shape 203"/>
          <p:cNvSpPr/>
          <p:nvPr/>
        </p:nvSpPr>
        <p:spPr>
          <a:xfrm>
            <a:off x="11152423" y="3046200"/>
            <a:ext cx="45720" cy="45720"/>
          </a:xfrm>
          <a:prstGeom prst="ellipse">
            <a:avLst/>
          </a:prstGeom>
          <a:solidFill>
            <a:srgbClr val="0F7B8A"/>
          </a:solidFill>
          <a:ln/>
        </p:spPr>
        <p:txBody>
          <a:bodyPr/>
          <a:lstStyle/>
          <a:p>
            <a:endParaRPr lang="en-US"/>
          </a:p>
        </p:txBody>
      </p:sp>
      <p:sp>
        <p:nvSpPr>
          <p:cNvPr id="206" name="Shape 204"/>
          <p:cNvSpPr/>
          <p:nvPr/>
        </p:nvSpPr>
        <p:spPr>
          <a:xfrm>
            <a:off x="11126883" y="3056820"/>
            <a:ext cx="45720" cy="45720"/>
          </a:xfrm>
          <a:prstGeom prst="ellipse">
            <a:avLst/>
          </a:prstGeom>
          <a:solidFill>
            <a:srgbClr val="0F7B8A"/>
          </a:solidFill>
          <a:ln/>
        </p:spPr>
        <p:txBody>
          <a:bodyPr/>
          <a:lstStyle/>
          <a:p>
            <a:endParaRPr lang="en-US"/>
          </a:p>
        </p:txBody>
      </p:sp>
      <p:sp>
        <p:nvSpPr>
          <p:cNvPr id="207" name="Shape 205"/>
          <p:cNvSpPr/>
          <p:nvPr/>
        </p:nvSpPr>
        <p:spPr>
          <a:xfrm>
            <a:off x="11136928" y="3080478"/>
            <a:ext cx="45720" cy="45720"/>
          </a:xfrm>
          <a:prstGeom prst="ellipse">
            <a:avLst/>
          </a:prstGeom>
          <a:solidFill>
            <a:srgbClr val="0F7B8A"/>
          </a:solidFill>
          <a:ln/>
        </p:spPr>
        <p:txBody>
          <a:bodyPr/>
          <a:lstStyle/>
          <a:p>
            <a:endParaRPr lang="en-US"/>
          </a:p>
        </p:txBody>
      </p:sp>
      <p:sp>
        <p:nvSpPr>
          <p:cNvPr id="208" name="Shape 206"/>
          <p:cNvSpPr/>
          <p:nvPr/>
        </p:nvSpPr>
        <p:spPr>
          <a:xfrm>
            <a:off x="11089525" y="3106679"/>
            <a:ext cx="45720" cy="45720"/>
          </a:xfrm>
          <a:prstGeom prst="ellipse">
            <a:avLst/>
          </a:prstGeom>
          <a:solidFill>
            <a:srgbClr val="0F7B8A"/>
          </a:solidFill>
          <a:ln/>
        </p:spPr>
        <p:txBody>
          <a:bodyPr/>
          <a:lstStyle/>
          <a:p>
            <a:endParaRPr lang="en-US"/>
          </a:p>
        </p:txBody>
      </p:sp>
      <p:sp>
        <p:nvSpPr>
          <p:cNvPr id="209" name="Shape 207"/>
          <p:cNvSpPr/>
          <p:nvPr/>
        </p:nvSpPr>
        <p:spPr>
          <a:xfrm>
            <a:off x="11084753" y="3132628"/>
            <a:ext cx="45720" cy="45720"/>
          </a:xfrm>
          <a:prstGeom prst="ellipse">
            <a:avLst/>
          </a:prstGeom>
          <a:solidFill>
            <a:srgbClr val="0F7B8A"/>
          </a:solidFill>
          <a:ln/>
        </p:spPr>
        <p:txBody>
          <a:bodyPr/>
          <a:lstStyle/>
          <a:p>
            <a:endParaRPr lang="en-US"/>
          </a:p>
        </p:txBody>
      </p:sp>
      <p:sp>
        <p:nvSpPr>
          <p:cNvPr id="210" name="Shape 208"/>
          <p:cNvSpPr/>
          <p:nvPr/>
        </p:nvSpPr>
        <p:spPr>
          <a:xfrm>
            <a:off x="11067571" y="3146173"/>
            <a:ext cx="45720" cy="45720"/>
          </a:xfrm>
          <a:prstGeom prst="ellipse">
            <a:avLst/>
          </a:prstGeom>
          <a:solidFill>
            <a:srgbClr val="0F7B8A"/>
          </a:solidFill>
          <a:ln/>
        </p:spPr>
        <p:txBody>
          <a:bodyPr/>
          <a:lstStyle/>
          <a:p>
            <a:endParaRPr lang="en-US"/>
          </a:p>
        </p:txBody>
      </p:sp>
      <p:sp>
        <p:nvSpPr>
          <p:cNvPr id="211" name="Shape 209"/>
          <p:cNvSpPr/>
          <p:nvPr/>
        </p:nvSpPr>
        <p:spPr>
          <a:xfrm>
            <a:off x="11030611" y="3171502"/>
            <a:ext cx="45720" cy="45720"/>
          </a:xfrm>
          <a:prstGeom prst="ellipse">
            <a:avLst/>
          </a:prstGeom>
          <a:solidFill>
            <a:srgbClr val="0F7B8A"/>
          </a:solidFill>
          <a:ln/>
        </p:spPr>
        <p:txBody>
          <a:bodyPr/>
          <a:lstStyle/>
          <a:p>
            <a:endParaRPr lang="en-US"/>
          </a:p>
        </p:txBody>
      </p:sp>
      <p:sp>
        <p:nvSpPr>
          <p:cNvPr id="212" name="Shape 210"/>
          <p:cNvSpPr/>
          <p:nvPr/>
        </p:nvSpPr>
        <p:spPr>
          <a:xfrm>
            <a:off x="11014310" y="3199084"/>
            <a:ext cx="45720" cy="45720"/>
          </a:xfrm>
          <a:prstGeom prst="ellipse">
            <a:avLst/>
          </a:prstGeom>
          <a:solidFill>
            <a:srgbClr val="0F7B8A"/>
          </a:solidFill>
          <a:ln/>
        </p:spPr>
        <p:txBody>
          <a:bodyPr/>
          <a:lstStyle/>
          <a:p>
            <a:endParaRPr lang="en-US"/>
          </a:p>
        </p:txBody>
      </p:sp>
      <p:sp>
        <p:nvSpPr>
          <p:cNvPr id="213" name="Shape 211"/>
          <p:cNvSpPr/>
          <p:nvPr/>
        </p:nvSpPr>
        <p:spPr>
          <a:xfrm>
            <a:off x="10999065" y="3236440"/>
            <a:ext cx="45720" cy="45720"/>
          </a:xfrm>
          <a:prstGeom prst="ellipse">
            <a:avLst/>
          </a:prstGeom>
          <a:solidFill>
            <a:srgbClr val="0F7B8A"/>
          </a:solidFill>
          <a:ln/>
        </p:spPr>
        <p:txBody>
          <a:bodyPr/>
          <a:lstStyle/>
          <a:p>
            <a:endParaRPr lang="en-US"/>
          </a:p>
        </p:txBody>
      </p:sp>
      <p:sp>
        <p:nvSpPr>
          <p:cNvPr id="214" name="Shape 212"/>
          <p:cNvSpPr/>
          <p:nvPr/>
        </p:nvSpPr>
        <p:spPr>
          <a:xfrm>
            <a:off x="10992504" y="3257290"/>
            <a:ext cx="45720" cy="45720"/>
          </a:xfrm>
          <a:prstGeom prst="ellipse">
            <a:avLst/>
          </a:prstGeom>
          <a:solidFill>
            <a:srgbClr val="0F7B8A"/>
          </a:solidFill>
          <a:ln/>
        </p:spPr>
        <p:txBody>
          <a:bodyPr/>
          <a:lstStyle/>
          <a:p>
            <a:endParaRPr lang="en-US"/>
          </a:p>
        </p:txBody>
      </p:sp>
      <p:sp>
        <p:nvSpPr>
          <p:cNvPr id="215" name="Shape 213"/>
          <p:cNvSpPr/>
          <p:nvPr/>
        </p:nvSpPr>
        <p:spPr>
          <a:xfrm>
            <a:off x="10965485" y="3277837"/>
            <a:ext cx="45720" cy="45720"/>
          </a:xfrm>
          <a:prstGeom prst="ellipse">
            <a:avLst/>
          </a:prstGeom>
          <a:solidFill>
            <a:srgbClr val="0F7B8A"/>
          </a:solidFill>
          <a:ln/>
        </p:spPr>
        <p:txBody>
          <a:bodyPr/>
          <a:lstStyle/>
          <a:p>
            <a:endParaRPr lang="en-US"/>
          </a:p>
        </p:txBody>
      </p:sp>
      <p:sp>
        <p:nvSpPr>
          <p:cNvPr id="216" name="Shape 214"/>
          <p:cNvSpPr/>
          <p:nvPr/>
        </p:nvSpPr>
        <p:spPr>
          <a:xfrm>
            <a:off x="10927077" y="3299540"/>
            <a:ext cx="45720" cy="45720"/>
          </a:xfrm>
          <a:prstGeom prst="ellipse">
            <a:avLst/>
          </a:prstGeom>
          <a:solidFill>
            <a:srgbClr val="0F7B8A"/>
          </a:solidFill>
          <a:ln/>
        </p:spPr>
        <p:txBody>
          <a:bodyPr/>
          <a:lstStyle/>
          <a:p>
            <a:endParaRPr lang="en-US"/>
          </a:p>
        </p:txBody>
      </p:sp>
      <p:sp>
        <p:nvSpPr>
          <p:cNvPr id="217" name="Shape 215"/>
          <p:cNvSpPr/>
          <p:nvPr/>
        </p:nvSpPr>
        <p:spPr>
          <a:xfrm>
            <a:off x="10915539" y="3318614"/>
            <a:ext cx="45720" cy="45720"/>
          </a:xfrm>
          <a:prstGeom prst="ellipse">
            <a:avLst/>
          </a:prstGeom>
          <a:solidFill>
            <a:srgbClr val="0F7B8A"/>
          </a:solidFill>
          <a:ln/>
        </p:spPr>
        <p:txBody>
          <a:bodyPr/>
          <a:lstStyle/>
          <a:p>
            <a:endParaRPr lang="en-US"/>
          </a:p>
        </p:txBody>
      </p:sp>
      <p:sp>
        <p:nvSpPr>
          <p:cNvPr id="218" name="Shape 216"/>
          <p:cNvSpPr/>
          <p:nvPr/>
        </p:nvSpPr>
        <p:spPr>
          <a:xfrm>
            <a:off x="10915980" y="3348340"/>
            <a:ext cx="45720" cy="45720"/>
          </a:xfrm>
          <a:prstGeom prst="ellipse">
            <a:avLst/>
          </a:prstGeom>
          <a:solidFill>
            <a:srgbClr val="0F7B8A"/>
          </a:solidFill>
          <a:ln/>
        </p:spPr>
        <p:txBody>
          <a:bodyPr/>
          <a:lstStyle/>
          <a:p>
            <a:endParaRPr lang="en-US"/>
          </a:p>
        </p:txBody>
      </p:sp>
      <p:sp>
        <p:nvSpPr>
          <p:cNvPr id="219" name="Shape 217"/>
          <p:cNvSpPr/>
          <p:nvPr/>
        </p:nvSpPr>
        <p:spPr>
          <a:xfrm>
            <a:off x="10883458" y="3365307"/>
            <a:ext cx="45720" cy="45720"/>
          </a:xfrm>
          <a:prstGeom prst="ellipse">
            <a:avLst/>
          </a:prstGeom>
          <a:solidFill>
            <a:srgbClr val="0F7B8A"/>
          </a:solidFill>
          <a:ln/>
        </p:spPr>
        <p:txBody>
          <a:bodyPr/>
          <a:lstStyle/>
          <a:p>
            <a:endParaRPr lang="en-US"/>
          </a:p>
        </p:txBody>
      </p:sp>
      <p:sp>
        <p:nvSpPr>
          <p:cNvPr id="220" name="Shape 218"/>
          <p:cNvSpPr/>
          <p:nvPr/>
        </p:nvSpPr>
        <p:spPr>
          <a:xfrm>
            <a:off x="11274913" y="4960828"/>
            <a:ext cx="45720" cy="45720"/>
          </a:xfrm>
          <a:prstGeom prst="ellipse">
            <a:avLst/>
          </a:prstGeom>
          <a:solidFill>
            <a:srgbClr val="0F7B8A"/>
          </a:solidFill>
          <a:ln/>
        </p:spPr>
        <p:txBody>
          <a:bodyPr/>
          <a:lstStyle/>
          <a:p>
            <a:endParaRPr lang="en-US"/>
          </a:p>
        </p:txBody>
      </p:sp>
      <p:sp>
        <p:nvSpPr>
          <p:cNvPr id="221" name="Shape 219"/>
          <p:cNvSpPr/>
          <p:nvPr/>
        </p:nvSpPr>
        <p:spPr>
          <a:xfrm>
            <a:off x="11168537" y="4964509"/>
            <a:ext cx="45720" cy="45720"/>
          </a:xfrm>
          <a:prstGeom prst="ellipse">
            <a:avLst/>
          </a:prstGeom>
          <a:solidFill>
            <a:srgbClr val="0F7B8A"/>
          </a:solidFill>
          <a:ln/>
        </p:spPr>
        <p:txBody>
          <a:bodyPr/>
          <a:lstStyle/>
          <a:p>
            <a:endParaRPr lang="en-US"/>
          </a:p>
        </p:txBody>
      </p:sp>
      <p:sp>
        <p:nvSpPr>
          <p:cNvPr id="222" name="Shape 220"/>
          <p:cNvSpPr/>
          <p:nvPr/>
        </p:nvSpPr>
        <p:spPr>
          <a:xfrm>
            <a:off x="11096238" y="4970165"/>
            <a:ext cx="45720" cy="45720"/>
          </a:xfrm>
          <a:prstGeom prst="ellipse">
            <a:avLst/>
          </a:prstGeom>
          <a:solidFill>
            <a:srgbClr val="0F7B8A"/>
          </a:solidFill>
          <a:ln/>
        </p:spPr>
        <p:txBody>
          <a:bodyPr/>
          <a:lstStyle/>
          <a:p>
            <a:endParaRPr lang="en-US"/>
          </a:p>
        </p:txBody>
      </p:sp>
      <p:sp>
        <p:nvSpPr>
          <p:cNvPr id="223" name="Shape 221"/>
          <p:cNvSpPr/>
          <p:nvPr/>
        </p:nvSpPr>
        <p:spPr>
          <a:xfrm>
            <a:off x="11053359" y="4956428"/>
            <a:ext cx="45720" cy="45720"/>
          </a:xfrm>
          <a:prstGeom prst="ellipse">
            <a:avLst/>
          </a:prstGeom>
          <a:solidFill>
            <a:srgbClr val="0F7B8A"/>
          </a:solidFill>
          <a:ln/>
        </p:spPr>
        <p:txBody>
          <a:bodyPr/>
          <a:lstStyle/>
          <a:p>
            <a:endParaRPr lang="en-US"/>
          </a:p>
        </p:txBody>
      </p:sp>
      <p:sp>
        <p:nvSpPr>
          <p:cNvPr id="224" name="Shape 222"/>
          <p:cNvSpPr/>
          <p:nvPr/>
        </p:nvSpPr>
        <p:spPr>
          <a:xfrm>
            <a:off x="11019561" y="4949212"/>
            <a:ext cx="45720" cy="45720"/>
          </a:xfrm>
          <a:prstGeom prst="ellipse">
            <a:avLst/>
          </a:prstGeom>
          <a:solidFill>
            <a:srgbClr val="0F7B8A"/>
          </a:solidFill>
          <a:ln/>
        </p:spPr>
        <p:txBody>
          <a:bodyPr/>
          <a:lstStyle/>
          <a:p>
            <a:endParaRPr lang="en-US"/>
          </a:p>
        </p:txBody>
      </p:sp>
      <p:sp>
        <p:nvSpPr>
          <p:cNvPr id="225" name="Shape 223"/>
          <p:cNvSpPr/>
          <p:nvPr/>
        </p:nvSpPr>
        <p:spPr>
          <a:xfrm>
            <a:off x="10892433" y="4973868"/>
            <a:ext cx="45720" cy="45720"/>
          </a:xfrm>
          <a:prstGeom prst="ellipse">
            <a:avLst/>
          </a:prstGeom>
          <a:solidFill>
            <a:srgbClr val="0F7B8A"/>
          </a:solidFill>
          <a:ln/>
        </p:spPr>
        <p:txBody>
          <a:bodyPr/>
          <a:lstStyle/>
          <a:p>
            <a:endParaRPr lang="en-US"/>
          </a:p>
        </p:txBody>
      </p:sp>
      <p:sp>
        <p:nvSpPr>
          <p:cNvPr id="226" name="Shape 224"/>
          <p:cNvSpPr/>
          <p:nvPr/>
        </p:nvSpPr>
        <p:spPr>
          <a:xfrm>
            <a:off x="10812858" y="4964343"/>
            <a:ext cx="45720" cy="45720"/>
          </a:xfrm>
          <a:prstGeom prst="ellipse">
            <a:avLst/>
          </a:prstGeom>
          <a:solidFill>
            <a:srgbClr val="0F7B8A"/>
          </a:solidFill>
          <a:ln/>
        </p:spPr>
        <p:txBody>
          <a:bodyPr/>
          <a:lstStyle/>
          <a:p>
            <a:endParaRPr lang="en-US"/>
          </a:p>
        </p:txBody>
      </p:sp>
      <p:sp>
        <p:nvSpPr>
          <p:cNvPr id="227" name="Shape 225"/>
          <p:cNvSpPr/>
          <p:nvPr/>
        </p:nvSpPr>
        <p:spPr>
          <a:xfrm>
            <a:off x="10781066" y="4965371"/>
            <a:ext cx="45720" cy="45720"/>
          </a:xfrm>
          <a:prstGeom prst="ellipse">
            <a:avLst/>
          </a:prstGeom>
          <a:solidFill>
            <a:srgbClr val="0F7B8A"/>
          </a:solidFill>
          <a:ln/>
        </p:spPr>
        <p:txBody>
          <a:bodyPr/>
          <a:lstStyle/>
          <a:p>
            <a:endParaRPr lang="en-US"/>
          </a:p>
        </p:txBody>
      </p:sp>
      <p:sp>
        <p:nvSpPr>
          <p:cNvPr id="228" name="Shape 226"/>
          <p:cNvSpPr/>
          <p:nvPr/>
        </p:nvSpPr>
        <p:spPr>
          <a:xfrm>
            <a:off x="10703631" y="4950044"/>
            <a:ext cx="45720" cy="45720"/>
          </a:xfrm>
          <a:prstGeom prst="ellipse">
            <a:avLst/>
          </a:prstGeom>
          <a:solidFill>
            <a:srgbClr val="0F7B8A"/>
          </a:solidFill>
          <a:ln/>
        </p:spPr>
        <p:txBody>
          <a:bodyPr/>
          <a:lstStyle/>
          <a:p>
            <a:endParaRPr lang="en-US"/>
          </a:p>
        </p:txBody>
      </p:sp>
      <p:sp>
        <p:nvSpPr>
          <p:cNvPr id="229" name="Shape 227"/>
          <p:cNvSpPr/>
          <p:nvPr/>
        </p:nvSpPr>
        <p:spPr>
          <a:xfrm>
            <a:off x="10609381" y="4956582"/>
            <a:ext cx="45720" cy="45720"/>
          </a:xfrm>
          <a:prstGeom prst="ellipse">
            <a:avLst/>
          </a:prstGeom>
          <a:solidFill>
            <a:srgbClr val="0F7B8A"/>
          </a:solidFill>
          <a:ln/>
        </p:spPr>
        <p:txBody>
          <a:bodyPr/>
          <a:lstStyle/>
          <a:p>
            <a:endParaRPr lang="en-US"/>
          </a:p>
        </p:txBody>
      </p:sp>
      <p:sp>
        <p:nvSpPr>
          <p:cNvPr id="230" name="Shape 228"/>
          <p:cNvSpPr/>
          <p:nvPr/>
        </p:nvSpPr>
        <p:spPr>
          <a:xfrm>
            <a:off x="10559539" y="4954057"/>
            <a:ext cx="45720" cy="45720"/>
          </a:xfrm>
          <a:prstGeom prst="ellipse">
            <a:avLst/>
          </a:prstGeom>
          <a:solidFill>
            <a:srgbClr val="0F7B8A"/>
          </a:solidFill>
          <a:ln/>
        </p:spPr>
        <p:txBody>
          <a:bodyPr/>
          <a:lstStyle/>
          <a:p>
            <a:endParaRPr lang="en-US"/>
          </a:p>
        </p:txBody>
      </p:sp>
      <p:sp>
        <p:nvSpPr>
          <p:cNvPr id="231" name="Shape 229"/>
          <p:cNvSpPr/>
          <p:nvPr/>
        </p:nvSpPr>
        <p:spPr>
          <a:xfrm>
            <a:off x="10505049" y="4973803"/>
            <a:ext cx="45720" cy="45720"/>
          </a:xfrm>
          <a:prstGeom prst="ellipse">
            <a:avLst/>
          </a:prstGeom>
          <a:solidFill>
            <a:srgbClr val="0F7B8A"/>
          </a:solidFill>
          <a:ln/>
        </p:spPr>
        <p:txBody>
          <a:bodyPr/>
          <a:lstStyle/>
          <a:p>
            <a:endParaRPr lang="en-US"/>
          </a:p>
        </p:txBody>
      </p:sp>
      <p:sp>
        <p:nvSpPr>
          <p:cNvPr id="232" name="Shape 230"/>
          <p:cNvSpPr/>
          <p:nvPr/>
        </p:nvSpPr>
        <p:spPr>
          <a:xfrm>
            <a:off x="10432586" y="4971086"/>
            <a:ext cx="45720" cy="45720"/>
          </a:xfrm>
          <a:prstGeom prst="ellipse">
            <a:avLst/>
          </a:prstGeom>
          <a:solidFill>
            <a:srgbClr val="0F7B8A"/>
          </a:solidFill>
          <a:ln/>
        </p:spPr>
        <p:txBody>
          <a:bodyPr/>
          <a:lstStyle/>
          <a:p>
            <a:endParaRPr lang="en-US"/>
          </a:p>
        </p:txBody>
      </p:sp>
      <p:sp>
        <p:nvSpPr>
          <p:cNvPr id="233" name="Shape 231"/>
          <p:cNvSpPr/>
          <p:nvPr/>
        </p:nvSpPr>
        <p:spPr>
          <a:xfrm>
            <a:off x="10392589" y="4954152"/>
            <a:ext cx="45720" cy="45720"/>
          </a:xfrm>
          <a:prstGeom prst="ellipse">
            <a:avLst/>
          </a:prstGeom>
          <a:solidFill>
            <a:srgbClr val="0F7B8A"/>
          </a:solidFill>
          <a:ln/>
        </p:spPr>
        <p:txBody>
          <a:bodyPr/>
          <a:lstStyle/>
          <a:p>
            <a:endParaRPr lang="en-US"/>
          </a:p>
        </p:txBody>
      </p:sp>
      <p:sp>
        <p:nvSpPr>
          <p:cNvPr id="234" name="Shape 232"/>
          <p:cNvSpPr/>
          <p:nvPr/>
        </p:nvSpPr>
        <p:spPr>
          <a:xfrm>
            <a:off x="10286668" y="4951994"/>
            <a:ext cx="45720" cy="45720"/>
          </a:xfrm>
          <a:prstGeom prst="ellipse">
            <a:avLst/>
          </a:prstGeom>
          <a:solidFill>
            <a:srgbClr val="0F7B8A"/>
          </a:solidFill>
          <a:ln/>
        </p:spPr>
        <p:txBody>
          <a:bodyPr/>
          <a:lstStyle/>
          <a:p>
            <a:endParaRPr lang="en-US"/>
          </a:p>
        </p:txBody>
      </p:sp>
      <p:sp>
        <p:nvSpPr>
          <p:cNvPr id="235" name="Shape 233"/>
          <p:cNvSpPr/>
          <p:nvPr/>
        </p:nvSpPr>
        <p:spPr>
          <a:xfrm>
            <a:off x="10190122" y="4969574"/>
            <a:ext cx="45720" cy="45720"/>
          </a:xfrm>
          <a:prstGeom prst="ellipse">
            <a:avLst/>
          </a:prstGeom>
          <a:solidFill>
            <a:srgbClr val="0F7B8A"/>
          </a:solidFill>
          <a:ln/>
        </p:spPr>
        <p:txBody>
          <a:bodyPr/>
          <a:lstStyle/>
          <a:p>
            <a:endParaRPr lang="en-US"/>
          </a:p>
        </p:txBody>
      </p:sp>
      <p:sp>
        <p:nvSpPr>
          <p:cNvPr id="236" name="Shape 234"/>
          <p:cNvSpPr/>
          <p:nvPr/>
        </p:nvSpPr>
        <p:spPr>
          <a:xfrm>
            <a:off x="10142492" y="4967758"/>
            <a:ext cx="45720" cy="45720"/>
          </a:xfrm>
          <a:prstGeom prst="ellipse">
            <a:avLst/>
          </a:prstGeom>
          <a:solidFill>
            <a:srgbClr val="0F7B8A"/>
          </a:solidFill>
          <a:ln/>
        </p:spPr>
        <p:txBody>
          <a:bodyPr/>
          <a:lstStyle/>
          <a:p>
            <a:endParaRPr lang="en-US"/>
          </a:p>
        </p:txBody>
      </p:sp>
      <p:sp>
        <p:nvSpPr>
          <p:cNvPr id="237" name="Shape 235"/>
          <p:cNvSpPr/>
          <p:nvPr/>
        </p:nvSpPr>
        <p:spPr>
          <a:xfrm>
            <a:off x="10047020" y="4961364"/>
            <a:ext cx="45720" cy="45720"/>
          </a:xfrm>
          <a:prstGeom prst="ellipse">
            <a:avLst/>
          </a:prstGeom>
          <a:solidFill>
            <a:srgbClr val="0F7B8A"/>
          </a:solidFill>
          <a:ln/>
        </p:spPr>
        <p:txBody>
          <a:bodyPr/>
          <a:lstStyle/>
          <a:p>
            <a:endParaRPr lang="en-US"/>
          </a:p>
        </p:txBody>
      </p:sp>
      <p:sp>
        <p:nvSpPr>
          <p:cNvPr id="238" name="Shape 236"/>
          <p:cNvSpPr/>
          <p:nvPr/>
        </p:nvSpPr>
        <p:spPr>
          <a:xfrm>
            <a:off x="9991548" y="4973671"/>
            <a:ext cx="45720" cy="45720"/>
          </a:xfrm>
          <a:prstGeom prst="ellipse">
            <a:avLst/>
          </a:prstGeom>
          <a:solidFill>
            <a:srgbClr val="0F7B8A"/>
          </a:solidFill>
          <a:ln/>
        </p:spPr>
        <p:txBody>
          <a:bodyPr/>
          <a:lstStyle/>
          <a:p>
            <a:endParaRPr lang="en-US"/>
          </a:p>
        </p:txBody>
      </p:sp>
      <p:sp>
        <p:nvSpPr>
          <p:cNvPr id="239" name="Shape 237"/>
          <p:cNvSpPr/>
          <p:nvPr/>
        </p:nvSpPr>
        <p:spPr>
          <a:xfrm>
            <a:off x="9914735" y="4961797"/>
            <a:ext cx="45720" cy="45720"/>
          </a:xfrm>
          <a:prstGeom prst="ellipse">
            <a:avLst/>
          </a:prstGeom>
          <a:solidFill>
            <a:srgbClr val="0F7B8A"/>
          </a:solidFill>
          <a:ln/>
        </p:spPr>
        <p:txBody>
          <a:bodyPr/>
          <a:lstStyle/>
          <a:p>
            <a:endParaRPr lang="en-US"/>
          </a:p>
        </p:txBody>
      </p:sp>
      <p:sp>
        <p:nvSpPr>
          <p:cNvPr id="240" name="Shape 238"/>
          <p:cNvSpPr/>
          <p:nvPr/>
        </p:nvSpPr>
        <p:spPr>
          <a:xfrm>
            <a:off x="9834475" y="4954139"/>
            <a:ext cx="45720" cy="45720"/>
          </a:xfrm>
          <a:prstGeom prst="ellipse">
            <a:avLst/>
          </a:prstGeom>
          <a:solidFill>
            <a:srgbClr val="0F7B8A"/>
          </a:solidFill>
          <a:ln/>
        </p:spPr>
        <p:txBody>
          <a:bodyPr/>
          <a:lstStyle/>
          <a:p>
            <a:endParaRPr lang="en-US"/>
          </a:p>
        </p:txBody>
      </p:sp>
      <p:sp>
        <p:nvSpPr>
          <p:cNvPr id="241" name="Shape 239"/>
          <p:cNvSpPr/>
          <p:nvPr/>
        </p:nvSpPr>
        <p:spPr>
          <a:xfrm>
            <a:off x="9759855" y="4949132"/>
            <a:ext cx="45720" cy="45720"/>
          </a:xfrm>
          <a:prstGeom prst="ellipse">
            <a:avLst/>
          </a:prstGeom>
          <a:solidFill>
            <a:srgbClr val="0F7B8A"/>
          </a:solidFill>
          <a:ln/>
        </p:spPr>
        <p:txBody>
          <a:bodyPr/>
          <a:lstStyle/>
          <a:p>
            <a:endParaRPr lang="en-US"/>
          </a:p>
        </p:txBody>
      </p:sp>
      <p:sp>
        <p:nvSpPr>
          <p:cNvPr id="242" name="Shape 240"/>
          <p:cNvSpPr/>
          <p:nvPr/>
        </p:nvSpPr>
        <p:spPr>
          <a:xfrm>
            <a:off x="10874523" y="4428084"/>
            <a:ext cx="45720" cy="45720"/>
          </a:xfrm>
          <a:prstGeom prst="ellipse">
            <a:avLst/>
          </a:prstGeom>
          <a:solidFill>
            <a:srgbClr val="0F7B8A"/>
          </a:solidFill>
          <a:ln/>
        </p:spPr>
        <p:txBody>
          <a:bodyPr/>
          <a:lstStyle/>
          <a:p>
            <a:endParaRPr lang="en-US"/>
          </a:p>
        </p:txBody>
      </p:sp>
      <p:sp>
        <p:nvSpPr>
          <p:cNvPr id="243" name="Shape 241"/>
          <p:cNvSpPr/>
          <p:nvPr/>
        </p:nvSpPr>
        <p:spPr>
          <a:xfrm>
            <a:off x="10834644" y="4448269"/>
            <a:ext cx="45720" cy="45720"/>
          </a:xfrm>
          <a:prstGeom prst="ellipse">
            <a:avLst/>
          </a:prstGeom>
          <a:solidFill>
            <a:srgbClr val="0F7B8A"/>
          </a:solidFill>
          <a:ln/>
        </p:spPr>
        <p:txBody>
          <a:bodyPr/>
          <a:lstStyle/>
          <a:p>
            <a:endParaRPr lang="en-US"/>
          </a:p>
        </p:txBody>
      </p:sp>
      <p:sp>
        <p:nvSpPr>
          <p:cNvPr id="244" name="Shape 242"/>
          <p:cNvSpPr/>
          <p:nvPr/>
        </p:nvSpPr>
        <p:spPr>
          <a:xfrm>
            <a:off x="10818185" y="4421757"/>
            <a:ext cx="45720" cy="45720"/>
          </a:xfrm>
          <a:prstGeom prst="ellipse">
            <a:avLst/>
          </a:prstGeom>
          <a:solidFill>
            <a:srgbClr val="0F7B8A"/>
          </a:solidFill>
          <a:ln/>
        </p:spPr>
        <p:txBody>
          <a:bodyPr/>
          <a:lstStyle/>
          <a:p>
            <a:endParaRPr lang="en-US"/>
          </a:p>
        </p:txBody>
      </p:sp>
      <p:sp>
        <p:nvSpPr>
          <p:cNvPr id="245" name="Shape 243"/>
          <p:cNvSpPr/>
          <p:nvPr/>
        </p:nvSpPr>
        <p:spPr>
          <a:xfrm>
            <a:off x="10737129" y="4437138"/>
            <a:ext cx="45720" cy="45720"/>
          </a:xfrm>
          <a:prstGeom prst="ellipse">
            <a:avLst/>
          </a:prstGeom>
          <a:solidFill>
            <a:srgbClr val="0F7B8A"/>
          </a:solidFill>
          <a:ln/>
        </p:spPr>
        <p:txBody>
          <a:bodyPr/>
          <a:lstStyle/>
          <a:p>
            <a:endParaRPr lang="en-US"/>
          </a:p>
        </p:txBody>
      </p:sp>
      <p:sp>
        <p:nvSpPr>
          <p:cNvPr id="246" name="Shape 244"/>
          <p:cNvSpPr/>
          <p:nvPr/>
        </p:nvSpPr>
        <p:spPr>
          <a:xfrm>
            <a:off x="10745308" y="4441494"/>
            <a:ext cx="45720" cy="45720"/>
          </a:xfrm>
          <a:prstGeom prst="ellipse">
            <a:avLst/>
          </a:prstGeom>
          <a:solidFill>
            <a:srgbClr val="0F7B8A"/>
          </a:solidFill>
          <a:ln/>
        </p:spPr>
        <p:txBody>
          <a:bodyPr/>
          <a:lstStyle/>
          <a:p>
            <a:endParaRPr lang="en-US"/>
          </a:p>
        </p:txBody>
      </p:sp>
      <p:sp>
        <p:nvSpPr>
          <p:cNvPr id="247" name="Shape 245"/>
          <p:cNvSpPr/>
          <p:nvPr/>
        </p:nvSpPr>
        <p:spPr>
          <a:xfrm>
            <a:off x="10706696" y="4435549"/>
            <a:ext cx="45720" cy="45720"/>
          </a:xfrm>
          <a:prstGeom prst="ellipse">
            <a:avLst/>
          </a:prstGeom>
          <a:solidFill>
            <a:srgbClr val="0F7B8A"/>
          </a:solidFill>
          <a:ln/>
        </p:spPr>
        <p:txBody>
          <a:bodyPr/>
          <a:lstStyle/>
          <a:p>
            <a:endParaRPr lang="en-US"/>
          </a:p>
        </p:txBody>
      </p:sp>
      <p:sp>
        <p:nvSpPr>
          <p:cNvPr id="248" name="Shape 246"/>
          <p:cNvSpPr/>
          <p:nvPr/>
        </p:nvSpPr>
        <p:spPr>
          <a:xfrm>
            <a:off x="10688395" y="4428441"/>
            <a:ext cx="45720" cy="45720"/>
          </a:xfrm>
          <a:prstGeom prst="ellipse">
            <a:avLst/>
          </a:prstGeom>
          <a:solidFill>
            <a:srgbClr val="0F7B8A"/>
          </a:solidFill>
          <a:ln/>
        </p:spPr>
        <p:txBody>
          <a:bodyPr/>
          <a:lstStyle/>
          <a:p>
            <a:endParaRPr lang="en-US"/>
          </a:p>
        </p:txBody>
      </p:sp>
      <p:sp>
        <p:nvSpPr>
          <p:cNvPr id="249" name="Shape 247"/>
          <p:cNvSpPr/>
          <p:nvPr/>
        </p:nvSpPr>
        <p:spPr>
          <a:xfrm>
            <a:off x="10629770" y="4446497"/>
            <a:ext cx="45720" cy="45720"/>
          </a:xfrm>
          <a:prstGeom prst="ellipse">
            <a:avLst/>
          </a:prstGeom>
          <a:solidFill>
            <a:srgbClr val="0F7B8A"/>
          </a:solidFill>
          <a:ln/>
        </p:spPr>
        <p:txBody>
          <a:bodyPr/>
          <a:lstStyle/>
          <a:p>
            <a:endParaRPr lang="en-US"/>
          </a:p>
        </p:txBody>
      </p:sp>
      <p:sp>
        <p:nvSpPr>
          <p:cNvPr id="250" name="Shape 248"/>
          <p:cNvSpPr/>
          <p:nvPr/>
        </p:nvSpPr>
        <p:spPr>
          <a:xfrm>
            <a:off x="10603134" y="4427623"/>
            <a:ext cx="45720" cy="45720"/>
          </a:xfrm>
          <a:prstGeom prst="ellipse">
            <a:avLst/>
          </a:prstGeom>
          <a:solidFill>
            <a:srgbClr val="0F7B8A"/>
          </a:solidFill>
          <a:ln/>
        </p:spPr>
        <p:txBody>
          <a:bodyPr/>
          <a:lstStyle/>
          <a:p>
            <a:endParaRPr lang="en-US"/>
          </a:p>
        </p:txBody>
      </p:sp>
      <p:sp>
        <p:nvSpPr>
          <p:cNvPr id="251" name="Shape 249"/>
          <p:cNvSpPr/>
          <p:nvPr/>
        </p:nvSpPr>
        <p:spPr>
          <a:xfrm>
            <a:off x="10562819" y="4441513"/>
            <a:ext cx="45720" cy="45720"/>
          </a:xfrm>
          <a:prstGeom prst="ellipse">
            <a:avLst/>
          </a:prstGeom>
          <a:solidFill>
            <a:srgbClr val="0F7B8A"/>
          </a:solidFill>
          <a:ln/>
        </p:spPr>
        <p:txBody>
          <a:bodyPr/>
          <a:lstStyle/>
          <a:p>
            <a:endParaRPr lang="en-US"/>
          </a:p>
        </p:txBody>
      </p:sp>
      <p:sp>
        <p:nvSpPr>
          <p:cNvPr id="252" name="Shape 250"/>
          <p:cNvSpPr/>
          <p:nvPr/>
        </p:nvSpPr>
        <p:spPr>
          <a:xfrm>
            <a:off x="10548927" y="4443369"/>
            <a:ext cx="45720" cy="45720"/>
          </a:xfrm>
          <a:prstGeom prst="ellipse">
            <a:avLst/>
          </a:prstGeom>
          <a:solidFill>
            <a:srgbClr val="0F7B8A"/>
          </a:solidFill>
          <a:ln/>
        </p:spPr>
        <p:txBody>
          <a:bodyPr/>
          <a:lstStyle/>
          <a:p>
            <a:endParaRPr lang="en-US"/>
          </a:p>
        </p:txBody>
      </p:sp>
      <p:sp>
        <p:nvSpPr>
          <p:cNvPr id="253" name="Shape 251"/>
          <p:cNvSpPr/>
          <p:nvPr/>
        </p:nvSpPr>
        <p:spPr>
          <a:xfrm>
            <a:off x="10507486" y="4448419"/>
            <a:ext cx="45720" cy="45720"/>
          </a:xfrm>
          <a:prstGeom prst="ellipse">
            <a:avLst/>
          </a:prstGeom>
          <a:solidFill>
            <a:srgbClr val="0F7B8A"/>
          </a:solidFill>
          <a:ln/>
        </p:spPr>
        <p:txBody>
          <a:bodyPr/>
          <a:lstStyle/>
          <a:p>
            <a:endParaRPr lang="en-US"/>
          </a:p>
        </p:txBody>
      </p:sp>
      <p:sp>
        <p:nvSpPr>
          <p:cNvPr id="254" name="Shape 252"/>
          <p:cNvSpPr/>
          <p:nvPr/>
        </p:nvSpPr>
        <p:spPr>
          <a:xfrm>
            <a:off x="10506503" y="4436198"/>
            <a:ext cx="45720" cy="45720"/>
          </a:xfrm>
          <a:prstGeom prst="ellipse">
            <a:avLst/>
          </a:prstGeom>
          <a:solidFill>
            <a:srgbClr val="0F7B8A"/>
          </a:solidFill>
          <a:ln/>
        </p:spPr>
        <p:txBody>
          <a:bodyPr/>
          <a:lstStyle/>
          <a:p>
            <a:endParaRPr lang="en-US"/>
          </a:p>
        </p:txBody>
      </p:sp>
      <p:sp>
        <p:nvSpPr>
          <p:cNvPr id="255" name="Shape 253"/>
          <p:cNvSpPr/>
          <p:nvPr/>
        </p:nvSpPr>
        <p:spPr>
          <a:xfrm>
            <a:off x="10443388" y="4423956"/>
            <a:ext cx="45720" cy="45720"/>
          </a:xfrm>
          <a:prstGeom prst="ellipse">
            <a:avLst/>
          </a:prstGeom>
          <a:solidFill>
            <a:srgbClr val="0F7B8A"/>
          </a:solidFill>
          <a:ln/>
        </p:spPr>
        <p:txBody>
          <a:bodyPr/>
          <a:lstStyle/>
          <a:p>
            <a:endParaRPr lang="en-US"/>
          </a:p>
        </p:txBody>
      </p:sp>
      <p:sp>
        <p:nvSpPr>
          <p:cNvPr id="256" name="Shape 254"/>
          <p:cNvSpPr/>
          <p:nvPr/>
        </p:nvSpPr>
        <p:spPr>
          <a:xfrm>
            <a:off x="10408596" y="4440242"/>
            <a:ext cx="45720" cy="45720"/>
          </a:xfrm>
          <a:prstGeom prst="ellipse">
            <a:avLst/>
          </a:prstGeom>
          <a:solidFill>
            <a:srgbClr val="0F7B8A"/>
          </a:solidFill>
          <a:ln/>
        </p:spPr>
        <p:txBody>
          <a:bodyPr/>
          <a:lstStyle/>
          <a:p>
            <a:endParaRPr lang="en-US"/>
          </a:p>
        </p:txBody>
      </p:sp>
      <p:sp>
        <p:nvSpPr>
          <p:cNvPr id="257" name="Shape 255"/>
          <p:cNvSpPr/>
          <p:nvPr/>
        </p:nvSpPr>
        <p:spPr>
          <a:xfrm>
            <a:off x="10389391" y="4447402"/>
            <a:ext cx="45720" cy="45720"/>
          </a:xfrm>
          <a:prstGeom prst="ellipse">
            <a:avLst/>
          </a:prstGeom>
          <a:solidFill>
            <a:srgbClr val="0F7B8A"/>
          </a:solidFill>
          <a:ln/>
        </p:spPr>
        <p:txBody>
          <a:bodyPr/>
          <a:lstStyle/>
          <a:p>
            <a:endParaRPr lang="en-US"/>
          </a:p>
        </p:txBody>
      </p:sp>
      <p:sp>
        <p:nvSpPr>
          <p:cNvPr id="258" name="Shape 256"/>
          <p:cNvSpPr/>
          <p:nvPr/>
        </p:nvSpPr>
        <p:spPr>
          <a:xfrm>
            <a:off x="10371161" y="4430934"/>
            <a:ext cx="45720" cy="45720"/>
          </a:xfrm>
          <a:prstGeom prst="ellipse">
            <a:avLst/>
          </a:prstGeom>
          <a:solidFill>
            <a:srgbClr val="0F7B8A"/>
          </a:solidFill>
          <a:ln/>
        </p:spPr>
        <p:txBody>
          <a:bodyPr/>
          <a:lstStyle/>
          <a:p>
            <a:endParaRPr lang="en-US"/>
          </a:p>
        </p:txBody>
      </p:sp>
      <p:sp>
        <p:nvSpPr>
          <p:cNvPr id="259" name="Shape 257"/>
          <p:cNvSpPr/>
          <p:nvPr/>
        </p:nvSpPr>
        <p:spPr>
          <a:xfrm>
            <a:off x="10316944" y="4425554"/>
            <a:ext cx="45720" cy="45720"/>
          </a:xfrm>
          <a:prstGeom prst="ellipse">
            <a:avLst/>
          </a:prstGeom>
          <a:solidFill>
            <a:srgbClr val="0F7B8A"/>
          </a:solidFill>
          <a:ln/>
        </p:spPr>
        <p:txBody>
          <a:bodyPr/>
          <a:lstStyle/>
          <a:p>
            <a:endParaRPr lang="en-US"/>
          </a:p>
        </p:txBody>
      </p:sp>
      <p:sp>
        <p:nvSpPr>
          <p:cNvPr id="260" name="Shape 258"/>
          <p:cNvSpPr/>
          <p:nvPr/>
        </p:nvSpPr>
        <p:spPr>
          <a:xfrm>
            <a:off x="10300972" y="4433996"/>
            <a:ext cx="45720" cy="45720"/>
          </a:xfrm>
          <a:prstGeom prst="ellipse">
            <a:avLst/>
          </a:prstGeom>
          <a:solidFill>
            <a:srgbClr val="0F7B8A"/>
          </a:solidFill>
          <a:ln/>
        </p:spPr>
        <p:txBody>
          <a:bodyPr/>
          <a:lstStyle/>
          <a:p>
            <a:endParaRPr lang="en-US"/>
          </a:p>
        </p:txBody>
      </p:sp>
      <p:sp>
        <p:nvSpPr>
          <p:cNvPr id="261" name="Shape 259"/>
          <p:cNvSpPr/>
          <p:nvPr/>
        </p:nvSpPr>
        <p:spPr>
          <a:xfrm>
            <a:off x="10278597" y="4439574"/>
            <a:ext cx="45720" cy="45720"/>
          </a:xfrm>
          <a:prstGeom prst="ellipse">
            <a:avLst/>
          </a:prstGeom>
          <a:solidFill>
            <a:srgbClr val="0F7B8A"/>
          </a:solidFill>
          <a:ln/>
        </p:spPr>
        <p:txBody>
          <a:bodyPr/>
          <a:lstStyle/>
          <a:p>
            <a:endParaRPr lang="en-US"/>
          </a:p>
        </p:txBody>
      </p:sp>
      <p:sp>
        <p:nvSpPr>
          <p:cNvPr id="262" name="Shape 260"/>
          <p:cNvSpPr/>
          <p:nvPr/>
        </p:nvSpPr>
        <p:spPr>
          <a:xfrm>
            <a:off x="10222472" y="4448148"/>
            <a:ext cx="45720" cy="45720"/>
          </a:xfrm>
          <a:prstGeom prst="ellipse">
            <a:avLst/>
          </a:prstGeom>
          <a:solidFill>
            <a:srgbClr val="0F7B8A"/>
          </a:solidFill>
          <a:ln/>
        </p:spPr>
        <p:txBody>
          <a:bodyPr/>
          <a:lstStyle/>
          <a:p>
            <a:endParaRPr lang="en-US"/>
          </a:p>
        </p:txBody>
      </p:sp>
      <p:sp>
        <p:nvSpPr>
          <p:cNvPr id="263" name="Shape 261"/>
          <p:cNvSpPr/>
          <p:nvPr/>
        </p:nvSpPr>
        <p:spPr>
          <a:xfrm>
            <a:off x="10185751" y="4447500"/>
            <a:ext cx="45720" cy="45720"/>
          </a:xfrm>
          <a:prstGeom prst="ellipse">
            <a:avLst/>
          </a:prstGeom>
          <a:solidFill>
            <a:srgbClr val="0F7B8A"/>
          </a:solidFill>
          <a:ln/>
        </p:spPr>
        <p:txBody>
          <a:bodyPr/>
          <a:lstStyle/>
          <a:p>
            <a:endParaRPr lang="en-US"/>
          </a:p>
        </p:txBody>
      </p:sp>
      <p:sp>
        <p:nvSpPr>
          <p:cNvPr id="264" name="Shape 262"/>
          <p:cNvSpPr/>
          <p:nvPr/>
        </p:nvSpPr>
        <p:spPr>
          <a:xfrm>
            <a:off x="11311489" y="4969849"/>
            <a:ext cx="45720" cy="45720"/>
          </a:xfrm>
          <a:prstGeom prst="ellipse">
            <a:avLst/>
          </a:prstGeom>
          <a:solidFill>
            <a:srgbClr val="0F7B8A"/>
          </a:solidFill>
          <a:ln/>
        </p:spPr>
        <p:txBody>
          <a:bodyPr/>
          <a:lstStyle/>
          <a:p>
            <a:endParaRPr lang="en-US"/>
          </a:p>
        </p:txBody>
      </p:sp>
      <p:sp>
        <p:nvSpPr>
          <p:cNvPr id="265" name="Shape 263"/>
          <p:cNvSpPr/>
          <p:nvPr/>
        </p:nvSpPr>
        <p:spPr>
          <a:xfrm>
            <a:off x="11271999" y="4922593"/>
            <a:ext cx="45720" cy="45720"/>
          </a:xfrm>
          <a:prstGeom prst="ellipse">
            <a:avLst/>
          </a:prstGeom>
          <a:solidFill>
            <a:srgbClr val="0F7B8A"/>
          </a:solidFill>
          <a:ln/>
        </p:spPr>
        <p:txBody>
          <a:bodyPr/>
          <a:lstStyle/>
          <a:p>
            <a:endParaRPr lang="en-US"/>
          </a:p>
        </p:txBody>
      </p:sp>
      <p:sp>
        <p:nvSpPr>
          <p:cNvPr id="266" name="Shape 264"/>
          <p:cNvSpPr/>
          <p:nvPr/>
        </p:nvSpPr>
        <p:spPr>
          <a:xfrm>
            <a:off x="11247828" y="4900132"/>
            <a:ext cx="45720" cy="45720"/>
          </a:xfrm>
          <a:prstGeom prst="ellipse">
            <a:avLst/>
          </a:prstGeom>
          <a:solidFill>
            <a:srgbClr val="0F7B8A"/>
          </a:solidFill>
          <a:ln/>
        </p:spPr>
        <p:txBody>
          <a:bodyPr/>
          <a:lstStyle/>
          <a:p>
            <a:endParaRPr lang="en-US"/>
          </a:p>
        </p:txBody>
      </p:sp>
      <p:sp>
        <p:nvSpPr>
          <p:cNvPr id="267" name="Shape 265"/>
          <p:cNvSpPr/>
          <p:nvPr/>
        </p:nvSpPr>
        <p:spPr>
          <a:xfrm>
            <a:off x="11251438" y="4884558"/>
            <a:ext cx="45720" cy="45720"/>
          </a:xfrm>
          <a:prstGeom prst="ellipse">
            <a:avLst/>
          </a:prstGeom>
          <a:solidFill>
            <a:srgbClr val="0F7B8A"/>
          </a:solidFill>
          <a:ln/>
        </p:spPr>
        <p:txBody>
          <a:bodyPr/>
          <a:lstStyle/>
          <a:p>
            <a:endParaRPr lang="en-US"/>
          </a:p>
        </p:txBody>
      </p:sp>
      <p:sp>
        <p:nvSpPr>
          <p:cNvPr id="268" name="Shape 266"/>
          <p:cNvSpPr/>
          <p:nvPr/>
        </p:nvSpPr>
        <p:spPr>
          <a:xfrm>
            <a:off x="11226627" y="4851300"/>
            <a:ext cx="45720" cy="45720"/>
          </a:xfrm>
          <a:prstGeom prst="ellipse">
            <a:avLst/>
          </a:prstGeom>
          <a:solidFill>
            <a:srgbClr val="0F7B8A"/>
          </a:solidFill>
          <a:ln/>
        </p:spPr>
        <p:txBody>
          <a:bodyPr/>
          <a:lstStyle/>
          <a:p>
            <a:endParaRPr lang="en-US"/>
          </a:p>
        </p:txBody>
      </p:sp>
      <p:sp>
        <p:nvSpPr>
          <p:cNvPr id="269" name="Shape 267"/>
          <p:cNvSpPr/>
          <p:nvPr/>
        </p:nvSpPr>
        <p:spPr>
          <a:xfrm>
            <a:off x="11210003" y="4845756"/>
            <a:ext cx="45720" cy="45720"/>
          </a:xfrm>
          <a:prstGeom prst="ellipse">
            <a:avLst/>
          </a:prstGeom>
          <a:solidFill>
            <a:srgbClr val="0F7B8A"/>
          </a:solidFill>
          <a:ln/>
        </p:spPr>
        <p:txBody>
          <a:bodyPr/>
          <a:lstStyle/>
          <a:p>
            <a:endParaRPr lang="en-US"/>
          </a:p>
        </p:txBody>
      </p:sp>
      <p:sp>
        <p:nvSpPr>
          <p:cNvPr id="270" name="Shape 268"/>
          <p:cNvSpPr/>
          <p:nvPr/>
        </p:nvSpPr>
        <p:spPr>
          <a:xfrm>
            <a:off x="11171026" y="4816660"/>
            <a:ext cx="45720" cy="45720"/>
          </a:xfrm>
          <a:prstGeom prst="ellipse">
            <a:avLst/>
          </a:prstGeom>
          <a:solidFill>
            <a:srgbClr val="0F7B8A"/>
          </a:solidFill>
          <a:ln/>
        </p:spPr>
        <p:txBody>
          <a:bodyPr/>
          <a:lstStyle/>
          <a:p>
            <a:endParaRPr lang="en-US"/>
          </a:p>
        </p:txBody>
      </p:sp>
      <p:sp>
        <p:nvSpPr>
          <p:cNvPr id="271" name="Shape 269"/>
          <p:cNvSpPr/>
          <p:nvPr/>
        </p:nvSpPr>
        <p:spPr>
          <a:xfrm>
            <a:off x="11152565" y="4768090"/>
            <a:ext cx="45720" cy="45720"/>
          </a:xfrm>
          <a:prstGeom prst="ellipse">
            <a:avLst/>
          </a:prstGeom>
          <a:solidFill>
            <a:srgbClr val="0F7B8A"/>
          </a:solidFill>
          <a:ln/>
        </p:spPr>
        <p:txBody>
          <a:bodyPr/>
          <a:lstStyle/>
          <a:p>
            <a:endParaRPr lang="en-US"/>
          </a:p>
        </p:txBody>
      </p:sp>
      <p:sp>
        <p:nvSpPr>
          <p:cNvPr id="272" name="Shape 270"/>
          <p:cNvSpPr/>
          <p:nvPr/>
        </p:nvSpPr>
        <p:spPr>
          <a:xfrm>
            <a:off x="11136087" y="4756081"/>
            <a:ext cx="45720" cy="45720"/>
          </a:xfrm>
          <a:prstGeom prst="ellipse">
            <a:avLst/>
          </a:prstGeom>
          <a:solidFill>
            <a:srgbClr val="0F7B8A"/>
          </a:solidFill>
          <a:ln/>
        </p:spPr>
        <p:txBody>
          <a:bodyPr/>
          <a:lstStyle/>
          <a:p>
            <a:endParaRPr lang="en-US"/>
          </a:p>
        </p:txBody>
      </p:sp>
      <p:sp>
        <p:nvSpPr>
          <p:cNvPr id="273" name="Shape 271"/>
          <p:cNvSpPr/>
          <p:nvPr/>
        </p:nvSpPr>
        <p:spPr>
          <a:xfrm>
            <a:off x="11133131" y="4728252"/>
            <a:ext cx="45720" cy="45720"/>
          </a:xfrm>
          <a:prstGeom prst="ellipse">
            <a:avLst/>
          </a:prstGeom>
          <a:solidFill>
            <a:srgbClr val="0F7B8A"/>
          </a:solidFill>
          <a:ln/>
        </p:spPr>
        <p:txBody>
          <a:bodyPr/>
          <a:lstStyle/>
          <a:p>
            <a:endParaRPr lang="en-US"/>
          </a:p>
        </p:txBody>
      </p:sp>
      <p:sp>
        <p:nvSpPr>
          <p:cNvPr id="274" name="Shape 272"/>
          <p:cNvSpPr/>
          <p:nvPr/>
        </p:nvSpPr>
        <p:spPr>
          <a:xfrm>
            <a:off x="11087323" y="4713723"/>
            <a:ext cx="45720" cy="45720"/>
          </a:xfrm>
          <a:prstGeom prst="ellipse">
            <a:avLst/>
          </a:prstGeom>
          <a:solidFill>
            <a:srgbClr val="0F7B8A"/>
          </a:solidFill>
          <a:ln/>
        </p:spPr>
        <p:txBody>
          <a:bodyPr/>
          <a:lstStyle/>
          <a:p>
            <a:endParaRPr lang="en-US"/>
          </a:p>
        </p:txBody>
      </p:sp>
      <p:sp>
        <p:nvSpPr>
          <p:cNvPr id="275" name="Shape 273"/>
          <p:cNvSpPr/>
          <p:nvPr/>
        </p:nvSpPr>
        <p:spPr>
          <a:xfrm>
            <a:off x="11066397" y="4681709"/>
            <a:ext cx="45720" cy="45720"/>
          </a:xfrm>
          <a:prstGeom prst="ellipse">
            <a:avLst/>
          </a:prstGeom>
          <a:solidFill>
            <a:srgbClr val="0F7B8A"/>
          </a:solidFill>
          <a:ln/>
        </p:spPr>
        <p:txBody>
          <a:bodyPr/>
          <a:lstStyle/>
          <a:p>
            <a:endParaRPr lang="en-US"/>
          </a:p>
        </p:txBody>
      </p:sp>
      <p:sp>
        <p:nvSpPr>
          <p:cNvPr id="276" name="Shape 274"/>
          <p:cNvSpPr/>
          <p:nvPr/>
        </p:nvSpPr>
        <p:spPr>
          <a:xfrm>
            <a:off x="11062729" y="4643522"/>
            <a:ext cx="45720" cy="45720"/>
          </a:xfrm>
          <a:prstGeom prst="ellipse">
            <a:avLst/>
          </a:prstGeom>
          <a:solidFill>
            <a:srgbClr val="0F7B8A"/>
          </a:solidFill>
          <a:ln/>
        </p:spPr>
        <p:txBody>
          <a:bodyPr/>
          <a:lstStyle/>
          <a:p>
            <a:endParaRPr lang="en-US"/>
          </a:p>
        </p:txBody>
      </p:sp>
      <p:sp>
        <p:nvSpPr>
          <p:cNvPr id="277" name="Shape 275"/>
          <p:cNvSpPr/>
          <p:nvPr/>
        </p:nvSpPr>
        <p:spPr>
          <a:xfrm>
            <a:off x="11021398" y="4639563"/>
            <a:ext cx="45720" cy="45720"/>
          </a:xfrm>
          <a:prstGeom prst="ellipse">
            <a:avLst/>
          </a:prstGeom>
          <a:solidFill>
            <a:srgbClr val="0F7B8A"/>
          </a:solidFill>
          <a:ln/>
        </p:spPr>
        <p:txBody>
          <a:bodyPr/>
          <a:lstStyle/>
          <a:p>
            <a:endParaRPr lang="en-US"/>
          </a:p>
        </p:txBody>
      </p:sp>
      <p:sp>
        <p:nvSpPr>
          <p:cNvPr id="278" name="Shape 276"/>
          <p:cNvSpPr/>
          <p:nvPr/>
        </p:nvSpPr>
        <p:spPr>
          <a:xfrm>
            <a:off x="11023111" y="4617917"/>
            <a:ext cx="45720" cy="45720"/>
          </a:xfrm>
          <a:prstGeom prst="ellipse">
            <a:avLst/>
          </a:prstGeom>
          <a:solidFill>
            <a:srgbClr val="0F7B8A"/>
          </a:solidFill>
          <a:ln/>
        </p:spPr>
        <p:txBody>
          <a:bodyPr/>
          <a:lstStyle/>
          <a:p>
            <a:endParaRPr lang="en-US"/>
          </a:p>
        </p:txBody>
      </p:sp>
      <p:sp>
        <p:nvSpPr>
          <p:cNvPr id="279" name="Shape 277"/>
          <p:cNvSpPr/>
          <p:nvPr/>
        </p:nvSpPr>
        <p:spPr>
          <a:xfrm>
            <a:off x="11007263" y="4581555"/>
            <a:ext cx="45720" cy="45720"/>
          </a:xfrm>
          <a:prstGeom prst="ellipse">
            <a:avLst/>
          </a:prstGeom>
          <a:solidFill>
            <a:srgbClr val="0F7B8A"/>
          </a:solidFill>
          <a:ln/>
        </p:spPr>
        <p:txBody>
          <a:bodyPr/>
          <a:lstStyle/>
          <a:p>
            <a:endParaRPr lang="en-US"/>
          </a:p>
        </p:txBody>
      </p:sp>
      <p:sp>
        <p:nvSpPr>
          <p:cNvPr id="280" name="Shape 278"/>
          <p:cNvSpPr/>
          <p:nvPr/>
        </p:nvSpPr>
        <p:spPr>
          <a:xfrm>
            <a:off x="10978735" y="4573808"/>
            <a:ext cx="45720" cy="45720"/>
          </a:xfrm>
          <a:prstGeom prst="ellipse">
            <a:avLst/>
          </a:prstGeom>
          <a:solidFill>
            <a:srgbClr val="0F7B8A"/>
          </a:solidFill>
          <a:ln/>
        </p:spPr>
        <p:txBody>
          <a:bodyPr/>
          <a:lstStyle/>
          <a:p>
            <a:endParaRPr lang="en-US"/>
          </a:p>
        </p:txBody>
      </p:sp>
      <p:sp>
        <p:nvSpPr>
          <p:cNvPr id="281" name="Shape 279"/>
          <p:cNvSpPr/>
          <p:nvPr/>
        </p:nvSpPr>
        <p:spPr>
          <a:xfrm>
            <a:off x="10966770" y="4566869"/>
            <a:ext cx="45720" cy="45720"/>
          </a:xfrm>
          <a:prstGeom prst="ellipse">
            <a:avLst/>
          </a:prstGeom>
          <a:solidFill>
            <a:srgbClr val="0F7B8A"/>
          </a:solidFill>
          <a:ln/>
        </p:spPr>
        <p:txBody>
          <a:bodyPr/>
          <a:lstStyle/>
          <a:p>
            <a:endParaRPr lang="en-US"/>
          </a:p>
        </p:txBody>
      </p:sp>
      <p:sp>
        <p:nvSpPr>
          <p:cNvPr id="282" name="Shape 280"/>
          <p:cNvSpPr/>
          <p:nvPr/>
        </p:nvSpPr>
        <p:spPr>
          <a:xfrm>
            <a:off x="10939059" y="4515377"/>
            <a:ext cx="45720" cy="45720"/>
          </a:xfrm>
          <a:prstGeom prst="ellipse">
            <a:avLst/>
          </a:prstGeom>
          <a:solidFill>
            <a:srgbClr val="0F7B8A"/>
          </a:solidFill>
          <a:ln/>
        </p:spPr>
        <p:txBody>
          <a:bodyPr/>
          <a:lstStyle/>
          <a:p>
            <a:endParaRPr lang="en-US"/>
          </a:p>
        </p:txBody>
      </p:sp>
      <p:sp>
        <p:nvSpPr>
          <p:cNvPr id="283" name="Shape 281"/>
          <p:cNvSpPr/>
          <p:nvPr/>
        </p:nvSpPr>
        <p:spPr>
          <a:xfrm>
            <a:off x="10917319" y="4502001"/>
            <a:ext cx="45720" cy="45720"/>
          </a:xfrm>
          <a:prstGeom prst="ellipse">
            <a:avLst/>
          </a:prstGeom>
          <a:solidFill>
            <a:srgbClr val="0F7B8A"/>
          </a:solidFill>
          <a:ln/>
        </p:spPr>
        <p:txBody>
          <a:bodyPr/>
          <a:lstStyle/>
          <a:p>
            <a:endParaRPr lang="en-US"/>
          </a:p>
        </p:txBody>
      </p:sp>
      <p:sp>
        <p:nvSpPr>
          <p:cNvPr id="284" name="Shape 282"/>
          <p:cNvSpPr/>
          <p:nvPr/>
        </p:nvSpPr>
        <p:spPr>
          <a:xfrm>
            <a:off x="10898917" y="4471760"/>
            <a:ext cx="45720" cy="45720"/>
          </a:xfrm>
          <a:prstGeom prst="ellipse">
            <a:avLst/>
          </a:prstGeom>
          <a:solidFill>
            <a:srgbClr val="0F7B8A"/>
          </a:solidFill>
          <a:ln/>
        </p:spPr>
        <p:txBody>
          <a:bodyPr/>
          <a:lstStyle/>
          <a:p>
            <a:endParaRPr lang="en-US"/>
          </a:p>
        </p:txBody>
      </p:sp>
      <p:sp>
        <p:nvSpPr>
          <p:cNvPr id="285" name="Shape 283"/>
          <p:cNvSpPr/>
          <p:nvPr/>
        </p:nvSpPr>
        <p:spPr>
          <a:xfrm>
            <a:off x="10892192" y="4458078"/>
            <a:ext cx="45720" cy="45720"/>
          </a:xfrm>
          <a:prstGeom prst="ellipse">
            <a:avLst/>
          </a:prstGeom>
          <a:solidFill>
            <a:srgbClr val="0F7B8A"/>
          </a:solidFill>
          <a:ln/>
        </p:spPr>
        <p:txBody>
          <a:bodyPr/>
          <a:lstStyle/>
          <a:p>
            <a:endParaRPr lang="en-US"/>
          </a:p>
        </p:txBody>
      </p:sp>
      <p:sp>
        <p:nvSpPr>
          <p:cNvPr id="286" name="Shape 284"/>
          <p:cNvSpPr/>
          <p:nvPr/>
        </p:nvSpPr>
        <p:spPr>
          <a:xfrm>
            <a:off x="9752324" y="4920314"/>
            <a:ext cx="45720" cy="45720"/>
          </a:xfrm>
          <a:prstGeom prst="ellipse">
            <a:avLst/>
          </a:prstGeom>
          <a:solidFill>
            <a:srgbClr val="0F7B8A"/>
          </a:solidFill>
          <a:ln/>
        </p:spPr>
        <p:txBody>
          <a:bodyPr/>
          <a:lstStyle/>
          <a:p>
            <a:endParaRPr lang="en-US"/>
          </a:p>
        </p:txBody>
      </p:sp>
      <p:sp>
        <p:nvSpPr>
          <p:cNvPr id="287" name="Shape 285"/>
          <p:cNvSpPr/>
          <p:nvPr/>
        </p:nvSpPr>
        <p:spPr>
          <a:xfrm>
            <a:off x="9744361" y="4777881"/>
            <a:ext cx="45720" cy="45720"/>
          </a:xfrm>
          <a:prstGeom prst="ellipse">
            <a:avLst/>
          </a:prstGeom>
          <a:solidFill>
            <a:srgbClr val="0F7B8A"/>
          </a:solidFill>
          <a:ln/>
        </p:spPr>
        <p:txBody>
          <a:bodyPr/>
          <a:lstStyle/>
          <a:p>
            <a:endParaRPr lang="en-US"/>
          </a:p>
        </p:txBody>
      </p:sp>
      <p:sp>
        <p:nvSpPr>
          <p:cNvPr id="288" name="Shape 286"/>
          <p:cNvSpPr/>
          <p:nvPr/>
        </p:nvSpPr>
        <p:spPr>
          <a:xfrm>
            <a:off x="9748586" y="4727121"/>
            <a:ext cx="45720" cy="45720"/>
          </a:xfrm>
          <a:prstGeom prst="ellipse">
            <a:avLst/>
          </a:prstGeom>
          <a:solidFill>
            <a:srgbClr val="0F7B8A"/>
          </a:solidFill>
          <a:ln/>
        </p:spPr>
        <p:txBody>
          <a:bodyPr/>
          <a:lstStyle/>
          <a:p>
            <a:endParaRPr lang="en-US"/>
          </a:p>
        </p:txBody>
      </p:sp>
      <p:sp>
        <p:nvSpPr>
          <p:cNvPr id="289" name="Shape 287"/>
          <p:cNvSpPr/>
          <p:nvPr/>
        </p:nvSpPr>
        <p:spPr>
          <a:xfrm>
            <a:off x="9753601" y="4592217"/>
            <a:ext cx="45720" cy="45720"/>
          </a:xfrm>
          <a:prstGeom prst="ellipse">
            <a:avLst/>
          </a:prstGeom>
          <a:solidFill>
            <a:srgbClr val="0F7B8A"/>
          </a:solidFill>
          <a:ln/>
        </p:spPr>
        <p:txBody>
          <a:bodyPr/>
          <a:lstStyle/>
          <a:p>
            <a:endParaRPr lang="en-US"/>
          </a:p>
        </p:txBody>
      </p:sp>
      <p:sp>
        <p:nvSpPr>
          <p:cNvPr id="290" name="Shape 288"/>
          <p:cNvSpPr/>
          <p:nvPr/>
        </p:nvSpPr>
        <p:spPr>
          <a:xfrm>
            <a:off x="9765371" y="4552952"/>
            <a:ext cx="45720" cy="45720"/>
          </a:xfrm>
          <a:prstGeom prst="ellipse">
            <a:avLst/>
          </a:prstGeom>
          <a:solidFill>
            <a:srgbClr val="0F7B8A"/>
          </a:solidFill>
          <a:ln/>
        </p:spPr>
        <p:txBody>
          <a:bodyPr/>
          <a:lstStyle/>
          <a:p>
            <a:endParaRPr lang="en-US"/>
          </a:p>
        </p:txBody>
      </p:sp>
      <p:sp>
        <p:nvSpPr>
          <p:cNvPr id="291" name="Shape 289"/>
          <p:cNvSpPr/>
          <p:nvPr/>
        </p:nvSpPr>
        <p:spPr>
          <a:xfrm>
            <a:off x="9746513" y="4402181"/>
            <a:ext cx="45720" cy="45720"/>
          </a:xfrm>
          <a:prstGeom prst="ellipse">
            <a:avLst/>
          </a:prstGeom>
          <a:solidFill>
            <a:srgbClr val="0F7B8A"/>
          </a:solidFill>
          <a:ln/>
        </p:spPr>
        <p:txBody>
          <a:bodyPr/>
          <a:lstStyle/>
          <a:p>
            <a:endParaRPr lang="en-US"/>
          </a:p>
        </p:txBody>
      </p:sp>
      <p:sp>
        <p:nvSpPr>
          <p:cNvPr id="292" name="Shape 290"/>
          <p:cNvSpPr/>
          <p:nvPr/>
        </p:nvSpPr>
        <p:spPr>
          <a:xfrm>
            <a:off x="9748126" y="4341233"/>
            <a:ext cx="45720" cy="45720"/>
          </a:xfrm>
          <a:prstGeom prst="ellipse">
            <a:avLst/>
          </a:prstGeom>
          <a:solidFill>
            <a:srgbClr val="0F7B8A"/>
          </a:solidFill>
          <a:ln/>
        </p:spPr>
        <p:txBody>
          <a:bodyPr/>
          <a:lstStyle/>
          <a:p>
            <a:endParaRPr lang="en-US"/>
          </a:p>
        </p:txBody>
      </p:sp>
      <p:sp>
        <p:nvSpPr>
          <p:cNvPr id="293" name="Shape 291"/>
          <p:cNvSpPr/>
          <p:nvPr/>
        </p:nvSpPr>
        <p:spPr>
          <a:xfrm>
            <a:off x="9760465" y="4241549"/>
            <a:ext cx="45720" cy="45720"/>
          </a:xfrm>
          <a:prstGeom prst="ellipse">
            <a:avLst/>
          </a:prstGeom>
          <a:solidFill>
            <a:srgbClr val="0F7B8A"/>
          </a:solidFill>
          <a:ln/>
        </p:spPr>
        <p:txBody>
          <a:bodyPr/>
          <a:lstStyle/>
          <a:p>
            <a:endParaRPr lang="en-US"/>
          </a:p>
        </p:txBody>
      </p:sp>
      <p:sp>
        <p:nvSpPr>
          <p:cNvPr id="294" name="Shape 292"/>
          <p:cNvSpPr/>
          <p:nvPr/>
        </p:nvSpPr>
        <p:spPr>
          <a:xfrm>
            <a:off x="9744546" y="4114312"/>
            <a:ext cx="45720" cy="45720"/>
          </a:xfrm>
          <a:prstGeom prst="ellipse">
            <a:avLst/>
          </a:prstGeom>
          <a:solidFill>
            <a:srgbClr val="0F7B8A"/>
          </a:solidFill>
          <a:ln/>
        </p:spPr>
        <p:txBody>
          <a:bodyPr/>
          <a:lstStyle/>
          <a:p>
            <a:endParaRPr lang="en-US"/>
          </a:p>
        </p:txBody>
      </p:sp>
      <p:sp>
        <p:nvSpPr>
          <p:cNvPr id="295" name="Shape 293"/>
          <p:cNvSpPr/>
          <p:nvPr/>
        </p:nvSpPr>
        <p:spPr>
          <a:xfrm>
            <a:off x="9738378" y="4018978"/>
            <a:ext cx="45720" cy="45720"/>
          </a:xfrm>
          <a:prstGeom prst="ellipse">
            <a:avLst/>
          </a:prstGeom>
          <a:solidFill>
            <a:srgbClr val="0F7B8A"/>
          </a:solidFill>
          <a:ln/>
        </p:spPr>
        <p:txBody>
          <a:bodyPr/>
          <a:lstStyle/>
          <a:p>
            <a:endParaRPr lang="en-US"/>
          </a:p>
        </p:txBody>
      </p:sp>
      <p:sp>
        <p:nvSpPr>
          <p:cNvPr id="296" name="Shape 294"/>
          <p:cNvSpPr/>
          <p:nvPr/>
        </p:nvSpPr>
        <p:spPr>
          <a:xfrm>
            <a:off x="9746171" y="3944047"/>
            <a:ext cx="45720" cy="45720"/>
          </a:xfrm>
          <a:prstGeom prst="ellipse">
            <a:avLst/>
          </a:prstGeom>
          <a:solidFill>
            <a:srgbClr val="0F7B8A"/>
          </a:solidFill>
          <a:ln/>
        </p:spPr>
        <p:txBody>
          <a:bodyPr/>
          <a:lstStyle/>
          <a:p>
            <a:endParaRPr lang="en-US"/>
          </a:p>
        </p:txBody>
      </p:sp>
      <p:sp>
        <p:nvSpPr>
          <p:cNvPr id="297" name="Shape 295"/>
          <p:cNvSpPr/>
          <p:nvPr/>
        </p:nvSpPr>
        <p:spPr>
          <a:xfrm>
            <a:off x="9749498" y="3890848"/>
            <a:ext cx="45720" cy="45720"/>
          </a:xfrm>
          <a:prstGeom prst="ellipse">
            <a:avLst/>
          </a:prstGeom>
          <a:solidFill>
            <a:srgbClr val="0F7B8A"/>
          </a:solidFill>
          <a:ln/>
        </p:spPr>
        <p:txBody>
          <a:bodyPr/>
          <a:lstStyle/>
          <a:p>
            <a:endParaRPr lang="en-US"/>
          </a:p>
        </p:txBody>
      </p:sp>
      <p:sp>
        <p:nvSpPr>
          <p:cNvPr id="298" name="Shape 296"/>
          <p:cNvSpPr/>
          <p:nvPr/>
        </p:nvSpPr>
        <p:spPr>
          <a:xfrm>
            <a:off x="9761094" y="3815286"/>
            <a:ext cx="45720" cy="45720"/>
          </a:xfrm>
          <a:prstGeom prst="ellipse">
            <a:avLst/>
          </a:prstGeom>
          <a:solidFill>
            <a:srgbClr val="0F7B8A"/>
          </a:solidFill>
          <a:ln/>
        </p:spPr>
        <p:txBody>
          <a:bodyPr/>
          <a:lstStyle/>
          <a:p>
            <a:endParaRPr lang="en-US"/>
          </a:p>
        </p:txBody>
      </p:sp>
      <p:sp>
        <p:nvSpPr>
          <p:cNvPr id="299" name="Shape 297"/>
          <p:cNvSpPr/>
          <p:nvPr/>
        </p:nvSpPr>
        <p:spPr>
          <a:xfrm>
            <a:off x="9762663" y="3662975"/>
            <a:ext cx="45720" cy="45720"/>
          </a:xfrm>
          <a:prstGeom prst="ellipse">
            <a:avLst/>
          </a:prstGeom>
          <a:solidFill>
            <a:srgbClr val="0F7B8A"/>
          </a:solidFill>
          <a:ln/>
        </p:spPr>
        <p:txBody>
          <a:bodyPr/>
          <a:lstStyle/>
          <a:p>
            <a:endParaRPr lang="en-US"/>
          </a:p>
        </p:txBody>
      </p:sp>
      <p:sp>
        <p:nvSpPr>
          <p:cNvPr id="300" name="Shape 298"/>
          <p:cNvSpPr/>
          <p:nvPr/>
        </p:nvSpPr>
        <p:spPr>
          <a:xfrm>
            <a:off x="9760515" y="3568028"/>
            <a:ext cx="45720" cy="45720"/>
          </a:xfrm>
          <a:prstGeom prst="ellipse">
            <a:avLst/>
          </a:prstGeom>
          <a:solidFill>
            <a:srgbClr val="0F7B8A"/>
          </a:solidFill>
          <a:ln/>
        </p:spPr>
        <p:txBody>
          <a:bodyPr/>
          <a:lstStyle/>
          <a:p>
            <a:endParaRPr lang="en-US"/>
          </a:p>
        </p:txBody>
      </p:sp>
      <p:sp>
        <p:nvSpPr>
          <p:cNvPr id="301" name="Shape 299"/>
          <p:cNvSpPr/>
          <p:nvPr/>
        </p:nvSpPr>
        <p:spPr>
          <a:xfrm>
            <a:off x="9765199" y="3501615"/>
            <a:ext cx="45720" cy="45720"/>
          </a:xfrm>
          <a:prstGeom prst="ellipse">
            <a:avLst/>
          </a:prstGeom>
          <a:solidFill>
            <a:srgbClr val="0F7B8A"/>
          </a:solidFill>
          <a:ln/>
        </p:spPr>
        <p:txBody>
          <a:bodyPr/>
          <a:lstStyle/>
          <a:p>
            <a:endParaRPr lang="en-US"/>
          </a:p>
        </p:txBody>
      </p:sp>
      <p:sp>
        <p:nvSpPr>
          <p:cNvPr id="302" name="Shape 300"/>
          <p:cNvSpPr/>
          <p:nvPr/>
        </p:nvSpPr>
        <p:spPr>
          <a:xfrm>
            <a:off x="9748983" y="3402983"/>
            <a:ext cx="45720" cy="45720"/>
          </a:xfrm>
          <a:prstGeom prst="ellipse">
            <a:avLst/>
          </a:prstGeom>
          <a:solidFill>
            <a:srgbClr val="0F7B8A"/>
          </a:solidFill>
          <a:ln/>
        </p:spPr>
        <p:txBody>
          <a:bodyPr/>
          <a:lstStyle/>
          <a:p>
            <a:endParaRPr lang="en-US"/>
          </a:p>
        </p:txBody>
      </p:sp>
      <p:sp>
        <p:nvSpPr>
          <p:cNvPr id="303" name="Shape 301"/>
          <p:cNvSpPr/>
          <p:nvPr/>
        </p:nvSpPr>
        <p:spPr>
          <a:xfrm>
            <a:off x="9762330" y="3293650"/>
            <a:ext cx="45720" cy="45720"/>
          </a:xfrm>
          <a:prstGeom prst="ellipse">
            <a:avLst/>
          </a:prstGeom>
          <a:solidFill>
            <a:srgbClr val="0F7B8A"/>
          </a:solidFill>
          <a:ln/>
        </p:spPr>
        <p:txBody>
          <a:bodyPr/>
          <a:lstStyle/>
          <a:p>
            <a:endParaRPr lang="en-US"/>
          </a:p>
        </p:txBody>
      </p:sp>
      <p:sp>
        <p:nvSpPr>
          <p:cNvPr id="304" name="Shape 302"/>
          <p:cNvSpPr/>
          <p:nvPr/>
        </p:nvSpPr>
        <p:spPr>
          <a:xfrm>
            <a:off x="9752275" y="3195535"/>
            <a:ext cx="45720" cy="45720"/>
          </a:xfrm>
          <a:prstGeom prst="ellipse">
            <a:avLst/>
          </a:prstGeom>
          <a:solidFill>
            <a:srgbClr val="0F7B8A"/>
          </a:solidFill>
          <a:ln/>
        </p:spPr>
        <p:txBody>
          <a:bodyPr/>
          <a:lstStyle/>
          <a:p>
            <a:endParaRPr lang="en-US"/>
          </a:p>
        </p:txBody>
      </p:sp>
      <p:sp>
        <p:nvSpPr>
          <p:cNvPr id="305" name="Shape 303"/>
          <p:cNvSpPr/>
          <p:nvPr/>
        </p:nvSpPr>
        <p:spPr>
          <a:xfrm>
            <a:off x="9748501" y="3094994"/>
            <a:ext cx="45720" cy="45720"/>
          </a:xfrm>
          <a:prstGeom prst="ellipse">
            <a:avLst/>
          </a:prstGeom>
          <a:solidFill>
            <a:srgbClr val="0F7B8A"/>
          </a:solidFill>
          <a:ln/>
        </p:spPr>
        <p:txBody>
          <a:bodyPr/>
          <a:lstStyle/>
          <a:p>
            <a:endParaRPr lang="en-US"/>
          </a:p>
        </p:txBody>
      </p:sp>
      <p:sp>
        <p:nvSpPr>
          <p:cNvPr id="306" name="Shape 304"/>
          <p:cNvSpPr/>
          <p:nvPr/>
        </p:nvSpPr>
        <p:spPr>
          <a:xfrm>
            <a:off x="9762194" y="2958671"/>
            <a:ext cx="45720" cy="45720"/>
          </a:xfrm>
          <a:prstGeom prst="ellipse">
            <a:avLst/>
          </a:prstGeom>
          <a:solidFill>
            <a:srgbClr val="0F7B8A"/>
          </a:solidFill>
          <a:ln/>
        </p:spPr>
        <p:txBody>
          <a:bodyPr/>
          <a:lstStyle/>
          <a:p>
            <a:endParaRPr lang="en-US"/>
          </a:p>
        </p:txBody>
      </p:sp>
      <p:sp>
        <p:nvSpPr>
          <p:cNvPr id="307" name="Shape 305"/>
          <p:cNvSpPr/>
          <p:nvPr/>
        </p:nvSpPr>
        <p:spPr>
          <a:xfrm>
            <a:off x="9739824" y="2939632"/>
            <a:ext cx="45720" cy="45720"/>
          </a:xfrm>
          <a:prstGeom prst="ellipse">
            <a:avLst/>
          </a:prstGeom>
          <a:solidFill>
            <a:srgbClr val="0F7B8A"/>
          </a:solidFill>
          <a:ln/>
        </p:spPr>
        <p:txBody>
          <a:bodyPr/>
          <a:lstStyle/>
          <a:p>
            <a:endParaRPr lang="en-US"/>
          </a:p>
        </p:txBody>
      </p:sp>
      <p:sp>
        <p:nvSpPr>
          <p:cNvPr id="308" name="Shape 306"/>
          <p:cNvSpPr/>
          <p:nvPr/>
        </p:nvSpPr>
        <p:spPr>
          <a:xfrm>
            <a:off x="10175554" y="4407359"/>
            <a:ext cx="45720" cy="45720"/>
          </a:xfrm>
          <a:prstGeom prst="ellipse">
            <a:avLst/>
          </a:prstGeom>
          <a:solidFill>
            <a:srgbClr val="0F7B8A"/>
          </a:solidFill>
          <a:ln/>
        </p:spPr>
        <p:txBody>
          <a:bodyPr/>
          <a:lstStyle/>
          <a:p>
            <a:endParaRPr lang="en-US"/>
          </a:p>
        </p:txBody>
      </p:sp>
      <p:sp>
        <p:nvSpPr>
          <p:cNvPr id="309" name="Shape 307"/>
          <p:cNvSpPr/>
          <p:nvPr/>
        </p:nvSpPr>
        <p:spPr>
          <a:xfrm>
            <a:off x="10179243" y="4379615"/>
            <a:ext cx="45720" cy="45720"/>
          </a:xfrm>
          <a:prstGeom prst="ellipse">
            <a:avLst/>
          </a:prstGeom>
          <a:solidFill>
            <a:srgbClr val="0F7B8A"/>
          </a:solidFill>
          <a:ln/>
        </p:spPr>
        <p:txBody>
          <a:bodyPr/>
          <a:lstStyle/>
          <a:p>
            <a:endParaRPr lang="en-US"/>
          </a:p>
        </p:txBody>
      </p:sp>
      <p:sp>
        <p:nvSpPr>
          <p:cNvPr id="310" name="Shape 308"/>
          <p:cNvSpPr/>
          <p:nvPr/>
        </p:nvSpPr>
        <p:spPr>
          <a:xfrm>
            <a:off x="10176710" y="4340034"/>
            <a:ext cx="45720" cy="45720"/>
          </a:xfrm>
          <a:prstGeom prst="ellipse">
            <a:avLst/>
          </a:prstGeom>
          <a:solidFill>
            <a:srgbClr val="0F7B8A"/>
          </a:solidFill>
          <a:ln/>
        </p:spPr>
        <p:txBody>
          <a:bodyPr/>
          <a:lstStyle/>
          <a:p>
            <a:endParaRPr lang="en-US"/>
          </a:p>
        </p:txBody>
      </p:sp>
      <p:sp>
        <p:nvSpPr>
          <p:cNvPr id="311" name="Shape 309"/>
          <p:cNvSpPr/>
          <p:nvPr/>
        </p:nvSpPr>
        <p:spPr>
          <a:xfrm>
            <a:off x="10181571" y="4292289"/>
            <a:ext cx="45720" cy="45720"/>
          </a:xfrm>
          <a:prstGeom prst="ellipse">
            <a:avLst/>
          </a:prstGeom>
          <a:solidFill>
            <a:srgbClr val="0F7B8A"/>
          </a:solidFill>
          <a:ln/>
        </p:spPr>
        <p:txBody>
          <a:bodyPr/>
          <a:lstStyle/>
          <a:p>
            <a:endParaRPr lang="en-US"/>
          </a:p>
        </p:txBody>
      </p:sp>
      <p:sp>
        <p:nvSpPr>
          <p:cNvPr id="312" name="Shape 310"/>
          <p:cNvSpPr/>
          <p:nvPr/>
        </p:nvSpPr>
        <p:spPr>
          <a:xfrm>
            <a:off x="10181135" y="4223682"/>
            <a:ext cx="45720" cy="45720"/>
          </a:xfrm>
          <a:prstGeom prst="ellipse">
            <a:avLst/>
          </a:prstGeom>
          <a:solidFill>
            <a:srgbClr val="0F7B8A"/>
          </a:solidFill>
          <a:ln/>
        </p:spPr>
        <p:txBody>
          <a:bodyPr/>
          <a:lstStyle/>
          <a:p>
            <a:endParaRPr lang="en-US"/>
          </a:p>
        </p:txBody>
      </p:sp>
      <p:sp>
        <p:nvSpPr>
          <p:cNvPr id="313" name="Shape 311"/>
          <p:cNvSpPr/>
          <p:nvPr/>
        </p:nvSpPr>
        <p:spPr>
          <a:xfrm>
            <a:off x="10179653" y="4194424"/>
            <a:ext cx="45720" cy="45720"/>
          </a:xfrm>
          <a:prstGeom prst="ellipse">
            <a:avLst/>
          </a:prstGeom>
          <a:solidFill>
            <a:srgbClr val="0F7B8A"/>
          </a:solidFill>
          <a:ln/>
        </p:spPr>
        <p:txBody>
          <a:bodyPr/>
          <a:lstStyle/>
          <a:p>
            <a:endParaRPr lang="en-US"/>
          </a:p>
        </p:txBody>
      </p:sp>
      <p:sp>
        <p:nvSpPr>
          <p:cNvPr id="314" name="Shape 312"/>
          <p:cNvSpPr/>
          <p:nvPr/>
        </p:nvSpPr>
        <p:spPr>
          <a:xfrm>
            <a:off x="10192705" y="4122561"/>
            <a:ext cx="45720" cy="45720"/>
          </a:xfrm>
          <a:prstGeom prst="ellipse">
            <a:avLst/>
          </a:prstGeom>
          <a:solidFill>
            <a:srgbClr val="0F7B8A"/>
          </a:solidFill>
          <a:ln/>
        </p:spPr>
        <p:txBody>
          <a:bodyPr/>
          <a:lstStyle/>
          <a:p>
            <a:endParaRPr lang="en-US"/>
          </a:p>
        </p:txBody>
      </p:sp>
      <p:sp>
        <p:nvSpPr>
          <p:cNvPr id="315" name="Shape 313"/>
          <p:cNvSpPr/>
          <p:nvPr/>
        </p:nvSpPr>
        <p:spPr>
          <a:xfrm>
            <a:off x="10183690" y="4094762"/>
            <a:ext cx="45720" cy="45720"/>
          </a:xfrm>
          <a:prstGeom prst="ellipse">
            <a:avLst/>
          </a:prstGeom>
          <a:solidFill>
            <a:srgbClr val="0F7B8A"/>
          </a:solidFill>
          <a:ln/>
        </p:spPr>
        <p:txBody>
          <a:bodyPr/>
          <a:lstStyle/>
          <a:p>
            <a:endParaRPr lang="en-US"/>
          </a:p>
        </p:txBody>
      </p:sp>
      <p:sp>
        <p:nvSpPr>
          <p:cNvPr id="316" name="Shape 314"/>
          <p:cNvSpPr/>
          <p:nvPr/>
        </p:nvSpPr>
        <p:spPr>
          <a:xfrm>
            <a:off x="10186818" y="4019764"/>
            <a:ext cx="45720" cy="45720"/>
          </a:xfrm>
          <a:prstGeom prst="ellipse">
            <a:avLst/>
          </a:prstGeom>
          <a:solidFill>
            <a:srgbClr val="0F7B8A"/>
          </a:solidFill>
          <a:ln/>
        </p:spPr>
        <p:txBody>
          <a:bodyPr/>
          <a:lstStyle/>
          <a:p>
            <a:endParaRPr lang="en-US"/>
          </a:p>
        </p:txBody>
      </p:sp>
      <p:sp>
        <p:nvSpPr>
          <p:cNvPr id="317" name="Shape 315"/>
          <p:cNvSpPr/>
          <p:nvPr/>
        </p:nvSpPr>
        <p:spPr>
          <a:xfrm>
            <a:off x="10187729" y="3989607"/>
            <a:ext cx="45720" cy="45720"/>
          </a:xfrm>
          <a:prstGeom prst="ellipse">
            <a:avLst/>
          </a:prstGeom>
          <a:solidFill>
            <a:srgbClr val="0F7B8A"/>
          </a:solidFill>
          <a:ln/>
        </p:spPr>
        <p:txBody>
          <a:bodyPr/>
          <a:lstStyle/>
          <a:p>
            <a:endParaRPr lang="en-US"/>
          </a:p>
        </p:txBody>
      </p:sp>
      <p:sp>
        <p:nvSpPr>
          <p:cNvPr id="318" name="Shape 316"/>
          <p:cNvSpPr/>
          <p:nvPr/>
        </p:nvSpPr>
        <p:spPr>
          <a:xfrm>
            <a:off x="10186035" y="3944729"/>
            <a:ext cx="45720" cy="45720"/>
          </a:xfrm>
          <a:prstGeom prst="ellipse">
            <a:avLst/>
          </a:prstGeom>
          <a:solidFill>
            <a:srgbClr val="0F7B8A"/>
          </a:solidFill>
          <a:ln/>
        </p:spPr>
        <p:txBody>
          <a:bodyPr/>
          <a:lstStyle/>
          <a:p>
            <a:endParaRPr lang="en-US"/>
          </a:p>
        </p:txBody>
      </p:sp>
      <p:sp>
        <p:nvSpPr>
          <p:cNvPr id="319" name="Shape 317"/>
          <p:cNvSpPr/>
          <p:nvPr/>
        </p:nvSpPr>
        <p:spPr>
          <a:xfrm>
            <a:off x="10186213" y="3908730"/>
            <a:ext cx="45720" cy="45720"/>
          </a:xfrm>
          <a:prstGeom prst="ellipse">
            <a:avLst/>
          </a:prstGeom>
          <a:solidFill>
            <a:srgbClr val="0F7B8A"/>
          </a:solidFill>
          <a:ln/>
        </p:spPr>
        <p:txBody>
          <a:bodyPr/>
          <a:lstStyle/>
          <a:p>
            <a:endParaRPr lang="en-US"/>
          </a:p>
        </p:txBody>
      </p:sp>
      <p:sp>
        <p:nvSpPr>
          <p:cNvPr id="320" name="Shape 318"/>
          <p:cNvSpPr/>
          <p:nvPr/>
        </p:nvSpPr>
        <p:spPr>
          <a:xfrm>
            <a:off x="10173709" y="3857882"/>
            <a:ext cx="45720" cy="45720"/>
          </a:xfrm>
          <a:prstGeom prst="ellipse">
            <a:avLst/>
          </a:prstGeom>
          <a:solidFill>
            <a:srgbClr val="0F7B8A"/>
          </a:solidFill>
          <a:ln/>
        </p:spPr>
        <p:txBody>
          <a:bodyPr/>
          <a:lstStyle/>
          <a:p>
            <a:endParaRPr lang="en-US"/>
          </a:p>
        </p:txBody>
      </p:sp>
      <p:sp>
        <p:nvSpPr>
          <p:cNvPr id="321" name="Shape 319"/>
          <p:cNvSpPr/>
          <p:nvPr/>
        </p:nvSpPr>
        <p:spPr>
          <a:xfrm>
            <a:off x="10187238" y="3755204"/>
            <a:ext cx="45720" cy="45720"/>
          </a:xfrm>
          <a:prstGeom prst="ellipse">
            <a:avLst/>
          </a:prstGeom>
          <a:solidFill>
            <a:srgbClr val="0F7B8A"/>
          </a:solidFill>
          <a:ln/>
        </p:spPr>
        <p:txBody>
          <a:bodyPr/>
          <a:lstStyle/>
          <a:p>
            <a:endParaRPr lang="en-US"/>
          </a:p>
        </p:txBody>
      </p:sp>
      <p:sp>
        <p:nvSpPr>
          <p:cNvPr id="322" name="Shape 320"/>
          <p:cNvSpPr/>
          <p:nvPr/>
        </p:nvSpPr>
        <p:spPr>
          <a:xfrm>
            <a:off x="10177571" y="3738377"/>
            <a:ext cx="45720" cy="45720"/>
          </a:xfrm>
          <a:prstGeom prst="ellipse">
            <a:avLst/>
          </a:prstGeom>
          <a:solidFill>
            <a:srgbClr val="0F7B8A"/>
          </a:solidFill>
          <a:ln/>
        </p:spPr>
        <p:txBody>
          <a:bodyPr/>
          <a:lstStyle/>
          <a:p>
            <a:endParaRPr lang="en-US"/>
          </a:p>
        </p:txBody>
      </p:sp>
      <p:sp>
        <p:nvSpPr>
          <p:cNvPr id="323" name="Shape 321"/>
          <p:cNvSpPr/>
          <p:nvPr/>
        </p:nvSpPr>
        <p:spPr>
          <a:xfrm>
            <a:off x="10183516" y="3671978"/>
            <a:ext cx="45720" cy="45720"/>
          </a:xfrm>
          <a:prstGeom prst="ellipse">
            <a:avLst/>
          </a:prstGeom>
          <a:solidFill>
            <a:srgbClr val="0F7B8A"/>
          </a:solidFill>
          <a:ln/>
        </p:spPr>
        <p:txBody>
          <a:bodyPr/>
          <a:lstStyle/>
          <a:p>
            <a:endParaRPr lang="en-US"/>
          </a:p>
        </p:txBody>
      </p:sp>
      <p:sp>
        <p:nvSpPr>
          <p:cNvPr id="324" name="Shape 322"/>
          <p:cNvSpPr/>
          <p:nvPr/>
        </p:nvSpPr>
        <p:spPr>
          <a:xfrm>
            <a:off x="10181430" y="3641265"/>
            <a:ext cx="45720" cy="45720"/>
          </a:xfrm>
          <a:prstGeom prst="ellipse">
            <a:avLst/>
          </a:prstGeom>
          <a:solidFill>
            <a:srgbClr val="0F7B8A"/>
          </a:solidFill>
          <a:ln/>
        </p:spPr>
        <p:txBody>
          <a:bodyPr/>
          <a:lstStyle/>
          <a:p>
            <a:endParaRPr lang="en-US"/>
          </a:p>
        </p:txBody>
      </p:sp>
      <p:sp>
        <p:nvSpPr>
          <p:cNvPr id="325" name="Shape 323"/>
          <p:cNvSpPr/>
          <p:nvPr/>
        </p:nvSpPr>
        <p:spPr>
          <a:xfrm>
            <a:off x="10197913" y="3583820"/>
            <a:ext cx="45720" cy="45720"/>
          </a:xfrm>
          <a:prstGeom prst="ellipse">
            <a:avLst/>
          </a:prstGeom>
          <a:solidFill>
            <a:srgbClr val="0F7B8A"/>
          </a:solidFill>
          <a:ln/>
        </p:spPr>
        <p:txBody>
          <a:bodyPr/>
          <a:lstStyle/>
          <a:p>
            <a:endParaRPr lang="en-US"/>
          </a:p>
        </p:txBody>
      </p:sp>
      <p:sp>
        <p:nvSpPr>
          <p:cNvPr id="326" name="Shape 324"/>
          <p:cNvSpPr/>
          <p:nvPr/>
        </p:nvSpPr>
        <p:spPr>
          <a:xfrm>
            <a:off x="10200076" y="3563151"/>
            <a:ext cx="45720" cy="45720"/>
          </a:xfrm>
          <a:prstGeom prst="ellipse">
            <a:avLst/>
          </a:prstGeom>
          <a:solidFill>
            <a:srgbClr val="0F7B8A"/>
          </a:solidFill>
          <a:ln/>
        </p:spPr>
        <p:txBody>
          <a:bodyPr/>
          <a:lstStyle/>
          <a:p>
            <a:endParaRPr lang="en-US"/>
          </a:p>
        </p:txBody>
      </p:sp>
      <p:sp>
        <p:nvSpPr>
          <p:cNvPr id="327" name="Shape 325"/>
          <p:cNvSpPr/>
          <p:nvPr/>
        </p:nvSpPr>
        <p:spPr>
          <a:xfrm>
            <a:off x="10183888" y="3480479"/>
            <a:ext cx="45720" cy="45720"/>
          </a:xfrm>
          <a:prstGeom prst="ellipse">
            <a:avLst/>
          </a:prstGeom>
          <a:solidFill>
            <a:srgbClr val="0F7B8A"/>
          </a:solidFill>
          <a:ln/>
        </p:spPr>
        <p:txBody>
          <a:bodyPr/>
          <a:lstStyle/>
          <a:p>
            <a:endParaRPr lang="en-US"/>
          </a:p>
        </p:txBody>
      </p:sp>
      <p:sp>
        <p:nvSpPr>
          <p:cNvPr id="328" name="Shape 326"/>
          <p:cNvSpPr/>
          <p:nvPr/>
        </p:nvSpPr>
        <p:spPr>
          <a:xfrm>
            <a:off x="10199627" y="3462178"/>
            <a:ext cx="45720" cy="45720"/>
          </a:xfrm>
          <a:prstGeom prst="ellipse">
            <a:avLst/>
          </a:prstGeom>
          <a:solidFill>
            <a:srgbClr val="0F7B8A"/>
          </a:solidFill>
          <a:ln/>
        </p:spPr>
        <p:txBody>
          <a:bodyPr/>
          <a:lstStyle/>
          <a:p>
            <a:endParaRPr lang="en-US"/>
          </a:p>
        </p:txBody>
      </p:sp>
      <p:sp>
        <p:nvSpPr>
          <p:cNvPr id="329" name="Shape 327"/>
          <p:cNvSpPr/>
          <p:nvPr/>
        </p:nvSpPr>
        <p:spPr>
          <a:xfrm>
            <a:off x="10196963" y="3406681"/>
            <a:ext cx="45720" cy="45720"/>
          </a:xfrm>
          <a:prstGeom prst="ellipse">
            <a:avLst/>
          </a:prstGeom>
          <a:solidFill>
            <a:srgbClr val="0F7B8A"/>
          </a:solidFill>
          <a:ln/>
        </p:spPr>
        <p:txBody>
          <a:bodyPr/>
          <a:lstStyle/>
          <a:p>
            <a:endParaRPr lang="en-US"/>
          </a:p>
        </p:txBody>
      </p:sp>
      <p:sp>
        <p:nvSpPr>
          <p:cNvPr id="330" name="Shape 328"/>
          <p:cNvSpPr/>
          <p:nvPr/>
        </p:nvSpPr>
        <p:spPr>
          <a:xfrm>
            <a:off x="9762042" y="4939668"/>
            <a:ext cx="45720" cy="45720"/>
          </a:xfrm>
          <a:prstGeom prst="ellipse">
            <a:avLst/>
          </a:prstGeom>
          <a:solidFill>
            <a:srgbClr val="0F7B8A"/>
          </a:solidFill>
          <a:ln/>
        </p:spPr>
        <p:txBody>
          <a:bodyPr/>
          <a:lstStyle/>
          <a:p>
            <a:endParaRPr lang="en-US"/>
          </a:p>
        </p:txBody>
      </p:sp>
      <p:sp>
        <p:nvSpPr>
          <p:cNvPr id="331" name="Shape 329"/>
          <p:cNvSpPr/>
          <p:nvPr/>
        </p:nvSpPr>
        <p:spPr>
          <a:xfrm>
            <a:off x="9788100" y="4927024"/>
            <a:ext cx="45720" cy="45720"/>
          </a:xfrm>
          <a:prstGeom prst="ellipse">
            <a:avLst/>
          </a:prstGeom>
          <a:solidFill>
            <a:srgbClr val="0F7B8A"/>
          </a:solidFill>
          <a:ln/>
        </p:spPr>
        <p:txBody>
          <a:bodyPr/>
          <a:lstStyle/>
          <a:p>
            <a:endParaRPr lang="en-US"/>
          </a:p>
        </p:txBody>
      </p:sp>
      <p:sp>
        <p:nvSpPr>
          <p:cNvPr id="332" name="Shape 330"/>
          <p:cNvSpPr/>
          <p:nvPr/>
        </p:nvSpPr>
        <p:spPr>
          <a:xfrm>
            <a:off x="9801119" y="4897416"/>
            <a:ext cx="45720" cy="45720"/>
          </a:xfrm>
          <a:prstGeom prst="ellipse">
            <a:avLst/>
          </a:prstGeom>
          <a:solidFill>
            <a:srgbClr val="0F7B8A"/>
          </a:solidFill>
          <a:ln/>
        </p:spPr>
        <p:txBody>
          <a:bodyPr/>
          <a:lstStyle/>
          <a:p>
            <a:endParaRPr lang="en-US"/>
          </a:p>
        </p:txBody>
      </p:sp>
      <p:sp>
        <p:nvSpPr>
          <p:cNvPr id="333" name="Shape 331"/>
          <p:cNvSpPr/>
          <p:nvPr/>
        </p:nvSpPr>
        <p:spPr>
          <a:xfrm>
            <a:off x="9825222" y="4859953"/>
            <a:ext cx="45720" cy="45720"/>
          </a:xfrm>
          <a:prstGeom prst="ellipse">
            <a:avLst/>
          </a:prstGeom>
          <a:solidFill>
            <a:srgbClr val="0F7B8A"/>
          </a:solidFill>
          <a:ln/>
        </p:spPr>
        <p:txBody>
          <a:bodyPr/>
          <a:lstStyle/>
          <a:p>
            <a:endParaRPr lang="en-US"/>
          </a:p>
        </p:txBody>
      </p:sp>
      <p:sp>
        <p:nvSpPr>
          <p:cNvPr id="334" name="Shape 332"/>
          <p:cNvSpPr/>
          <p:nvPr/>
        </p:nvSpPr>
        <p:spPr>
          <a:xfrm>
            <a:off x="9842120" y="4835356"/>
            <a:ext cx="45720" cy="45720"/>
          </a:xfrm>
          <a:prstGeom prst="ellipse">
            <a:avLst/>
          </a:prstGeom>
          <a:solidFill>
            <a:srgbClr val="0F7B8A"/>
          </a:solidFill>
          <a:ln/>
        </p:spPr>
        <p:txBody>
          <a:bodyPr/>
          <a:lstStyle/>
          <a:p>
            <a:endParaRPr lang="en-US"/>
          </a:p>
        </p:txBody>
      </p:sp>
      <p:sp>
        <p:nvSpPr>
          <p:cNvPr id="335" name="Shape 333"/>
          <p:cNvSpPr/>
          <p:nvPr/>
        </p:nvSpPr>
        <p:spPr>
          <a:xfrm>
            <a:off x="9846526" y="4831377"/>
            <a:ext cx="45720" cy="45720"/>
          </a:xfrm>
          <a:prstGeom prst="ellipse">
            <a:avLst/>
          </a:prstGeom>
          <a:solidFill>
            <a:srgbClr val="0F7B8A"/>
          </a:solidFill>
          <a:ln/>
        </p:spPr>
        <p:txBody>
          <a:bodyPr/>
          <a:lstStyle/>
          <a:p>
            <a:endParaRPr lang="en-US"/>
          </a:p>
        </p:txBody>
      </p:sp>
      <p:sp>
        <p:nvSpPr>
          <p:cNvPr id="336" name="Shape 334"/>
          <p:cNvSpPr/>
          <p:nvPr/>
        </p:nvSpPr>
        <p:spPr>
          <a:xfrm>
            <a:off x="9873826" y="4793705"/>
            <a:ext cx="45720" cy="45720"/>
          </a:xfrm>
          <a:prstGeom prst="ellipse">
            <a:avLst/>
          </a:prstGeom>
          <a:solidFill>
            <a:srgbClr val="0F7B8A"/>
          </a:solidFill>
          <a:ln/>
        </p:spPr>
        <p:txBody>
          <a:bodyPr/>
          <a:lstStyle/>
          <a:p>
            <a:endParaRPr lang="en-US"/>
          </a:p>
        </p:txBody>
      </p:sp>
      <p:sp>
        <p:nvSpPr>
          <p:cNvPr id="337" name="Shape 335"/>
          <p:cNvSpPr/>
          <p:nvPr/>
        </p:nvSpPr>
        <p:spPr>
          <a:xfrm>
            <a:off x="9885952" y="4801015"/>
            <a:ext cx="45720" cy="45720"/>
          </a:xfrm>
          <a:prstGeom prst="ellipse">
            <a:avLst/>
          </a:prstGeom>
          <a:solidFill>
            <a:srgbClr val="0F7B8A"/>
          </a:solidFill>
          <a:ln/>
        </p:spPr>
        <p:txBody>
          <a:bodyPr/>
          <a:lstStyle/>
          <a:p>
            <a:endParaRPr lang="en-US"/>
          </a:p>
        </p:txBody>
      </p:sp>
      <p:sp>
        <p:nvSpPr>
          <p:cNvPr id="338" name="Shape 336"/>
          <p:cNvSpPr/>
          <p:nvPr/>
        </p:nvSpPr>
        <p:spPr>
          <a:xfrm>
            <a:off x="9909107" y="4767793"/>
            <a:ext cx="45720" cy="45720"/>
          </a:xfrm>
          <a:prstGeom prst="ellipse">
            <a:avLst/>
          </a:prstGeom>
          <a:solidFill>
            <a:srgbClr val="0F7B8A"/>
          </a:solidFill>
          <a:ln/>
        </p:spPr>
        <p:txBody>
          <a:bodyPr/>
          <a:lstStyle/>
          <a:p>
            <a:endParaRPr lang="en-US"/>
          </a:p>
        </p:txBody>
      </p:sp>
      <p:sp>
        <p:nvSpPr>
          <p:cNvPr id="339" name="Shape 337"/>
          <p:cNvSpPr/>
          <p:nvPr/>
        </p:nvSpPr>
        <p:spPr>
          <a:xfrm>
            <a:off x="9944839" y="4730080"/>
            <a:ext cx="45720" cy="45720"/>
          </a:xfrm>
          <a:prstGeom prst="ellipse">
            <a:avLst/>
          </a:prstGeom>
          <a:solidFill>
            <a:srgbClr val="0F7B8A"/>
          </a:solidFill>
          <a:ln/>
        </p:spPr>
        <p:txBody>
          <a:bodyPr/>
          <a:lstStyle/>
          <a:p>
            <a:endParaRPr lang="en-US"/>
          </a:p>
        </p:txBody>
      </p:sp>
      <p:sp>
        <p:nvSpPr>
          <p:cNvPr id="340" name="Shape 338"/>
          <p:cNvSpPr/>
          <p:nvPr/>
        </p:nvSpPr>
        <p:spPr>
          <a:xfrm>
            <a:off x="9950232" y="4715023"/>
            <a:ext cx="45720" cy="45720"/>
          </a:xfrm>
          <a:prstGeom prst="ellipse">
            <a:avLst/>
          </a:prstGeom>
          <a:solidFill>
            <a:srgbClr val="0F7B8A"/>
          </a:solidFill>
          <a:ln/>
        </p:spPr>
        <p:txBody>
          <a:bodyPr/>
          <a:lstStyle/>
          <a:p>
            <a:endParaRPr lang="en-US"/>
          </a:p>
        </p:txBody>
      </p:sp>
      <p:sp>
        <p:nvSpPr>
          <p:cNvPr id="341" name="Shape 339"/>
          <p:cNvSpPr/>
          <p:nvPr/>
        </p:nvSpPr>
        <p:spPr>
          <a:xfrm>
            <a:off x="9987831" y="4702912"/>
            <a:ext cx="45720" cy="45720"/>
          </a:xfrm>
          <a:prstGeom prst="ellipse">
            <a:avLst/>
          </a:prstGeom>
          <a:solidFill>
            <a:srgbClr val="0F7B8A"/>
          </a:solidFill>
          <a:ln/>
        </p:spPr>
        <p:txBody>
          <a:bodyPr/>
          <a:lstStyle/>
          <a:p>
            <a:endParaRPr lang="en-US"/>
          </a:p>
        </p:txBody>
      </p:sp>
      <p:sp>
        <p:nvSpPr>
          <p:cNvPr id="342" name="Shape 340"/>
          <p:cNvSpPr/>
          <p:nvPr/>
        </p:nvSpPr>
        <p:spPr>
          <a:xfrm>
            <a:off x="10018145" y="4665359"/>
            <a:ext cx="45720" cy="45720"/>
          </a:xfrm>
          <a:prstGeom prst="ellipse">
            <a:avLst/>
          </a:prstGeom>
          <a:solidFill>
            <a:srgbClr val="0F7B8A"/>
          </a:solidFill>
          <a:ln/>
        </p:spPr>
        <p:txBody>
          <a:bodyPr/>
          <a:lstStyle/>
          <a:p>
            <a:endParaRPr lang="en-US"/>
          </a:p>
        </p:txBody>
      </p:sp>
      <p:sp>
        <p:nvSpPr>
          <p:cNvPr id="343" name="Shape 341"/>
          <p:cNvSpPr/>
          <p:nvPr/>
        </p:nvSpPr>
        <p:spPr>
          <a:xfrm>
            <a:off x="10016035" y="4656253"/>
            <a:ext cx="45720" cy="45720"/>
          </a:xfrm>
          <a:prstGeom prst="ellipse">
            <a:avLst/>
          </a:prstGeom>
          <a:solidFill>
            <a:srgbClr val="0F7B8A"/>
          </a:solidFill>
          <a:ln/>
        </p:spPr>
        <p:txBody>
          <a:bodyPr/>
          <a:lstStyle/>
          <a:p>
            <a:endParaRPr lang="en-US"/>
          </a:p>
        </p:txBody>
      </p:sp>
      <p:sp>
        <p:nvSpPr>
          <p:cNvPr id="344" name="Shape 342"/>
          <p:cNvSpPr/>
          <p:nvPr/>
        </p:nvSpPr>
        <p:spPr>
          <a:xfrm>
            <a:off x="10043058" y="4624932"/>
            <a:ext cx="45720" cy="45720"/>
          </a:xfrm>
          <a:prstGeom prst="ellipse">
            <a:avLst/>
          </a:prstGeom>
          <a:solidFill>
            <a:srgbClr val="0F7B8A"/>
          </a:solidFill>
          <a:ln/>
        </p:spPr>
        <p:txBody>
          <a:bodyPr/>
          <a:lstStyle/>
          <a:p>
            <a:endParaRPr lang="en-US"/>
          </a:p>
        </p:txBody>
      </p:sp>
      <p:sp>
        <p:nvSpPr>
          <p:cNvPr id="345" name="Shape 343"/>
          <p:cNvSpPr/>
          <p:nvPr/>
        </p:nvSpPr>
        <p:spPr>
          <a:xfrm>
            <a:off x="10048346" y="4607185"/>
            <a:ext cx="45720" cy="45720"/>
          </a:xfrm>
          <a:prstGeom prst="ellipse">
            <a:avLst/>
          </a:prstGeom>
          <a:solidFill>
            <a:srgbClr val="0F7B8A"/>
          </a:solidFill>
          <a:ln/>
        </p:spPr>
        <p:txBody>
          <a:bodyPr/>
          <a:lstStyle/>
          <a:p>
            <a:endParaRPr lang="en-US"/>
          </a:p>
        </p:txBody>
      </p:sp>
      <p:sp>
        <p:nvSpPr>
          <p:cNvPr id="346" name="Shape 344"/>
          <p:cNvSpPr/>
          <p:nvPr/>
        </p:nvSpPr>
        <p:spPr>
          <a:xfrm>
            <a:off x="10076606" y="4585233"/>
            <a:ext cx="45720" cy="45720"/>
          </a:xfrm>
          <a:prstGeom prst="ellipse">
            <a:avLst/>
          </a:prstGeom>
          <a:solidFill>
            <a:srgbClr val="0F7B8A"/>
          </a:solidFill>
          <a:ln/>
        </p:spPr>
        <p:txBody>
          <a:bodyPr/>
          <a:lstStyle/>
          <a:p>
            <a:endParaRPr lang="en-US"/>
          </a:p>
        </p:txBody>
      </p:sp>
      <p:sp>
        <p:nvSpPr>
          <p:cNvPr id="347" name="Shape 345"/>
          <p:cNvSpPr/>
          <p:nvPr/>
        </p:nvSpPr>
        <p:spPr>
          <a:xfrm>
            <a:off x="10091542" y="4537124"/>
            <a:ext cx="45720" cy="45720"/>
          </a:xfrm>
          <a:prstGeom prst="ellipse">
            <a:avLst/>
          </a:prstGeom>
          <a:solidFill>
            <a:srgbClr val="0F7B8A"/>
          </a:solidFill>
          <a:ln/>
        </p:spPr>
        <p:txBody>
          <a:bodyPr/>
          <a:lstStyle/>
          <a:p>
            <a:endParaRPr lang="en-US"/>
          </a:p>
        </p:txBody>
      </p:sp>
      <p:sp>
        <p:nvSpPr>
          <p:cNvPr id="348" name="Shape 346"/>
          <p:cNvSpPr/>
          <p:nvPr/>
        </p:nvSpPr>
        <p:spPr>
          <a:xfrm>
            <a:off x="10115541" y="4519982"/>
            <a:ext cx="45720" cy="45720"/>
          </a:xfrm>
          <a:prstGeom prst="ellipse">
            <a:avLst/>
          </a:prstGeom>
          <a:solidFill>
            <a:srgbClr val="0F7B8A"/>
          </a:solidFill>
          <a:ln/>
        </p:spPr>
        <p:txBody>
          <a:bodyPr/>
          <a:lstStyle/>
          <a:p>
            <a:endParaRPr lang="en-US"/>
          </a:p>
        </p:txBody>
      </p:sp>
      <p:sp>
        <p:nvSpPr>
          <p:cNvPr id="349" name="Shape 347"/>
          <p:cNvSpPr/>
          <p:nvPr/>
        </p:nvSpPr>
        <p:spPr>
          <a:xfrm>
            <a:off x="10126893" y="4496289"/>
            <a:ext cx="45720" cy="45720"/>
          </a:xfrm>
          <a:prstGeom prst="ellipse">
            <a:avLst/>
          </a:prstGeom>
          <a:solidFill>
            <a:srgbClr val="0F7B8A"/>
          </a:solidFill>
          <a:ln/>
        </p:spPr>
        <p:txBody>
          <a:bodyPr/>
          <a:lstStyle/>
          <a:p>
            <a:endParaRPr lang="en-US"/>
          </a:p>
        </p:txBody>
      </p:sp>
      <p:sp>
        <p:nvSpPr>
          <p:cNvPr id="350" name="Shape 348"/>
          <p:cNvSpPr/>
          <p:nvPr/>
        </p:nvSpPr>
        <p:spPr>
          <a:xfrm>
            <a:off x="10175324" y="4465621"/>
            <a:ext cx="45720" cy="45720"/>
          </a:xfrm>
          <a:prstGeom prst="ellipse">
            <a:avLst/>
          </a:prstGeom>
          <a:solidFill>
            <a:srgbClr val="0F7B8A"/>
          </a:solidFill>
          <a:ln/>
        </p:spPr>
        <p:txBody>
          <a:bodyPr/>
          <a:lstStyle/>
          <a:p>
            <a:endParaRPr lang="en-US"/>
          </a:p>
        </p:txBody>
      </p:sp>
      <p:sp>
        <p:nvSpPr>
          <p:cNvPr id="351" name="Shape 349"/>
          <p:cNvSpPr/>
          <p:nvPr/>
        </p:nvSpPr>
        <p:spPr>
          <a:xfrm>
            <a:off x="10192136" y="4439279"/>
            <a:ext cx="45720" cy="45720"/>
          </a:xfrm>
          <a:prstGeom prst="ellipse">
            <a:avLst/>
          </a:prstGeom>
          <a:solidFill>
            <a:srgbClr val="0F7B8A"/>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3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3D Sensing Is Powerful — But Expensive</a:t>
            </a:r>
            <a:endParaRPr lang="en-US" sz="3800" dirty="0"/>
          </a:p>
        </p:txBody>
      </p:sp>
      <p:sp>
        <p:nvSpPr>
          <p:cNvPr id="5" name="Shape 3"/>
          <p:cNvSpPr/>
          <p:nvPr/>
        </p:nvSpPr>
        <p:spPr>
          <a:xfrm>
            <a:off x="548640" y="1463040"/>
            <a:ext cx="5212080" cy="3611880"/>
          </a:xfrm>
          <a:prstGeom prst="roundRect">
            <a:avLst>
              <a:gd name="adj" fmla="val 3544"/>
            </a:avLst>
          </a:prstGeom>
          <a:solidFill>
            <a:srgbClr val="EEF2F6"/>
          </a:solidFill>
          <a:ln/>
        </p:spPr>
        <p:txBody>
          <a:bodyPr/>
          <a:lstStyle/>
          <a:p>
            <a:endParaRPr lang="en-US"/>
          </a:p>
        </p:txBody>
      </p:sp>
      <p:sp>
        <p:nvSpPr>
          <p:cNvPr id="6" name="Shape 4"/>
          <p:cNvSpPr/>
          <p:nvPr/>
        </p:nvSpPr>
        <p:spPr>
          <a:xfrm>
            <a:off x="6428232" y="1463040"/>
            <a:ext cx="5212080" cy="3611880"/>
          </a:xfrm>
          <a:prstGeom prst="roundRect">
            <a:avLst>
              <a:gd name="adj" fmla="val 3544"/>
            </a:avLst>
          </a:prstGeom>
          <a:solidFill>
            <a:srgbClr val="FFFFFF"/>
          </a:solidFill>
          <a:ln w="31750">
            <a:solidFill>
              <a:srgbClr val="0F7B8A"/>
            </a:solidFill>
            <a:prstDash val="solid"/>
          </a:ln>
        </p:spPr>
        <p:txBody>
          <a:bodyPr/>
          <a:lstStyle/>
          <a:p>
            <a:endParaRPr lang="en-US"/>
          </a:p>
        </p:txBody>
      </p:sp>
      <p:sp>
        <p:nvSpPr>
          <p:cNvPr id="7" name="Shape 5"/>
          <p:cNvSpPr/>
          <p:nvPr/>
        </p:nvSpPr>
        <p:spPr>
          <a:xfrm>
            <a:off x="2743200" y="1691640"/>
            <a:ext cx="822960" cy="201168"/>
          </a:xfrm>
          <a:prstGeom prst="roundRect">
            <a:avLst>
              <a:gd name="adj" fmla="val 45455"/>
            </a:avLst>
          </a:prstGeom>
          <a:solidFill>
            <a:srgbClr val="2B4468"/>
          </a:solidFill>
          <a:ln/>
        </p:spPr>
        <p:txBody>
          <a:bodyPr/>
          <a:lstStyle/>
          <a:p>
            <a:endParaRPr lang="en-US"/>
          </a:p>
        </p:txBody>
      </p:sp>
      <p:sp>
        <p:nvSpPr>
          <p:cNvPr id="8" name="Shape 6"/>
          <p:cNvSpPr/>
          <p:nvPr/>
        </p:nvSpPr>
        <p:spPr>
          <a:xfrm>
            <a:off x="2697480" y="1892808"/>
            <a:ext cx="914400" cy="640080"/>
          </a:xfrm>
          <a:prstGeom prst="rect">
            <a:avLst/>
          </a:prstGeom>
          <a:solidFill>
            <a:srgbClr val="0B1F3A"/>
          </a:solidFill>
          <a:ln/>
        </p:spPr>
        <p:txBody>
          <a:bodyPr/>
          <a:lstStyle/>
          <a:p>
            <a:endParaRPr lang="en-US"/>
          </a:p>
        </p:txBody>
      </p:sp>
      <p:sp>
        <p:nvSpPr>
          <p:cNvPr id="9" name="Shape 7"/>
          <p:cNvSpPr/>
          <p:nvPr/>
        </p:nvSpPr>
        <p:spPr>
          <a:xfrm>
            <a:off x="2697480" y="2130552"/>
            <a:ext cx="914400" cy="91440"/>
          </a:xfrm>
          <a:prstGeom prst="rect">
            <a:avLst/>
          </a:prstGeom>
          <a:solidFill>
            <a:srgbClr val="0F7B8A"/>
          </a:solidFill>
          <a:ln/>
        </p:spPr>
        <p:txBody>
          <a:bodyPr/>
          <a:lstStyle/>
          <a:p>
            <a:endParaRPr lang="en-US"/>
          </a:p>
        </p:txBody>
      </p:sp>
      <p:sp>
        <p:nvSpPr>
          <p:cNvPr id="10" name="Shape 8"/>
          <p:cNvSpPr/>
          <p:nvPr/>
        </p:nvSpPr>
        <p:spPr>
          <a:xfrm>
            <a:off x="2926080" y="2532888"/>
            <a:ext cx="457200" cy="137160"/>
          </a:xfrm>
          <a:prstGeom prst="rect">
            <a:avLst/>
          </a:prstGeom>
          <a:solidFill>
            <a:srgbClr val="2B4468"/>
          </a:solidFill>
          <a:ln/>
        </p:spPr>
        <p:txBody>
          <a:bodyPr/>
          <a:lstStyle/>
          <a:p>
            <a:endParaRPr lang="en-US"/>
          </a:p>
        </p:txBody>
      </p:sp>
      <p:sp>
        <p:nvSpPr>
          <p:cNvPr id="11" name="Shape 9"/>
          <p:cNvSpPr/>
          <p:nvPr/>
        </p:nvSpPr>
        <p:spPr>
          <a:xfrm>
            <a:off x="2560320" y="2670048"/>
            <a:ext cx="1188720" cy="91440"/>
          </a:xfrm>
          <a:prstGeom prst="rect">
            <a:avLst/>
          </a:prstGeom>
          <a:solidFill>
            <a:srgbClr val="2B4468"/>
          </a:solidFill>
          <a:ln/>
        </p:spPr>
        <p:txBody>
          <a:bodyPr/>
          <a:lstStyle/>
          <a:p>
            <a:endParaRPr lang="en-US"/>
          </a:p>
        </p:txBody>
      </p:sp>
      <p:sp>
        <p:nvSpPr>
          <p:cNvPr id="12" name="Shape 10"/>
          <p:cNvSpPr/>
          <p:nvPr/>
        </p:nvSpPr>
        <p:spPr>
          <a:xfrm>
            <a:off x="8778240" y="2148840"/>
            <a:ext cx="1371600" cy="548640"/>
          </a:xfrm>
          <a:prstGeom prst="roundRect">
            <a:avLst>
              <a:gd name="adj" fmla="val 10000"/>
            </a:avLst>
          </a:prstGeom>
          <a:solidFill>
            <a:srgbClr val="0F7B8A"/>
          </a:solidFill>
          <a:ln/>
        </p:spPr>
        <p:txBody>
          <a:bodyPr/>
          <a:lstStyle/>
          <a:p>
            <a:endParaRPr lang="en-US"/>
          </a:p>
        </p:txBody>
      </p:sp>
      <p:sp>
        <p:nvSpPr>
          <p:cNvPr id="13" name="Shape 11"/>
          <p:cNvSpPr/>
          <p:nvPr/>
        </p:nvSpPr>
        <p:spPr>
          <a:xfrm>
            <a:off x="9326880" y="1828800"/>
            <a:ext cx="256032" cy="320040"/>
          </a:xfrm>
          <a:prstGeom prst="rect">
            <a:avLst/>
          </a:prstGeom>
          <a:solidFill>
            <a:srgbClr val="0B1F3A"/>
          </a:solidFill>
          <a:ln/>
        </p:spPr>
        <p:txBody>
          <a:bodyPr/>
          <a:lstStyle/>
          <a:p>
            <a:endParaRPr lang="en-US"/>
          </a:p>
        </p:txBody>
      </p:sp>
      <p:sp>
        <p:nvSpPr>
          <p:cNvPr id="14" name="Shape 12"/>
          <p:cNvSpPr/>
          <p:nvPr/>
        </p:nvSpPr>
        <p:spPr>
          <a:xfrm>
            <a:off x="9390888" y="1874520"/>
            <a:ext cx="128016" cy="128016"/>
          </a:xfrm>
          <a:prstGeom prst="ellipse">
            <a:avLst/>
          </a:prstGeom>
          <a:solidFill>
            <a:srgbClr val="FFFFFF"/>
          </a:solidFill>
          <a:ln/>
        </p:spPr>
        <p:txBody>
          <a:bodyPr/>
          <a:lstStyle/>
          <a:p>
            <a:endParaRPr lang="en-US"/>
          </a:p>
        </p:txBody>
      </p:sp>
      <p:sp>
        <p:nvSpPr>
          <p:cNvPr id="15" name="Shape 13"/>
          <p:cNvSpPr/>
          <p:nvPr/>
        </p:nvSpPr>
        <p:spPr>
          <a:xfrm>
            <a:off x="8915400" y="2286000"/>
            <a:ext cx="320040" cy="274320"/>
          </a:xfrm>
          <a:prstGeom prst="rect">
            <a:avLst/>
          </a:prstGeom>
          <a:solidFill>
            <a:srgbClr val="CFE9ED"/>
          </a:solidFill>
          <a:ln/>
        </p:spPr>
        <p:txBody>
          <a:bodyPr/>
          <a:lstStyle/>
          <a:p>
            <a:endParaRPr lang="en-US"/>
          </a:p>
        </p:txBody>
      </p:sp>
      <p:sp>
        <p:nvSpPr>
          <p:cNvPr id="16" name="Text 14"/>
          <p:cNvSpPr txBox="1"/>
          <p:nvPr/>
        </p:nvSpPr>
        <p:spPr>
          <a:xfrm>
            <a:off x="548640" y="2834640"/>
            <a:ext cx="5212080" cy="1325880"/>
          </a:xfrm>
          <a:prstGeom prst="rect">
            <a:avLst/>
          </a:prstGeom>
          <a:noFill/>
          <a:ln/>
        </p:spPr>
        <p:txBody>
          <a:bodyPr wrap="square" lIns="0" tIns="0" rIns="0" bIns="0" rtlCol="0" anchor="ctr"/>
          <a:lstStyle/>
          <a:p>
            <a:pPr marL="0" indent="0" algn="ctr">
              <a:buNone/>
            </a:pPr>
            <a:r>
              <a:rPr lang="en-US" sz="8800" b="1" dirty="0">
                <a:solidFill>
                  <a:srgbClr val="1B2A3D"/>
                </a:solidFill>
              </a:rPr>
              <a:t>$500+</a:t>
            </a:r>
            <a:endParaRPr lang="en-US" sz="8800" dirty="0"/>
          </a:p>
        </p:txBody>
      </p:sp>
      <p:sp>
        <p:nvSpPr>
          <p:cNvPr id="17" name="Text 15"/>
          <p:cNvSpPr txBox="1"/>
          <p:nvPr/>
        </p:nvSpPr>
        <p:spPr>
          <a:xfrm>
            <a:off x="548640" y="4206240"/>
            <a:ext cx="5212080" cy="457200"/>
          </a:xfrm>
          <a:prstGeom prst="rect">
            <a:avLst/>
          </a:prstGeom>
          <a:noFill/>
          <a:ln/>
        </p:spPr>
        <p:txBody>
          <a:bodyPr wrap="square" lIns="0" tIns="0" rIns="0" bIns="0" rtlCol="0" anchor="t"/>
          <a:lstStyle/>
          <a:p>
            <a:pPr marL="0" indent="0" algn="ctr">
              <a:buNone/>
            </a:pPr>
            <a:r>
              <a:rPr lang="en-US" sz="2200" b="1" dirty="0">
                <a:solidFill>
                  <a:srgbClr val="5B6B7F"/>
                </a:solidFill>
              </a:rPr>
              <a:t>Commercial LiDAR</a:t>
            </a:r>
            <a:endParaRPr lang="en-US" sz="2200" dirty="0"/>
          </a:p>
        </p:txBody>
      </p:sp>
      <p:sp>
        <p:nvSpPr>
          <p:cNvPr id="18" name="Text 16"/>
          <p:cNvSpPr txBox="1"/>
          <p:nvPr/>
        </p:nvSpPr>
        <p:spPr>
          <a:xfrm>
            <a:off x="6428232" y="2834640"/>
            <a:ext cx="5212080" cy="1325880"/>
          </a:xfrm>
          <a:prstGeom prst="rect">
            <a:avLst/>
          </a:prstGeom>
          <a:noFill/>
          <a:ln/>
        </p:spPr>
        <p:txBody>
          <a:bodyPr wrap="square" lIns="0" tIns="0" rIns="0" bIns="0" rtlCol="0" anchor="ctr"/>
          <a:lstStyle/>
          <a:p>
            <a:pPr marL="0" indent="0" algn="ctr">
              <a:buNone/>
            </a:pPr>
            <a:r>
              <a:rPr lang="en-US" sz="8800" b="1" dirty="0">
                <a:solidFill>
                  <a:srgbClr val="0F7B8A"/>
                </a:solidFill>
              </a:rPr>
              <a:t>~$25</a:t>
            </a:r>
            <a:endParaRPr lang="en-US" sz="8800" dirty="0"/>
          </a:p>
        </p:txBody>
      </p:sp>
      <p:sp>
        <p:nvSpPr>
          <p:cNvPr id="19" name="Text 17"/>
          <p:cNvSpPr txBox="1"/>
          <p:nvPr/>
        </p:nvSpPr>
        <p:spPr>
          <a:xfrm>
            <a:off x="6428232" y="4206240"/>
            <a:ext cx="5212080" cy="457200"/>
          </a:xfrm>
          <a:prstGeom prst="rect">
            <a:avLst/>
          </a:prstGeom>
          <a:noFill/>
          <a:ln/>
        </p:spPr>
        <p:txBody>
          <a:bodyPr wrap="square" lIns="0" tIns="0" rIns="0" bIns="0" rtlCol="0" anchor="t"/>
          <a:lstStyle/>
          <a:p>
            <a:pPr marL="0" indent="0" algn="ctr">
              <a:buNone/>
            </a:pPr>
            <a:r>
              <a:rPr lang="en-US" sz="2200" b="1" dirty="0">
                <a:solidFill>
                  <a:srgbClr val="0F7B8A"/>
                </a:solidFill>
              </a:rPr>
              <a:t>Our target</a:t>
            </a:r>
            <a:endParaRPr lang="en-US" sz="2200" dirty="0"/>
          </a:p>
        </p:txBody>
      </p:sp>
      <p:sp>
        <p:nvSpPr>
          <p:cNvPr id="20" name="Shape 18"/>
          <p:cNvSpPr/>
          <p:nvPr/>
        </p:nvSpPr>
        <p:spPr>
          <a:xfrm>
            <a:off x="5870448" y="3456432"/>
            <a:ext cx="457200" cy="0"/>
          </a:xfrm>
          <a:prstGeom prst="line">
            <a:avLst/>
          </a:prstGeom>
          <a:noFill/>
          <a:ln w="38100">
            <a:solidFill>
              <a:srgbClr val="0B1F3A"/>
            </a:solidFill>
            <a:prstDash val="solid"/>
            <a:tailEnd type="triangle"/>
          </a:ln>
        </p:spPr>
        <p:txBody>
          <a:bodyPr/>
          <a:lstStyle/>
          <a:p>
            <a:endParaRPr lang="en-US"/>
          </a:p>
        </p:txBody>
      </p:sp>
      <p:sp>
        <p:nvSpPr>
          <p:cNvPr id="21" name="Text 19"/>
          <p:cNvSpPr txBox="1"/>
          <p:nvPr/>
        </p:nvSpPr>
        <p:spPr>
          <a:xfrm>
            <a:off x="548640" y="5394960"/>
            <a:ext cx="11064240" cy="777240"/>
          </a:xfrm>
          <a:prstGeom prst="rect">
            <a:avLst/>
          </a:prstGeom>
          <a:noFill/>
          <a:ln/>
        </p:spPr>
        <p:txBody>
          <a:bodyPr wrap="square" lIns="0" tIns="0" rIns="0" bIns="0" rtlCol="0" anchor="t"/>
          <a:lstStyle/>
          <a:p>
            <a:pPr marL="0" indent="0" algn="ctr">
              <a:buNone/>
            </a:pPr>
            <a:r>
              <a:rPr lang="en-US" sz="2000" dirty="0">
                <a:solidFill>
                  <a:srgbClr val="5B6B7F"/>
                </a:solidFill>
              </a:rPr>
              <a:t>High performance is expensive.</a:t>
            </a:r>
            <a:endParaRPr lang="en-US" sz="2000" dirty="0"/>
          </a:p>
          <a:p>
            <a:pPr marL="0" indent="0" algn="ctr">
              <a:buNone/>
            </a:pPr>
            <a:r>
              <a:rPr lang="en-US" sz="2000" dirty="0">
                <a:solidFill>
                  <a:srgbClr val="5B6B7F"/>
                </a:solidFill>
              </a:rPr>
              <a:t>Low cost often means lower accuracy.</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4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Why Time-of-Flight?</a:t>
            </a:r>
            <a:endParaRPr lang="en-US" sz="3800" dirty="0"/>
          </a:p>
        </p:txBody>
      </p:sp>
      <p:sp>
        <p:nvSpPr>
          <p:cNvPr id="5" name="Shape 3"/>
          <p:cNvSpPr/>
          <p:nvPr/>
        </p:nvSpPr>
        <p:spPr>
          <a:xfrm>
            <a:off x="548640" y="1554480"/>
            <a:ext cx="3474720" cy="4023360"/>
          </a:xfrm>
          <a:prstGeom prst="roundRect">
            <a:avLst>
              <a:gd name="adj" fmla="val 3684"/>
            </a:avLst>
          </a:prstGeom>
          <a:solidFill>
            <a:srgbClr val="EEF2F6"/>
          </a:solidFill>
          <a:ln/>
        </p:spPr>
        <p:txBody>
          <a:bodyPr/>
          <a:lstStyle/>
          <a:p>
            <a:endParaRPr lang="en-US"/>
          </a:p>
        </p:txBody>
      </p:sp>
      <p:sp>
        <p:nvSpPr>
          <p:cNvPr id="6" name="Shape 4"/>
          <p:cNvSpPr/>
          <p:nvPr/>
        </p:nvSpPr>
        <p:spPr>
          <a:xfrm>
            <a:off x="1828800" y="1920240"/>
            <a:ext cx="914400" cy="914400"/>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2039112" y="2130552"/>
            <a:ext cx="493776" cy="493776"/>
          </a:xfrm>
          <a:prstGeom prst="rect">
            <a:avLst/>
          </a:prstGeom>
        </p:spPr>
      </p:pic>
      <p:sp>
        <p:nvSpPr>
          <p:cNvPr id="8" name="Text 5"/>
          <p:cNvSpPr txBox="1"/>
          <p:nvPr/>
        </p:nvSpPr>
        <p:spPr>
          <a:xfrm>
            <a:off x="548640" y="3108960"/>
            <a:ext cx="3474720" cy="548640"/>
          </a:xfrm>
          <a:prstGeom prst="rect">
            <a:avLst/>
          </a:prstGeom>
          <a:noFill/>
          <a:ln/>
        </p:spPr>
        <p:txBody>
          <a:bodyPr wrap="square" lIns="0" tIns="0" rIns="0" bIns="0" rtlCol="0" anchor="t"/>
          <a:lstStyle/>
          <a:p>
            <a:pPr marL="0" indent="0" algn="ctr">
              <a:buNone/>
            </a:pPr>
            <a:r>
              <a:rPr lang="en-US" sz="3200" b="1" dirty="0">
                <a:solidFill>
                  <a:srgbClr val="0B1F3A"/>
                </a:solidFill>
              </a:rPr>
              <a:t>Ultrasonic</a:t>
            </a:r>
            <a:endParaRPr lang="en-US" sz="3200" dirty="0"/>
          </a:p>
        </p:txBody>
      </p:sp>
      <p:sp>
        <p:nvSpPr>
          <p:cNvPr id="9" name="Text 6"/>
          <p:cNvSpPr txBox="1"/>
          <p:nvPr/>
        </p:nvSpPr>
        <p:spPr>
          <a:xfrm>
            <a:off x="731520" y="3840480"/>
            <a:ext cx="3108960" cy="1463040"/>
          </a:xfrm>
          <a:prstGeom prst="rect">
            <a:avLst/>
          </a:prstGeom>
          <a:noFill/>
          <a:ln/>
        </p:spPr>
        <p:txBody>
          <a:bodyPr wrap="square" lIns="0" tIns="0" rIns="0" bIns="0" rtlCol="0" anchor="t"/>
          <a:lstStyle/>
          <a:p>
            <a:pPr marL="0" indent="0" algn="ctr">
              <a:buNone/>
            </a:pPr>
            <a:r>
              <a:rPr lang="en-US" sz="2000" dirty="0">
                <a:solidFill>
                  <a:srgbClr val="5B6B7F"/>
                </a:solidFill>
              </a:rPr>
              <a:t>Wide beam</a:t>
            </a:r>
            <a:endParaRPr lang="en-US" sz="2000" dirty="0"/>
          </a:p>
          <a:p>
            <a:pPr marL="0" indent="0" algn="ctr">
              <a:buNone/>
            </a:pPr>
            <a:r>
              <a:rPr lang="en-US" sz="2000" dirty="0">
                <a:solidFill>
                  <a:srgbClr val="5B6B7F"/>
                </a:solidFill>
              </a:rPr>
              <a:t>Lower spatial resolution</a:t>
            </a:r>
            <a:endParaRPr lang="en-US" sz="2000" dirty="0"/>
          </a:p>
        </p:txBody>
      </p:sp>
      <p:sp>
        <p:nvSpPr>
          <p:cNvPr id="10" name="Shape 7"/>
          <p:cNvSpPr/>
          <p:nvPr/>
        </p:nvSpPr>
        <p:spPr>
          <a:xfrm>
            <a:off x="4347972" y="1554480"/>
            <a:ext cx="3474720" cy="4023360"/>
          </a:xfrm>
          <a:prstGeom prst="roundRect">
            <a:avLst>
              <a:gd name="adj" fmla="val 3684"/>
            </a:avLst>
          </a:prstGeom>
          <a:solidFill>
            <a:srgbClr val="EEF2F6"/>
          </a:solidFill>
          <a:ln/>
        </p:spPr>
        <p:txBody>
          <a:bodyPr/>
          <a:lstStyle/>
          <a:p>
            <a:endParaRPr lang="en-US"/>
          </a:p>
        </p:txBody>
      </p:sp>
      <p:sp>
        <p:nvSpPr>
          <p:cNvPr id="11" name="Shape 8"/>
          <p:cNvSpPr/>
          <p:nvPr/>
        </p:nvSpPr>
        <p:spPr>
          <a:xfrm>
            <a:off x="5628132" y="1920240"/>
            <a:ext cx="914400" cy="914400"/>
          </a:xfrm>
          <a:prstGeom prst="ellipse">
            <a:avLst/>
          </a:prstGeom>
          <a:solidFill>
            <a:srgbClr val="FFFFF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838444" y="2130552"/>
            <a:ext cx="493776" cy="493776"/>
          </a:xfrm>
          <a:prstGeom prst="rect">
            <a:avLst/>
          </a:prstGeom>
        </p:spPr>
      </p:pic>
      <p:sp>
        <p:nvSpPr>
          <p:cNvPr id="13" name="Text 9"/>
          <p:cNvSpPr txBox="1"/>
          <p:nvPr/>
        </p:nvSpPr>
        <p:spPr>
          <a:xfrm>
            <a:off x="4347972" y="3108960"/>
            <a:ext cx="3474720" cy="548640"/>
          </a:xfrm>
          <a:prstGeom prst="rect">
            <a:avLst/>
          </a:prstGeom>
          <a:noFill/>
          <a:ln/>
        </p:spPr>
        <p:txBody>
          <a:bodyPr wrap="square" lIns="0" tIns="0" rIns="0" bIns="0" rtlCol="0" anchor="t"/>
          <a:lstStyle/>
          <a:p>
            <a:pPr marL="0" indent="0" algn="ctr">
              <a:buNone/>
            </a:pPr>
            <a:r>
              <a:rPr lang="en-US" sz="3200" b="1" dirty="0">
                <a:solidFill>
                  <a:srgbClr val="0B1F3A"/>
                </a:solidFill>
              </a:rPr>
              <a:t>Radar</a:t>
            </a:r>
            <a:endParaRPr lang="en-US" sz="3200" dirty="0"/>
          </a:p>
        </p:txBody>
      </p:sp>
      <p:sp>
        <p:nvSpPr>
          <p:cNvPr id="14" name="Text 10"/>
          <p:cNvSpPr txBox="1"/>
          <p:nvPr/>
        </p:nvSpPr>
        <p:spPr>
          <a:xfrm>
            <a:off x="4530852" y="3840480"/>
            <a:ext cx="3108960" cy="1463040"/>
          </a:xfrm>
          <a:prstGeom prst="rect">
            <a:avLst/>
          </a:prstGeom>
          <a:noFill/>
          <a:ln/>
        </p:spPr>
        <p:txBody>
          <a:bodyPr wrap="square" lIns="0" tIns="0" rIns="0" bIns="0" rtlCol="0" anchor="t"/>
          <a:lstStyle/>
          <a:p>
            <a:pPr marL="0" indent="0" algn="ctr">
              <a:buNone/>
            </a:pPr>
            <a:r>
              <a:rPr lang="en-US" sz="2000" dirty="0">
                <a:solidFill>
                  <a:srgbClr val="5B6B7F"/>
                </a:solidFill>
              </a:rPr>
              <a:t>Strong indoor complexity</a:t>
            </a:r>
            <a:endParaRPr lang="en-US" sz="2000" dirty="0"/>
          </a:p>
        </p:txBody>
      </p:sp>
      <p:sp>
        <p:nvSpPr>
          <p:cNvPr id="15" name="Shape 11"/>
          <p:cNvSpPr/>
          <p:nvPr/>
        </p:nvSpPr>
        <p:spPr>
          <a:xfrm>
            <a:off x="8147304" y="1554480"/>
            <a:ext cx="3474720" cy="4023360"/>
          </a:xfrm>
          <a:prstGeom prst="roundRect">
            <a:avLst>
              <a:gd name="adj" fmla="val 3684"/>
            </a:avLst>
          </a:prstGeom>
          <a:solidFill>
            <a:srgbClr val="0B1F3A"/>
          </a:solidFill>
          <a:ln/>
        </p:spPr>
        <p:txBody>
          <a:bodyPr/>
          <a:lstStyle/>
          <a:p>
            <a:endParaRPr lang="en-US"/>
          </a:p>
        </p:txBody>
      </p:sp>
      <p:sp>
        <p:nvSpPr>
          <p:cNvPr id="16" name="Shape 12"/>
          <p:cNvSpPr/>
          <p:nvPr/>
        </p:nvSpPr>
        <p:spPr>
          <a:xfrm>
            <a:off x="9427464" y="1920240"/>
            <a:ext cx="914400" cy="914400"/>
          </a:xfrm>
          <a:prstGeom prst="ellipse">
            <a:avLst/>
          </a:prstGeom>
          <a:solidFill>
            <a:srgbClr val="0F7B8A"/>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637776" y="2130552"/>
            <a:ext cx="493776" cy="493776"/>
          </a:xfrm>
          <a:prstGeom prst="rect">
            <a:avLst/>
          </a:prstGeom>
        </p:spPr>
      </p:pic>
      <p:sp>
        <p:nvSpPr>
          <p:cNvPr id="18" name="Text 13"/>
          <p:cNvSpPr txBox="1"/>
          <p:nvPr/>
        </p:nvSpPr>
        <p:spPr>
          <a:xfrm>
            <a:off x="8147304" y="3108960"/>
            <a:ext cx="3474720" cy="548640"/>
          </a:xfrm>
          <a:prstGeom prst="rect">
            <a:avLst/>
          </a:prstGeom>
          <a:noFill/>
          <a:ln/>
        </p:spPr>
        <p:txBody>
          <a:bodyPr wrap="square" lIns="0" tIns="0" rIns="0" bIns="0" rtlCol="0" anchor="t"/>
          <a:lstStyle/>
          <a:p>
            <a:pPr marL="0" indent="0" algn="ctr">
              <a:buNone/>
            </a:pPr>
            <a:r>
              <a:rPr lang="en-US" sz="3200" b="1" dirty="0">
                <a:solidFill>
                  <a:srgbClr val="FFFFFF"/>
                </a:solidFill>
              </a:rPr>
              <a:t>ToF</a:t>
            </a:r>
            <a:endParaRPr lang="en-US" sz="3200" dirty="0"/>
          </a:p>
        </p:txBody>
      </p:sp>
      <p:sp>
        <p:nvSpPr>
          <p:cNvPr id="19" name="Text 14"/>
          <p:cNvSpPr txBox="1"/>
          <p:nvPr/>
        </p:nvSpPr>
        <p:spPr>
          <a:xfrm>
            <a:off x="8330184" y="3840480"/>
            <a:ext cx="3108960" cy="1463040"/>
          </a:xfrm>
          <a:prstGeom prst="rect">
            <a:avLst/>
          </a:prstGeom>
          <a:noFill/>
          <a:ln/>
        </p:spPr>
        <p:txBody>
          <a:bodyPr wrap="square" lIns="0" tIns="0" rIns="0" bIns="0" rtlCol="0" anchor="t"/>
          <a:lstStyle/>
          <a:p>
            <a:pPr marL="0" indent="0" algn="ctr">
              <a:buNone/>
            </a:pPr>
            <a:r>
              <a:rPr lang="en-US" sz="2000" dirty="0">
                <a:solidFill>
                  <a:srgbClr val="DCE6F0"/>
                </a:solidFill>
              </a:rPr>
              <a:t>Compact</a:t>
            </a:r>
            <a:endParaRPr lang="en-US" sz="2000" dirty="0"/>
          </a:p>
          <a:p>
            <a:pPr marL="0" indent="0" algn="ctr">
              <a:buNone/>
            </a:pPr>
            <a:r>
              <a:rPr lang="en-US" sz="2000" dirty="0">
                <a:solidFill>
                  <a:srgbClr val="DCE6F0"/>
                </a:solidFill>
              </a:rPr>
              <a:t>Fast</a:t>
            </a:r>
            <a:endParaRPr lang="en-US" sz="2000" dirty="0"/>
          </a:p>
          <a:p>
            <a:pPr marL="0" indent="0" algn="ctr">
              <a:buNone/>
            </a:pPr>
            <a:r>
              <a:rPr lang="en-US" sz="2000" dirty="0">
                <a:solidFill>
                  <a:srgbClr val="DCE6F0"/>
                </a:solidFill>
              </a:rPr>
              <a:t>Fine spatial sensing</a:t>
            </a:r>
            <a:endParaRPr lang="en-US" sz="2000" dirty="0"/>
          </a:p>
        </p:txBody>
      </p:sp>
      <p:sp>
        <p:nvSpPr>
          <p:cNvPr id="20" name="Shape 15"/>
          <p:cNvSpPr/>
          <p:nvPr/>
        </p:nvSpPr>
        <p:spPr>
          <a:xfrm>
            <a:off x="10296144" y="1737360"/>
            <a:ext cx="1143000" cy="365760"/>
          </a:xfrm>
          <a:prstGeom prst="roundRect">
            <a:avLst>
              <a:gd name="adj" fmla="val 50000"/>
            </a:avLst>
          </a:prstGeom>
          <a:solidFill>
            <a:srgbClr val="0F7B8A"/>
          </a:solidFill>
          <a:ln/>
        </p:spPr>
        <p:txBody>
          <a:bodyPr/>
          <a:lstStyle/>
          <a:p>
            <a:endParaRPr lang="en-US"/>
          </a:p>
        </p:txBody>
      </p:sp>
      <p:sp>
        <p:nvSpPr>
          <p:cNvPr id="21" name="Text 16"/>
          <p:cNvSpPr txBox="1"/>
          <p:nvPr/>
        </p:nvSpPr>
        <p:spPr>
          <a:xfrm>
            <a:off x="10296144" y="1737360"/>
            <a:ext cx="114300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rPr>
              <a:t>SELECTED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5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Our Hardware Architecture</a:t>
            </a:r>
            <a:endParaRPr lang="en-US" sz="3800" dirty="0"/>
          </a:p>
        </p:txBody>
      </p:sp>
      <p:sp>
        <p:nvSpPr>
          <p:cNvPr id="5" name="Shape 3"/>
          <p:cNvSpPr/>
          <p:nvPr/>
        </p:nvSpPr>
        <p:spPr>
          <a:xfrm>
            <a:off x="548640" y="1325880"/>
            <a:ext cx="2377440" cy="365760"/>
          </a:xfrm>
          <a:prstGeom prst="roundRect">
            <a:avLst>
              <a:gd name="adj" fmla="val 50000"/>
            </a:avLst>
          </a:prstGeom>
          <a:solidFill>
            <a:srgbClr val="0F7B8A"/>
          </a:solidFill>
          <a:ln/>
        </p:spPr>
        <p:txBody>
          <a:bodyPr/>
          <a:lstStyle/>
          <a:p>
            <a:endParaRPr lang="en-US"/>
          </a:p>
        </p:txBody>
      </p:sp>
      <p:sp>
        <p:nvSpPr>
          <p:cNvPr id="6" name="Text 4"/>
          <p:cNvSpPr txBox="1"/>
          <p:nvPr/>
        </p:nvSpPr>
        <p:spPr>
          <a:xfrm>
            <a:off x="548640" y="13258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rPr>
              <a:t>Proposed final platform</a:t>
            </a:r>
            <a:endParaRPr lang="en-US" sz="1300" dirty="0"/>
          </a:p>
        </p:txBody>
      </p:sp>
      <p:sp>
        <p:nvSpPr>
          <p:cNvPr id="7" name="Shape 5"/>
          <p:cNvSpPr/>
          <p:nvPr/>
        </p:nvSpPr>
        <p:spPr>
          <a:xfrm>
            <a:off x="6080760" y="2788920"/>
            <a:ext cx="0" cy="457200"/>
          </a:xfrm>
          <a:prstGeom prst="line">
            <a:avLst/>
          </a:prstGeom>
          <a:noFill/>
          <a:ln w="31750">
            <a:solidFill>
              <a:srgbClr val="0B1F3A"/>
            </a:solidFill>
            <a:prstDash val="solid"/>
            <a:tailEnd type="triangle"/>
          </a:ln>
        </p:spPr>
        <p:txBody>
          <a:bodyPr/>
          <a:lstStyle/>
          <a:p>
            <a:endParaRPr lang="en-US"/>
          </a:p>
        </p:txBody>
      </p:sp>
      <p:sp>
        <p:nvSpPr>
          <p:cNvPr id="8" name="Shape 6"/>
          <p:cNvSpPr/>
          <p:nvPr/>
        </p:nvSpPr>
        <p:spPr>
          <a:xfrm>
            <a:off x="6080760" y="4114800"/>
            <a:ext cx="0" cy="411480"/>
          </a:xfrm>
          <a:prstGeom prst="line">
            <a:avLst/>
          </a:prstGeom>
          <a:noFill/>
          <a:ln w="31750">
            <a:solidFill>
              <a:srgbClr val="0B1F3A"/>
            </a:solidFill>
            <a:prstDash val="solid"/>
            <a:tailEnd type="triangle"/>
          </a:ln>
        </p:spPr>
        <p:txBody>
          <a:bodyPr/>
          <a:lstStyle/>
          <a:p>
            <a:endParaRPr lang="en-US"/>
          </a:p>
        </p:txBody>
      </p:sp>
      <p:sp>
        <p:nvSpPr>
          <p:cNvPr id="9" name="Shape 7"/>
          <p:cNvSpPr/>
          <p:nvPr/>
        </p:nvSpPr>
        <p:spPr>
          <a:xfrm>
            <a:off x="3657600" y="2331720"/>
            <a:ext cx="0" cy="2628900"/>
          </a:xfrm>
          <a:prstGeom prst="line">
            <a:avLst/>
          </a:prstGeom>
          <a:noFill/>
          <a:ln w="25400">
            <a:solidFill>
              <a:srgbClr val="5B6B7F"/>
            </a:solidFill>
            <a:prstDash val="solid"/>
          </a:ln>
        </p:spPr>
        <p:txBody>
          <a:bodyPr/>
          <a:lstStyle/>
          <a:p>
            <a:endParaRPr lang="en-US"/>
          </a:p>
        </p:txBody>
      </p:sp>
      <p:sp>
        <p:nvSpPr>
          <p:cNvPr id="10" name="Shape 8"/>
          <p:cNvSpPr/>
          <p:nvPr/>
        </p:nvSpPr>
        <p:spPr>
          <a:xfrm>
            <a:off x="3291840" y="2331720"/>
            <a:ext cx="365760" cy="0"/>
          </a:xfrm>
          <a:prstGeom prst="line">
            <a:avLst/>
          </a:prstGeom>
          <a:noFill/>
          <a:ln w="25400">
            <a:solidFill>
              <a:srgbClr val="5B6B7F"/>
            </a:solidFill>
            <a:prstDash val="solid"/>
          </a:ln>
        </p:spPr>
        <p:txBody>
          <a:bodyPr/>
          <a:lstStyle/>
          <a:p>
            <a:endParaRPr lang="en-US"/>
          </a:p>
        </p:txBody>
      </p:sp>
      <p:sp>
        <p:nvSpPr>
          <p:cNvPr id="11" name="Shape 9"/>
          <p:cNvSpPr/>
          <p:nvPr/>
        </p:nvSpPr>
        <p:spPr>
          <a:xfrm>
            <a:off x="3291840" y="3154680"/>
            <a:ext cx="365760" cy="0"/>
          </a:xfrm>
          <a:prstGeom prst="line">
            <a:avLst/>
          </a:prstGeom>
          <a:noFill/>
          <a:ln w="25400">
            <a:solidFill>
              <a:srgbClr val="5B6B7F"/>
            </a:solidFill>
            <a:prstDash val="solid"/>
          </a:ln>
        </p:spPr>
        <p:txBody>
          <a:bodyPr/>
          <a:lstStyle/>
          <a:p>
            <a:endParaRPr lang="en-US"/>
          </a:p>
        </p:txBody>
      </p:sp>
      <p:sp>
        <p:nvSpPr>
          <p:cNvPr id="12" name="Shape 10"/>
          <p:cNvSpPr/>
          <p:nvPr/>
        </p:nvSpPr>
        <p:spPr>
          <a:xfrm>
            <a:off x="3291840" y="3977640"/>
            <a:ext cx="365760" cy="0"/>
          </a:xfrm>
          <a:prstGeom prst="line">
            <a:avLst/>
          </a:prstGeom>
          <a:noFill/>
          <a:ln w="25400">
            <a:solidFill>
              <a:srgbClr val="5B6B7F"/>
            </a:solidFill>
            <a:prstDash val="solid"/>
          </a:ln>
        </p:spPr>
        <p:txBody>
          <a:bodyPr/>
          <a:lstStyle/>
          <a:p>
            <a:endParaRPr lang="en-US"/>
          </a:p>
        </p:txBody>
      </p:sp>
      <p:sp>
        <p:nvSpPr>
          <p:cNvPr id="13" name="Shape 11"/>
          <p:cNvSpPr/>
          <p:nvPr/>
        </p:nvSpPr>
        <p:spPr>
          <a:xfrm>
            <a:off x="3657600" y="4960620"/>
            <a:ext cx="1051560" cy="0"/>
          </a:xfrm>
          <a:prstGeom prst="line">
            <a:avLst/>
          </a:prstGeom>
          <a:noFill/>
          <a:ln w="25400">
            <a:solidFill>
              <a:srgbClr val="5B6B7F"/>
            </a:solidFill>
            <a:prstDash val="solid"/>
            <a:tailEnd type="triangle"/>
          </a:ln>
        </p:spPr>
        <p:txBody>
          <a:bodyPr/>
          <a:lstStyle/>
          <a:p>
            <a:endParaRPr lang="en-US"/>
          </a:p>
        </p:txBody>
      </p:sp>
      <p:sp>
        <p:nvSpPr>
          <p:cNvPr id="14" name="Shape 12"/>
          <p:cNvSpPr/>
          <p:nvPr/>
        </p:nvSpPr>
        <p:spPr>
          <a:xfrm>
            <a:off x="7452360" y="3680460"/>
            <a:ext cx="777240" cy="0"/>
          </a:xfrm>
          <a:prstGeom prst="line">
            <a:avLst/>
          </a:prstGeom>
          <a:noFill/>
          <a:ln w="25400">
            <a:solidFill>
              <a:srgbClr val="5B6B7F"/>
            </a:solidFill>
            <a:prstDash val="solid"/>
          </a:ln>
        </p:spPr>
        <p:txBody>
          <a:bodyPr/>
          <a:lstStyle/>
          <a:p>
            <a:endParaRPr lang="en-US"/>
          </a:p>
        </p:txBody>
      </p:sp>
      <p:sp>
        <p:nvSpPr>
          <p:cNvPr id="15" name="Shape 13"/>
          <p:cNvSpPr/>
          <p:nvPr/>
        </p:nvSpPr>
        <p:spPr>
          <a:xfrm>
            <a:off x="8229600" y="2606040"/>
            <a:ext cx="0" cy="960120"/>
          </a:xfrm>
          <a:prstGeom prst="line">
            <a:avLst/>
          </a:prstGeom>
          <a:noFill/>
          <a:ln w="25400">
            <a:solidFill>
              <a:srgbClr val="5B6B7F"/>
            </a:solidFill>
            <a:prstDash val="solid"/>
          </a:ln>
        </p:spPr>
        <p:txBody>
          <a:bodyPr/>
          <a:lstStyle/>
          <a:p>
            <a:endParaRPr lang="en-US"/>
          </a:p>
        </p:txBody>
      </p:sp>
      <p:sp>
        <p:nvSpPr>
          <p:cNvPr id="16" name="Shape 14"/>
          <p:cNvSpPr/>
          <p:nvPr/>
        </p:nvSpPr>
        <p:spPr>
          <a:xfrm>
            <a:off x="8229600" y="2606040"/>
            <a:ext cx="667512" cy="0"/>
          </a:xfrm>
          <a:prstGeom prst="line">
            <a:avLst/>
          </a:prstGeom>
          <a:noFill/>
          <a:ln w="25400">
            <a:solidFill>
              <a:srgbClr val="5B6B7F"/>
            </a:solidFill>
            <a:prstDash val="solid"/>
          </a:ln>
        </p:spPr>
        <p:txBody>
          <a:bodyPr/>
          <a:lstStyle/>
          <a:p>
            <a:endParaRPr lang="en-US"/>
          </a:p>
        </p:txBody>
      </p:sp>
      <p:sp>
        <p:nvSpPr>
          <p:cNvPr id="17" name="Shape 15"/>
          <p:cNvSpPr/>
          <p:nvPr/>
        </p:nvSpPr>
        <p:spPr>
          <a:xfrm>
            <a:off x="8229600" y="3566160"/>
            <a:ext cx="667512" cy="0"/>
          </a:xfrm>
          <a:prstGeom prst="line">
            <a:avLst/>
          </a:prstGeom>
          <a:noFill/>
          <a:ln w="25400">
            <a:solidFill>
              <a:srgbClr val="5B6B7F"/>
            </a:solidFill>
            <a:prstDash val="solid"/>
          </a:ln>
        </p:spPr>
        <p:txBody>
          <a:bodyPr/>
          <a:lstStyle/>
          <a:p>
            <a:endParaRPr lang="en-US"/>
          </a:p>
        </p:txBody>
      </p:sp>
      <p:sp>
        <p:nvSpPr>
          <p:cNvPr id="18" name="Shape 16"/>
          <p:cNvSpPr/>
          <p:nvPr/>
        </p:nvSpPr>
        <p:spPr>
          <a:xfrm flipV="1">
            <a:off x="10268712" y="3931920"/>
            <a:ext cx="0" cy="640080"/>
          </a:xfrm>
          <a:prstGeom prst="line">
            <a:avLst/>
          </a:prstGeom>
          <a:noFill/>
          <a:ln w="25400">
            <a:solidFill>
              <a:srgbClr val="5B6B7F"/>
            </a:solidFill>
            <a:prstDash val="solid"/>
            <a:tailEnd type="triangle"/>
          </a:ln>
        </p:spPr>
        <p:txBody>
          <a:bodyPr/>
          <a:lstStyle/>
          <a:p>
            <a:endParaRPr lang="en-US"/>
          </a:p>
        </p:txBody>
      </p:sp>
      <p:sp>
        <p:nvSpPr>
          <p:cNvPr id="19" name="Shape 17"/>
          <p:cNvSpPr/>
          <p:nvPr/>
        </p:nvSpPr>
        <p:spPr>
          <a:xfrm flipH="1">
            <a:off x="7452360" y="4960620"/>
            <a:ext cx="1444752" cy="0"/>
          </a:xfrm>
          <a:prstGeom prst="line">
            <a:avLst/>
          </a:prstGeom>
          <a:noFill/>
          <a:ln w="25400">
            <a:solidFill>
              <a:srgbClr val="5B6B7F"/>
            </a:solidFill>
            <a:prstDash val="solid"/>
            <a:tailEnd type="triangle"/>
          </a:ln>
        </p:spPr>
        <p:txBody>
          <a:bodyPr/>
          <a:lstStyle/>
          <a:p>
            <a:endParaRPr lang="en-US"/>
          </a:p>
        </p:txBody>
      </p:sp>
      <p:sp>
        <p:nvSpPr>
          <p:cNvPr id="20" name="Shape 18"/>
          <p:cNvSpPr/>
          <p:nvPr/>
        </p:nvSpPr>
        <p:spPr>
          <a:xfrm>
            <a:off x="4709160" y="1920240"/>
            <a:ext cx="2743200" cy="868680"/>
          </a:xfrm>
          <a:prstGeom prst="roundRect">
            <a:avLst>
              <a:gd name="adj" fmla="val 14737"/>
            </a:avLst>
          </a:prstGeom>
          <a:solidFill>
            <a:srgbClr val="0B1F3A"/>
          </a:solidFill>
          <a:ln/>
        </p:spPr>
        <p:txBody>
          <a:bodyPr/>
          <a:lstStyle/>
          <a:p>
            <a:endParaRPr lang="en-US"/>
          </a:p>
        </p:txBody>
      </p:sp>
      <p:sp>
        <p:nvSpPr>
          <p:cNvPr id="21" name="Text 19"/>
          <p:cNvSpPr txBox="1"/>
          <p:nvPr/>
        </p:nvSpPr>
        <p:spPr>
          <a:xfrm>
            <a:off x="4709160" y="1920240"/>
            <a:ext cx="2743200" cy="868680"/>
          </a:xfrm>
          <a:prstGeom prst="rect">
            <a:avLst/>
          </a:prstGeom>
          <a:noFill/>
          <a:ln/>
        </p:spPr>
        <p:txBody>
          <a:bodyPr wrap="square" lIns="0" tIns="0" rIns="0" bIns="0" rtlCol="0" anchor="ctr"/>
          <a:lstStyle/>
          <a:p>
            <a:pPr marL="0" indent="0" algn="ctr">
              <a:buNone/>
            </a:pPr>
            <a:r>
              <a:rPr lang="en-US" sz="2000" b="1" dirty="0">
                <a:solidFill>
                  <a:srgbClr val="FFFFFF"/>
                </a:solidFill>
              </a:rPr>
              <a:t>VL53L1X ToF Sensor</a:t>
            </a:r>
            <a:endParaRPr lang="en-US" sz="2000" dirty="0"/>
          </a:p>
        </p:txBody>
      </p:sp>
      <p:sp>
        <p:nvSpPr>
          <p:cNvPr id="22" name="Shape 20"/>
          <p:cNvSpPr/>
          <p:nvPr/>
        </p:nvSpPr>
        <p:spPr>
          <a:xfrm>
            <a:off x="4709160" y="3246120"/>
            <a:ext cx="2743200" cy="868680"/>
          </a:xfrm>
          <a:prstGeom prst="roundRect">
            <a:avLst>
              <a:gd name="adj" fmla="val 14737"/>
            </a:avLst>
          </a:prstGeom>
          <a:solidFill>
            <a:srgbClr val="0B1F3A"/>
          </a:solidFill>
          <a:ln/>
        </p:spPr>
        <p:txBody>
          <a:bodyPr/>
          <a:lstStyle/>
          <a:p>
            <a:endParaRPr lang="en-US"/>
          </a:p>
        </p:txBody>
      </p:sp>
      <p:sp>
        <p:nvSpPr>
          <p:cNvPr id="23" name="Text 21"/>
          <p:cNvSpPr txBox="1"/>
          <p:nvPr/>
        </p:nvSpPr>
        <p:spPr>
          <a:xfrm>
            <a:off x="4709160" y="3246120"/>
            <a:ext cx="2743200" cy="868680"/>
          </a:xfrm>
          <a:prstGeom prst="rect">
            <a:avLst/>
          </a:prstGeom>
          <a:noFill/>
          <a:ln/>
        </p:spPr>
        <p:txBody>
          <a:bodyPr wrap="square" lIns="0" tIns="0" rIns="0" bIns="0" rtlCol="0" anchor="ctr"/>
          <a:lstStyle/>
          <a:p>
            <a:pPr marL="0" indent="0" algn="ctr">
              <a:buNone/>
            </a:pPr>
            <a:r>
              <a:rPr lang="en-US" sz="2000" b="1" dirty="0">
                <a:solidFill>
                  <a:srgbClr val="FFFFFF"/>
                </a:solidFill>
              </a:rPr>
              <a:t>Pan–Tilt Mechanism</a:t>
            </a:r>
            <a:endParaRPr lang="en-US" sz="2000" dirty="0"/>
          </a:p>
        </p:txBody>
      </p:sp>
      <p:sp>
        <p:nvSpPr>
          <p:cNvPr id="24" name="Shape 22"/>
          <p:cNvSpPr/>
          <p:nvPr/>
        </p:nvSpPr>
        <p:spPr>
          <a:xfrm>
            <a:off x="4709160" y="4526280"/>
            <a:ext cx="2743200" cy="868680"/>
          </a:xfrm>
          <a:prstGeom prst="roundRect">
            <a:avLst>
              <a:gd name="adj" fmla="val 14737"/>
            </a:avLst>
          </a:prstGeom>
          <a:solidFill>
            <a:srgbClr val="0F7B8A"/>
          </a:solidFill>
          <a:ln/>
        </p:spPr>
        <p:txBody>
          <a:bodyPr/>
          <a:lstStyle/>
          <a:p>
            <a:endParaRPr lang="en-US"/>
          </a:p>
        </p:txBody>
      </p:sp>
      <p:sp>
        <p:nvSpPr>
          <p:cNvPr id="25" name="Text 23"/>
          <p:cNvSpPr txBox="1"/>
          <p:nvPr/>
        </p:nvSpPr>
        <p:spPr>
          <a:xfrm>
            <a:off x="4709160" y="4526280"/>
            <a:ext cx="2743200" cy="868680"/>
          </a:xfrm>
          <a:prstGeom prst="rect">
            <a:avLst/>
          </a:prstGeom>
          <a:noFill/>
          <a:ln/>
        </p:spPr>
        <p:txBody>
          <a:bodyPr wrap="square" lIns="0" tIns="0" rIns="0" bIns="0" rtlCol="0" anchor="ctr"/>
          <a:lstStyle/>
          <a:p>
            <a:pPr marL="0" indent="0" algn="ctr">
              <a:buNone/>
            </a:pPr>
            <a:r>
              <a:rPr lang="en-US" sz="2600" b="1" dirty="0">
                <a:solidFill>
                  <a:srgbClr val="FFFFFF"/>
                </a:solidFill>
              </a:rPr>
              <a:t>ESP32</a:t>
            </a:r>
            <a:endParaRPr lang="en-US" sz="2600" dirty="0"/>
          </a:p>
        </p:txBody>
      </p:sp>
      <p:sp>
        <p:nvSpPr>
          <p:cNvPr id="26" name="Text 24"/>
          <p:cNvSpPr txBox="1"/>
          <p:nvPr/>
        </p:nvSpPr>
        <p:spPr>
          <a:xfrm>
            <a:off x="548640" y="1828800"/>
            <a:ext cx="2743200" cy="228600"/>
          </a:xfrm>
          <a:prstGeom prst="rect">
            <a:avLst/>
          </a:prstGeom>
          <a:noFill/>
          <a:ln/>
        </p:spPr>
        <p:txBody>
          <a:bodyPr wrap="square" lIns="0" tIns="0" rIns="0" bIns="0" rtlCol="0" anchor="t"/>
          <a:lstStyle/>
          <a:p>
            <a:pPr marL="0" indent="0">
              <a:buNone/>
            </a:pPr>
            <a:r>
              <a:rPr lang="en-US" sz="1100" b="1" kern="0" spc="200" dirty="0">
                <a:solidFill>
                  <a:srgbClr val="5B6B7F"/>
                </a:solidFill>
              </a:rPr>
              <a:t>SUPPORTING SENSORS</a:t>
            </a:r>
            <a:endParaRPr lang="en-US" sz="1100" dirty="0"/>
          </a:p>
        </p:txBody>
      </p:sp>
      <p:sp>
        <p:nvSpPr>
          <p:cNvPr id="27" name="Shape 25"/>
          <p:cNvSpPr/>
          <p:nvPr/>
        </p:nvSpPr>
        <p:spPr>
          <a:xfrm>
            <a:off x="548640" y="2075688"/>
            <a:ext cx="2743200" cy="566928"/>
          </a:xfrm>
          <a:prstGeom prst="roundRect">
            <a:avLst>
              <a:gd name="adj" fmla="val 22581"/>
            </a:avLst>
          </a:prstGeom>
          <a:solidFill>
            <a:srgbClr val="EEF2F6"/>
          </a:solidFill>
          <a:ln w="12700">
            <a:solidFill>
              <a:srgbClr val="C9D3DE"/>
            </a:solidFill>
            <a:prstDash val="solid"/>
          </a:ln>
        </p:spPr>
        <p:txBody>
          <a:bodyPr/>
          <a:lstStyle/>
          <a:p>
            <a:endParaRPr lang="en-US"/>
          </a:p>
        </p:txBody>
      </p:sp>
      <p:sp>
        <p:nvSpPr>
          <p:cNvPr id="28" name="Text 26"/>
          <p:cNvSpPr txBox="1"/>
          <p:nvPr/>
        </p:nvSpPr>
        <p:spPr>
          <a:xfrm>
            <a:off x="731520" y="2075688"/>
            <a:ext cx="2468880" cy="566928"/>
          </a:xfrm>
          <a:prstGeom prst="rect">
            <a:avLst/>
          </a:prstGeom>
          <a:noFill/>
          <a:ln/>
        </p:spPr>
        <p:txBody>
          <a:bodyPr wrap="square" lIns="0" tIns="0" rIns="0" bIns="0" rtlCol="0" anchor="ctr"/>
          <a:lstStyle/>
          <a:p>
            <a:pPr marL="0" indent="0">
              <a:buNone/>
            </a:pPr>
            <a:r>
              <a:rPr lang="en-US" sz="1600" b="1" dirty="0">
                <a:solidFill>
                  <a:srgbClr val="0B1F3A"/>
                </a:solidFill>
              </a:rPr>
              <a:t>MPU6050</a:t>
            </a:r>
            <a:r>
              <a:rPr lang="en-US" sz="1200" dirty="0">
                <a:solidFill>
                  <a:srgbClr val="5B6B7F"/>
                </a:solidFill>
              </a:rPr>
              <a:t>   IMU</a:t>
            </a:r>
            <a:endParaRPr lang="en-US" sz="1600" dirty="0"/>
          </a:p>
        </p:txBody>
      </p:sp>
      <p:sp>
        <p:nvSpPr>
          <p:cNvPr id="29" name="Shape 27"/>
          <p:cNvSpPr/>
          <p:nvPr/>
        </p:nvSpPr>
        <p:spPr>
          <a:xfrm>
            <a:off x="548640" y="2898648"/>
            <a:ext cx="2743200" cy="566928"/>
          </a:xfrm>
          <a:prstGeom prst="roundRect">
            <a:avLst>
              <a:gd name="adj" fmla="val 22581"/>
            </a:avLst>
          </a:prstGeom>
          <a:solidFill>
            <a:srgbClr val="EEF2F6"/>
          </a:solidFill>
          <a:ln w="12700">
            <a:solidFill>
              <a:srgbClr val="C9D3DE"/>
            </a:solidFill>
            <a:prstDash val="solid"/>
          </a:ln>
        </p:spPr>
        <p:txBody>
          <a:bodyPr/>
          <a:lstStyle/>
          <a:p>
            <a:endParaRPr lang="en-US"/>
          </a:p>
        </p:txBody>
      </p:sp>
      <p:sp>
        <p:nvSpPr>
          <p:cNvPr id="30" name="Text 28"/>
          <p:cNvSpPr txBox="1"/>
          <p:nvPr/>
        </p:nvSpPr>
        <p:spPr>
          <a:xfrm>
            <a:off x="731520" y="2898648"/>
            <a:ext cx="2468880" cy="566928"/>
          </a:xfrm>
          <a:prstGeom prst="rect">
            <a:avLst/>
          </a:prstGeom>
          <a:noFill/>
          <a:ln/>
        </p:spPr>
        <p:txBody>
          <a:bodyPr wrap="square" lIns="0" tIns="0" rIns="0" bIns="0" rtlCol="0" anchor="ctr"/>
          <a:lstStyle/>
          <a:p>
            <a:pPr marL="0" indent="0">
              <a:buNone/>
            </a:pPr>
            <a:r>
              <a:rPr lang="en-US" sz="1600" b="1" dirty="0">
                <a:solidFill>
                  <a:srgbClr val="0B1F3A"/>
                </a:solidFill>
              </a:rPr>
              <a:t>DHT11</a:t>
            </a:r>
            <a:r>
              <a:rPr lang="en-US" sz="1200" dirty="0">
                <a:solidFill>
                  <a:srgbClr val="5B6B7F"/>
                </a:solidFill>
              </a:rPr>
              <a:t>   Temperature</a:t>
            </a:r>
            <a:endParaRPr lang="en-US" sz="1600" dirty="0"/>
          </a:p>
        </p:txBody>
      </p:sp>
      <p:sp>
        <p:nvSpPr>
          <p:cNvPr id="31" name="Shape 29"/>
          <p:cNvSpPr/>
          <p:nvPr/>
        </p:nvSpPr>
        <p:spPr>
          <a:xfrm>
            <a:off x="548640" y="3721608"/>
            <a:ext cx="2743200" cy="566928"/>
          </a:xfrm>
          <a:prstGeom prst="roundRect">
            <a:avLst>
              <a:gd name="adj" fmla="val 22581"/>
            </a:avLst>
          </a:prstGeom>
          <a:solidFill>
            <a:srgbClr val="EEF2F6"/>
          </a:solidFill>
          <a:ln w="12700">
            <a:solidFill>
              <a:srgbClr val="C9D3DE"/>
            </a:solidFill>
            <a:prstDash val="solid"/>
          </a:ln>
        </p:spPr>
        <p:txBody>
          <a:bodyPr/>
          <a:lstStyle/>
          <a:p>
            <a:endParaRPr lang="en-US"/>
          </a:p>
        </p:txBody>
      </p:sp>
      <p:sp>
        <p:nvSpPr>
          <p:cNvPr id="32" name="Text 30"/>
          <p:cNvSpPr txBox="1"/>
          <p:nvPr/>
        </p:nvSpPr>
        <p:spPr>
          <a:xfrm>
            <a:off x="731520" y="3721608"/>
            <a:ext cx="2468880" cy="566928"/>
          </a:xfrm>
          <a:prstGeom prst="rect">
            <a:avLst/>
          </a:prstGeom>
          <a:noFill/>
          <a:ln/>
        </p:spPr>
        <p:txBody>
          <a:bodyPr wrap="square" lIns="0" tIns="0" rIns="0" bIns="0" rtlCol="0" anchor="ctr"/>
          <a:lstStyle/>
          <a:p>
            <a:pPr marL="0" indent="0">
              <a:buNone/>
            </a:pPr>
            <a:r>
              <a:rPr lang="en-US" sz="1600" b="1" dirty="0">
                <a:solidFill>
                  <a:srgbClr val="0B1F3A"/>
                </a:solidFill>
              </a:rPr>
              <a:t>INA219</a:t>
            </a:r>
            <a:r>
              <a:rPr lang="en-US" sz="1200" dirty="0">
                <a:solidFill>
                  <a:srgbClr val="5B6B7F"/>
                </a:solidFill>
              </a:rPr>
              <a:t>   Power monitor</a:t>
            </a:r>
            <a:endParaRPr lang="en-US" sz="1600" dirty="0"/>
          </a:p>
        </p:txBody>
      </p:sp>
      <p:sp>
        <p:nvSpPr>
          <p:cNvPr id="33" name="Text 31"/>
          <p:cNvSpPr txBox="1"/>
          <p:nvPr/>
        </p:nvSpPr>
        <p:spPr>
          <a:xfrm>
            <a:off x="8897112" y="1508760"/>
            <a:ext cx="2743200" cy="228600"/>
          </a:xfrm>
          <a:prstGeom prst="rect">
            <a:avLst/>
          </a:prstGeom>
          <a:noFill/>
          <a:ln/>
        </p:spPr>
        <p:txBody>
          <a:bodyPr wrap="square" lIns="0" tIns="0" rIns="0" bIns="0" rtlCol="0" anchor="t"/>
          <a:lstStyle/>
          <a:p>
            <a:pPr marL="0" indent="0">
              <a:buNone/>
            </a:pPr>
            <a:r>
              <a:rPr lang="en-US" sz="1100" b="1" kern="0" spc="200" dirty="0">
                <a:solidFill>
                  <a:srgbClr val="5B6B7F"/>
                </a:solidFill>
              </a:rPr>
              <a:t>ACTUATION</a:t>
            </a:r>
            <a:endParaRPr lang="en-US" sz="1100" dirty="0"/>
          </a:p>
        </p:txBody>
      </p:sp>
      <p:sp>
        <p:nvSpPr>
          <p:cNvPr id="34" name="Shape 32"/>
          <p:cNvSpPr/>
          <p:nvPr/>
        </p:nvSpPr>
        <p:spPr>
          <a:xfrm>
            <a:off x="8897112" y="2286000"/>
            <a:ext cx="2743200" cy="640080"/>
          </a:xfrm>
          <a:prstGeom prst="roundRect">
            <a:avLst>
              <a:gd name="adj" fmla="val 20000"/>
            </a:avLst>
          </a:prstGeom>
          <a:solidFill>
            <a:srgbClr val="EEF2F6"/>
          </a:solidFill>
          <a:ln w="12700">
            <a:solidFill>
              <a:srgbClr val="C9D3DE"/>
            </a:solidFill>
            <a:prstDash val="solid"/>
          </a:ln>
        </p:spPr>
        <p:txBody>
          <a:bodyPr/>
          <a:lstStyle/>
          <a:p>
            <a:endParaRPr lang="en-US"/>
          </a:p>
        </p:txBody>
      </p:sp>
      <p:sp>
        <p:nvSpPr>
          <p:cNvPr id="35" name="Text 33"/>
          <p:cNvSpPr txBox="1"/>
          <p:nvPr/>
        </p:nvSpPr>
        <p:spPr>
          <a:xfrm>
            <a:off x="9079992" y="2286000"/>
            <a:ext cx="2468880" cy="640080"/>
          </a:xfrm>
          <a:prstGeom prst="rect">
            <a:avLst/>
          </a:prstGeom>
          <a:noFill/>
          <a:ln/>
        </p:spPr>
        <p:txBody>
          <a:bodyPr wrap="square" lIns="0" tIns="0" rIns="0" bIns="0" rtlCol="0" anchor="ctr"/>
          <a:lstStyle/>
          <a:p>
            <a:pPr marL="0" indent="0">
              <a:buNone/>
            </a:pPr>
            <a:r>
              <a:rPr lang="en-US" sz="1600" b="1" dirty="0">
                <a:solidFill>
                  <a:srgbClr val="0B1F3A"/>
                </a:solidFill>
              </a:rPr>
              <a:t>DC Gear Motor</a:t>
            </a:r>
            <a:r>
              <a:rPr lang="en-US" sz="1400" dirty="0">
                <a:solidFill>
                  <a:srgbClr val="5B6B7F"/>
                </a:solidFill>
              </a:rPr>
              <a:t>  —  Pan</a:t>
            </a:r>
            <a:endParaRPr lang="en-US" sz="1600" dirty="0"/>
          </a:p>
        </p:txBody>
      </p:sp>
      <p:sp>
        <p:nvSpPr>
          <p:cNvPr id="36" name="Shape 34"/>
          <p:cNvSpPr/>
          <p:nvPr/>
        </p:nvSpPr>
        <p:spPr>
          <a:xfrm>
            <a:off x="8897112" y="3246120"/>
            <a:ext cx="2743200" cy="640080"/>
          </a:xfrm>
          <a:prstGeom prst="roundRect">
            <a:avLst>
              <a:gd name="adj" fmla="val 20000"/>
            </a:avLst>
          </a:prstGeom>
          <a:solidFill>
            <a:srgbClr val="EEF2F6"/>
          </a:solidFill>
          <a:ln w="12700">
            <a:solidFill>
              <a:srgbClr val="C9D3DE"/>
            </a:solidFill>
            <a:prstDash val="solid"/>
          </a:ln>
        </p:spPr>
        <p:txBody>
          <a:bodyPr/>
          <a:lstStyle/>
          <a:p>
            <a:endParaRPr lang="en-US"/>
          </a:p>
        </p:txBody>
      </p:sp>
      <p:sp>
        <p:nvSpPr>
          <p:cNvPr id="37" name="Text 35"/>
          <p:cNvSpPr txBox="1"/>
          <p:nvPr/>
        </p:nvSpPr>
        <p:spPr>
          <a:xfrm>
            <a:off x="9079992" y="3246120"/>
            <a:ext cx="2468880" cy="640080"/>
          </a:xfrm>
          <a:prstGeom prst="rect">
            <a:avLst/>
          </a:prstGeom>
          <a:noFill/>
          <a:ln/>
        </p:spPr>
        <p:txBody>
          <a:bodyPr wrap="square" lIns="0" tIns="0" rIns="0" bIns="0" rtlCol="0" anchor="ctr"/>
          <a:lstStyle/>
          <a:p>
            <a:pPr marL="0" indent="0">
              <a:buNone/>
            </a:pPr>
            <a:r>
              <a:rPr lang="en-US" sz="1600" b="1" dirty="0">
                <a:solidFill>
                  <a:srgbClr val="0B1F3A"/>
                </a:solidFill>
              </a:rPr>
              <a:t>N20 Motor</a:t>
            </a:r>
            <a:r>
              <a:rPr lang="en-US" sz="1400" dirty="0">
                <a:solidFill>
                  <a:srgbClr val="5B6B7F"/>
                </a:solidFill>
              </a:rPr>
              <a:t>  —  Tilt</a:t>
            </a:r>
            <a:endParaRPr lang="en-US" sz="1600" dirty="0"/>
          </a:p>
        </p:txBody>
      </p:sp>
      <p:sp>
        <p:nvSpPr>
          <p:cNvPr id="38" name="Shape 36"/>
          <p:cNvSpPr/>
          <p:nvPr/>
        </p:nvSpPr>
        <p:spPr>
          <a:xfrm>
            <a:off x="8897112" y="4572000"/>
            <a:ext cx="2743200" cy="640080"/>
          </a:xfrm>
          <a:prstGeom prst="roundRect">
            <a:avLst>
              <a:gd name="adj" fmla="val 20000"/>
            </a:avLst>
          </a:prstGeom>
          <a:solidFill>
            <a:srgbClr val="EEF2F6"/>
          </a:solidFill>
          <a:ln w="12700">
            <a:solidFill>
              <a:srgbClr val="C9D3DE"/>
            </a:solidFill>
            <a:prstDash val="solid"/>
          </a:ln>
        </p:spPr>
        <p:txBody>
          <a:bodyPr/>
          <a:lstStyle/>
          <a:p>
            <a:endParaRPr lang="en-US"/>
          </a:p>
        </p:txBody>
      </p:sp>
      <p:sp>
        <p:nvSpPr>
          <p:cNvPr id="39" name="Text 37"/>
          <p:cNvSpPr txBox="1"/>
          <p:nvPr/>
        </p:nvSpPr>
        <p:spPr>
          <a:xfrm>
            <a:off x="9079992" y="4572000"/>
            <a:ext cx="2468880" cy="640080"/>
          </a:xfrm>
          <a:prstGeom prst="rect">
            <a:avLst/>
          </a:prstGeom>
          <a:noFill/>
          <a:ln/>
        </p:spPr>
        <p:txBody>
          <a:bodyPr wrap="square" lIns="0" tIns="0" rIns="0" bIns="0" rtlCol="0" anchor="ctr"/>
          <a:lstStyle/>
          <a:p>
            <a:pPr marL="0" indent="0">
              <a:buNone/>
            </a:pPr>
            <a:r>
              <a:rPr lang="en-US" sz="1600" b="1" dirty="0">
                <a:solidFill>
                  <a:srgbClr val="0B1F3A"/>
                </a:solidFill>
              </a:rPr>
              <a:t>TB6612FNG</a:t>
            </a:r>
            <a:r>
              <a:rPr lang="en-US" sz="1400" dirty="0">
                <a:solidFill>
                  <a:srgbClr val="5B6B7F"/>
                </a:solidFill>
              </a:rPr>
              <a:t>  —  Motor driver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6 / 16</a:t>
            </a:r>
            <a:endParaRPr lang="en-US" sz="1000" dirty="0"/>
          </a:p>
        </p:txBody>
      </p:sp>
      <p:sp>
        <p:nvSpPr>
          <p:cNvPr id="4" name="Text 2"/>
          <p:cNvSpPr txBox="1"/>
          <p:nvPr/>
        </p:nvSpPr>
        <p:spPr>
          <a:xfrm>
            <a:off x="868680" y="164079"/>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From Concept to Pilot</a:t>
            </a:r>
            <a:endParaRPr lang="en-US" sz="3800" dirty="0"/>
          </a:p>
        </p:txBody>
      </p:sp>
      <p:sp>
        <p:nvSpPr>
          <p:cNvPr id="8" name="Text 5"/>
          <p:cNvSpPr txBox="1"/>
          <p:nvPr/>
        </p:nvSpPr>
        <p:spPr>
          <a:xfrm>
            <a:off x="868680" y="5642874"/>
            <a:ext cx="6675120" cy="320040"/>
          </a:xfrm>
          <a:prstGeom prst="rect">
            <a:avLst/>
          </a:prstGeom>
          <a:noFill/>
          <a:ln/>
        </p:spPr>
        <p:txBody>
          <a:bodyPr wrap="square" lIns="0" tIns="0" rIns="0" bIns="0" rtlCol="0" anchor="t"/>
          <a:lstStyle/>
          <a:p>
            <a:pPr marL="0" indent="0">
              <a:buNone/>
            </a:pPr>
            <a:r>
              <a:rPr lang="en-US" sz="1400" i="1" dirty="0">
                <a:solidFill>
                  <a:srgbClr val="5B6B7F"/>
                </a:solidFill>
              </a:rPr>
              <a:t>Preliminary SG90-based prototype used for pilot data collection</a:t>
            </a:r>
            <a:endParaRPr lang="en-US" sz="1400" dirty="0"/>
          </a:p>
        </p:txBody>
      </p:sp>
      <p:sp>
        <p:nvSpPr>
          <p:cNvPr id="9" name="Text 6"/>
          <p:cNvSpPr txBox="1"/>
          <p:nvPr/>
        </p:nvSpPr>
        <p:spPr>
          <a:xfrm>
            <a:off x="6858000" y="1489959"/>
            <a:ext cx="4023360" cy="1371600"/>
          </a:xfrm>
          <a:prstGeom prst="rect">
            <a:avLst/>
          </a:prstGeom>
          <a:noFill/>
          <a:ln/>
        </p:spPr>
        <p:txBody>
          <a:bodyPr wrap="square" lIns="0" tIns="0" rIns="0" bIns="0" rtlCol="0" anchor="ctr"/>
          <a:lstStyle/>
          <a:p>
            <a:pPr marL="0" indent="0">
              <a:buNone/>
            </a:pPr>
            <a:r>
              <a:rPr lang="en-US" sz="8000" b="1" dirty="0">
                <a:solidFill>
                  <a:srgbClr val="0F7B8A"/>
                </a:solidFill>
              </a:rPr>
              <a:t>68,000+</a:t>
            </a:r>
            <a:endParaRPr lang="en-US" sz="8000" dirty="0"/>
          </a:p>
        </p:txBody>
      </p:sp>
      <p:sp>
        <p:nvSpPr>
          <p:cNvPr id="10" name="Text 7"/>
          <p:cNvSpPr txBox="1"/>
          <p:nvPr/>
        </p:nvSpPr>
        <p:spPr>
          <a:xfrm>
            <a:off x="6858000" y="2907279"/>
            <a:ext cx="4023360" cy="457200"/>
          </a:xfrm>
          <a:prstGeom prst="rect">
            <a:avLst/>
          </a:prstGeom>
          <a:noFill/>
          <a:ln/>
        </p:spPr>
        <p:txBody>
          <a:bodyPr wrap="square" lIns="0" tIns="0" rIns="0" bIns="0" rtlCol="0" anchor="t"/>
          <a:lstStyle/>
          <a:p>
            <a:pPr marL="0" indent="0">
              <a:buNone/>
            </a:pPr>
            <a:r>
              <a:rPr lang="en-US" sz="2400" b="1" dirty="0">
                <a:solidFill>
                  <a:srgbClr val="0B1F3A"/>
                </a:solidFill>
              </a:rPr>
              <a:t>pilot measurements</a:t>
            </a:r>
            <a:endParaRPr lang="en-US" sz="2400" dirty="0"/>
          </a:p>
        </p:txBody>
      </p:sp>
      <p:sp>
        <p:nvSpPr>
          <p:cNvPr id="11" name="Text 8"/>
          <p:cNvSpPr txBox="1"/>
          <p:nvPr/>
        </p:nvSpPr>
        <p:spPr>
          <a:xfrm>
            <a:off x="6858000" y="3410199"/>
            <a:ext cx="4023360" cy="365760"/>
          </a:xfrm>
          <a:prstGeom prst="rect">
            <a:avLst/>
          </a:prstGeom>
          <a:noFill/>
          <a:ln/>
        </p:spPr>
        <p:txBody>
          <a:bodyPr wrap="square" lIns="0" tIns="0" rIns="0" bIns="0" rtlCol="0" anchor="t"/>
          <a:lstStyle/>
          <a:p>
            <a:pPr marL="0" indent="0">
              <a:buNone/>
            </a:pPr>
            <a:r>
              <a:rPr lang="en-US" sz="2000" dirty="0">
                <a:solidFill>
                  <a:srgbClr val="5B6B7F"/>
                </a:solidFill>
              </a:rPr>
              <a:t>2 indoor campaigns</a:t>
            </a:r>
            <a:endParaRPr lang="en-US" sz="2000" dirty="0"/>
          </a:p>
        </p:txBody>
      </p:sp>
      <p:sp>
        <p:nvSpPr>
          <p:cNvPr id="12" name="Shape 9"/>
          <p:cNvSpPr/>
          <p:nvPr/>
        </p:nvSpPr>
        <p:spPr>
          <a:xfrm>
            <a:off x="6766560" y="4443984"/>
            <a:ext cx="3931920" cy="868680"/>
          </a:xfrm>
          <a:prstGeom prst="roundRect">
            <a:avLst>
              <a:gd name="adj" fmla="val 14737"/>
            </a:avLst>
          </a:prstGeom>
          <a:solidFill>
            <a:srgbClr val="FFFFFF"/>
          </a:solidFill>
          <a:ln w="19050">
            <a:solidFill>
              <a:srgbClr val="C0392B"/>
            </a:solidFill>
            <a:prstDash val="solid"/>
          </a:ln>
        </p:spPr>
        <p:txBody>
          <a:bodyPr/>
          <a:lstStyle/>
          <a:p>
            <a:endParaRPr lang="en-US"/>
          </a:p>
        </p:txBody>
      </p:sp>
      <p:sp>
        <p:nvSpPr>
          <p:cNvPr id="13" name="Text 10"/>
          <p:cNvSpPr txBox="1"/>
          <p:nvPr/>
        </p:nvSpPr>
        <p:spPr>
          <a:xfrm>
            <a:off x="6858000" y="4443984"/>
            <a:ext cx="3749040" cy="868680"/>
          </a:xfrm>
          <a:prstGeom prst="rect">
            <a:avLst/>
          </a:prstGeom>
          <a:noFill/>
          <a:ln/>
        </p:spPr>
        <p:txBody>
          <a:bodyPr wrap="square" lIns="0" tIns="0" rIns="0" bIns="0" rtlCol="0" anchor="ctr"/>
          <a:lstStyle/>
          <a:p>
            <a:pPr marL="0" indent="0" algn="ctr">
              <a:buNone/>
            </a:pPr>
            <a:r>
              <a:rPr lang="en-US" sz="1600" b="1" dirty="0">
                <a:solidFill>
                  <a:srgbClr val="1B2A3D"/>
                </a:solidFill>
              </a:rPr>
              <a:t>Pilot prototype  ≠  Final thesis platform</a:t>
            </a:r>
            <a:endParaRPr lang="en-US" sz="1600" dirty="0"/>
          </a:p>
        </p:txBody>
      </p:sp>
      <p:pic>
        <p:nvPicPr>
          <p:cNvPr id="15" name="Picture 14">
            <a:extLst>
              <a:ext uri="{FF2B5EF4-FFF2-40B4-BE49-F238E27FC236}">
                <a16:creationId xmlns:a16="http://schemas.microsoft.com/office/drawing/2014/main" id="{CB4CD54A-810C-012E-8DF2-2EC42B974FB5}"/>
              </a:ext>
            </a:extLst>
          </p:cNvPr>
          <p:cNvPicPr>
            <a:picLocks noChangeAspect="1"/>
          </p:cNvPicPr>
          <p:nvPr/>
        </p:nvPicPr>
        <p:blipFill>
          <a:blip r:embed="rId3"/>
          <a:stretch>
            <a:fillRect/>
          </a:stretch>
        </p:blipFill>
        <p:spPr>
          <a:xfrm>
            <a:off x="1302097" y="1024128"/>
            <a:ext cx="3490729" cy="44162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7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Scan → Measure → Repeat → Reconstruct</a:t>
            </a:r>
            <a:endParaRPr lang="en-US" sz="3800" dirty="0"/>
          </a:p>
        </p:txBody>
      </p:sp>
      <p:sp>
        <p:nvSpPr>
          <p:cNvPr id="5" name="Shape 3"/>
          <p:cNvSpPr/>
          <p:nvPr/>
        </p:nvSpPr>
        <p:spPr>
          <a:xfrm>
            <a:off x="548640" y="1463040"/>
            <a:ext cx="1737360" cy="685800"/>
          </a:xfrm>
          <a:prstGeom prst="roundRect">
            <a:avLst>
              <a:gd name="adj" fmla="val 49333"/>
            </a:avLst>
          </a:prstGeom>
          <a:solidFill>
            <a:srgbClr val="0B1F3A"/>
          </a:solidFill>
          <a:ln/>
        </p:spPr>
        <p:txBody>
          <a:bodyPr/>
          <a:lstStyle/>
          <a:p>
            <a:endParaRPr lang="en-US"/>
          </a:p>
        </p:txBody>
      </p:sp>
      <p:sp>
        <p:nvSpPr>
          <p:cNvPr id="6" name="Text 4"/>
          <p:cNvSpPr txBox="1"/>
          <p:nvPr/>
        </p:nvSpPr>
        <p:spPr>
          <a:xfrm>
            <a:off x="54864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Pan</a:t>
            </a:r>
            <a:endParaRPr lang="en-US" sz="2000" dirty="0"/>
          </a:p>
        </p:txBody>
      </p:sp>
      <p:sp>
        <p:nvSpPr>
          <p:cNvPr id="7" name="Shape 5"/>
          <p:cNvSpPr/>
          <p:nvPr/>
        </p:nvSpPr>
        <p:spPr>
          <a:xfrm>
            <a:off x="2377440" y="1805940"/>
            <a:ext cx="411480" cy="0"/>
          </a:xfrm>
          <a:prstGeom prst="line">
            <a:avLst/>
          </a:prstGeom>
          <a:noFill/>
          <a:ln w="25400">
            <a:solidFill>
              <a:srgbClr val="5B6B7F"/>
            </a:solidFill>
            <a:prstDash val="solid"/>
            <a:tailEnd type="triangle"/>
          </a:ln>
        </p:spPr>
        <p:txBody>
          <a:bodyPr/>
          <a:lstStyle/>
          <a:p>
            <a:endParaRPr lang="en-US"/>
          </a:p>
        </p:txBody>
      </p:sp>
      <p:sp>
        <p:nvSpPr>
          <p:cNvPr id="8" name="Shape 6"/>
          <p:cNvSpPr/>
          <p:nvPr/>
        </p:nvSpPr>
        <p:spPr>
          <a:xfrm>
            <a:off x="2880360" y="1463040"/>
            <a:ext cx="1737360" cy="685800"/>
          </a:xfrm>
          <a:prstGeom prst="roundRect">
            <a:avLst>
              <a:gd name="adj" fmla="val 49333"/>
            </a:avLst>
          </a:prstGeom>
          <a:solidFill>
            <a:srgbClr val="0B1F3A"/>
          </a:solidFill>
          <a:ln/>
        </p:spPr>
        <p:txBody>
          <a:bodyPr/>
          <a:lstStyle/>
          <a:p>
            <a:endParaRPr lang="en-US"/>
          </a:p>
        </p:txBody>
      </p:sp>
      <p:sp>
        <p:nvSpPr>
          <p:cNvPr id="9" name="Text 7"/>
          <p:cNvSpPr txBox="1"/>
          <p:nvPr/>
        </p:nvSpPr>
        <p:spPr>
          <a:xfrm>
            <a:off x="288036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Tilt</a:t>
            </a:r>
            <a:endParaRPr lang="en-US" sz="2000" dirty="0"/>
          </a:p>
        </p:txBody>
      </p:sp>
      <p:sp>
        <p:nvSpPr>
          <p:cNvPr id="10" name="Shape 8"/>
          <p:cNvSpPr/>
          <p:nvPr/>
        </p:nvSpPr>
        <p:spPr>
          <a:xfrm>
            <a:off x="4709160" y="1805940"/>
            <a:ext cx="411480" cy="0"/>
          </a:xfrm>
          <a:prstGeom prst="line">
            <a:avLst/>
          </a:prstGeom>
          <a:noFill/>
          <a:ln w="25400">
            <a:solidFill>
              <a:srgbClr val="5B6B7F"/>
            </a:solidFill>
            <a:prstDash val="solid"/>
            <a:tailEnd type="triangle"/>
          </a:ln>
        </p:spPr>
        <p:txBody>
          <a:bodyPr/>
          <a:lstStyle/>
          <a:p>
            <a:endParaRPr lang="en-US"/>
          </a:p>
        </p:txBody>
      </p:sp>
      <p:sp>
        <p:nvSpPr>
          <p:cNvPr id="11" name="Shape 9"/>
          <p:cNvSpPr/>
          <p:nvPr/>
        </p:nvSpPr>
        <p:spPr>
          <a:xfrm>
            <a:off x="5212080" y="1463040"/>
            <a:ext cx="1737360" cy="685800"/>
          </a:xfrm>
          <a:prstGeom prst="roundRect">
            <a:avLst>
              <a:gd name="adj" fmla="val 49333"/>
            </a:avLst>
          </a:prstGeom>
          <a:solidFill>
            <a:srgbClr val="0B1F3A"/>
          </a:solidFill>
          <a:ln/>
        </p:spPr>
        <p:txBody>
          <a:bodyPr/>
          <a:lstStyle/>
          <a:p>
            <a:endParaRPr lang="en-US"/>
          </a:p>
        </p:txBody>
      </p:sp>
      <p:sp>
        <p:nvSpPr>
          <p:cNvPr id="12" name="Text 10"/>
          <p:cNvSpPr txBox="1"/>
          <p:nvPr/>
        </p:nvSpPr>
        <p:spPr>
          <a:xfrm>
            <a:off x="521208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Measure</a:t>
            </a:r>
            <a:endParaRPr lang="en-US" sz="2000" dirty="0"/>
          </a:p>
        </p:txBody>
      </p:sp>
      <p:sp>
        <p:nvSpPr>
          <p:cNvPr id="13" name="Shape 11"/>
          <p:cNvSpPr/>
          <p:nvPr/>
        </p:nvSpPr>
        <p:spPr>
          <a:xfrm>
            <a:off x="7040880" y="1805940"/>
            <a:ext cx="411480" cy="0"/>
          </a:xfrm>
          <a:prstGeom prst="line">
            <a:avLst/>
          </a:prstGeom>
          <a:noFill/>
          <a:ln w="25400">
            <a:solidFill>
              <a:srgbClr val="5B6B7F"/>
            </a:solidFill>
            <a:prstDash val="solid"/>
            <a:tailEnd type="triangle"/>
          </a:ln>
        </p:spPr>
        <p:txBody>
          <a:bodyPr/>
          <a:lstStyle/>
          <a:p>
            <a:endParaRPr lang="en-US"/>
          </a:p>
        </p:txBody>
      </p:sp>
      <p:sp>
        <p:nvSpPr>
          <p:cNvPr id="14" name="Shape 12"/>
          <p:cNvSpPr/>
          <p:nvPr/>
        </p:nvSpPr>
        <p:spPr>
          <a:xfrm>
            <a:off x="7543800" y="1463040"/>
            <a:ext cx="1737360" cy="685800"/>
          </a:xfrm>
          <a:prstGeom prst="roundRect">
            <a:avLst>
              <a:gd name="adj" fmla="val 49333"/>
            </a:avLst>
          </a:prstGeom>
          <a:solidFill>
            <a:srgbClr val="0B1F3A"/>
          </a:solidFill>
          <a:ln/>
        </p:spPr>
        <p:txBody>
          <a:bodyPr/>
          <a:lstStyle/>
          <a:p>
            <a:endParaRPr lang="en-US"/>
          </a:p>
        </p:txBody>
      </p:sp>
      <p:sp>
        <p:nvSpPr>
          <p:cNvPr id="15" name="Text 13"/>
          <p:cNvSpPr txBox="1"/>
          <p:nvPr/>
        </p:nvSpPr>
        <p:spPr>
          <a:xfrm>
            <a:off x="754380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Point</a:t>
            </a:r>
            <a:endParaRPr lang="en-US" sz="2000" dirty="0"/>
          </a:p>
        </p:txBody>
      </p:sp>
      <p:sp>
        <p:nvSpPr>
          <p:cNvPr id="16" name="Shape 14"/>
          <p:cNvSpPr/>
          <p:nvPr/>
        </p:nvSpPr>
        <p:spPr>
          <a:xfrm>
            <a:off x="9372600" y="1805940"/>
            <a:ext cx="411480" cy="0"/>
          </a:xfrm>
          <a:prstGeom prst="line">
            <a:avLst/>
          </a:prstGeom>
          <a:noFill/>
          <a:ln w="25400">
            <a:solidFill>
              <a:srgbClr val="5B6B7F"/>
            </a:solidFill>
            <a:prstDash val="solid"/>
            <a:tailEnd type="triangle"/>
          </a:ln>
        </p:spPr>
        <p:txBody>
          <a:bodyPr/>
          <a:lstStyle/>
          <a:p>
            <a:endParaRPr lang="en-US"/>
          </a:p>
        </p:txBody>
      </p:sp>
      <p:sp>
        <p:nvSpPr>
          <p:cNvPr id="17" name="Shape 15"/>
          <p:cNvSpPr/>
          <p:nvPr/>
        </p:nvSpPr>
        <p:spPr>
          <a:xfrm>
            <a:off x="9875520" y="1463040"/>
            <a:ext cx="1737360" cy="685800"/>
          </a:xfrm>
          <a:prstGeom prst="roundRect">
            <a:avLst>
              <a:gd name="adj" fmla="val 49333"/>
            </a:avLst>
          </a:prstGeom>
          <a:solidFill>
            <a:srgbClr val="0F7B8A"/>
          </a:solidFill>
          <a:ln/>
        </p:spPr>
        <p:txBody>
          <a:bodyPr/>
          <a:lstStyle/>
          <a:p>
            <a:endParaRPr lang="en-US"/>
          </a:p>
        </p:txBody>
      </p:sp>
      <p:sp>
        <p:nvSpPr>
          <p:cNvPr id="18" name="Text 16"/>
          <p:cNvSpPr txBox="1"/>
          <p:nvPr/>
        </p:nvSpPr>
        <p:spPr>
          <a:xfrm>
            <a:off x="9875520" y="1463040"/>
            <a:ext cx="1737360" cy="685800"/>
          </a:xfrm>
          <a:prstGeom prst="rect">
            <a:avLst/>
          </a:prstGeom>
          <a:noFill/>
          <a:ln/>
        </p:spPr>
        <p:txBody>
          <a:bodyPr wrap="square" lIns="0" tIns="0" rIns="0" bIns="0" rtlCol="0" anchor="ctr"/>
          <a:lstStyle/>
          <a:p>
            <a:pPr marL="0" indent="0" algn="ctr">
              <a:buNone/>
            </a:pPr>
            <a:r>
              <a:rPr lang="en-US" sz="2000" b="1" dirty="0">
                <a:solidFill>
                  <a:srgbClr val="FFFFFF"/>
                </a:solidFill>
              </a:rPr>
              <a:t>Repeat</a:t>
            </a:r>
            <a:endParaRPr lang="en-US" sz="2000" dirty="0"/>
          </a:p>
        </p:txBody>
      </p:sp>
      <p:sp>
        <p:nvSpPr>
          <p:cNvPr id="19" name="Shape 17"/>
          <p:cNvSpPr/>
          <p:nvPr/>
        </p:nvSpPr>
        <p:spPr>
          <a:xfrm>
            <a:off x="548640" y="2514600"/>
            <a:ext cx="3383280" cy="2743200"/>
          </a:xfrm>
          <a:prstGeom prst="roundRect">
            <a:avLst>
              <a:gd name="adj" fmla="val 4000"/>
            </a:avLst>
          </a:prstGeom>
          <a:solidFill>
            <a:srgbClr val="EEF2F6"/>
          </a:solidFill>
          <a:ln/>
        </p:spPr>
        <p:txBody>
          <a:bodyPr/>
          <a:lstStyle/>
          <a:p>
            <a:endParaRPr lang="en-US"/>
          </a:p>
        </p:txBody>
      </p:sp>
      <p:sp>
        <p:nvSpPr>
          <p:cNvPr id="20" name="Shape 18"/>
          <p:cNvSpPr/>
          <p:nvPr/>
        </p:nvSpPr>
        <p:spPr>
          <a:xfrm>
            <a:off x="897606" y="2829268"/>
            <a:ext cx="91440" cy="91440"/>
          </a:xfrm>
          <a:prstGeom prst="ellipse">
            <a:avLst/>
          </a:prstGeom>
          <a:solidFill>
            <a:srgbClr val="0F7B8A"/>
          </a:solidFill>
          <a:ln/>
        </p:spPr>
        <p:txBody>
          <a:bodyPr/>
          <a:lstStyle/>
          <a:p>
            <a:endParaRPr lang="en-US"/>
          </a:p>
        </p:txBody>
      </p:sp>
      <p:sp>
        <p:nvSpPr>
          <p:cNvPr id="21" name="Shape 19"/>
          <p:cNvSpPr/>
          <p:nvPr/>
        </p:nvSpPr>
        <p:spPr>
          <a:xfrm>
            <a:off x="2276708" y="2799689"/>
            <a:ext cx="91440" cy="91440"/>
          </a:xfrm>
          <a:prstGeom prst="ellipse">
            <a:avLst/>
          </a:prstGeom>
          <a:solidFill>
            <a:srgbClr val="0F7B8A"/>
          </a:solidFill>
          <a:ln/>
        </p:spPr>
        <p:txBody>
          <a:bodyPr/>
          <a:lstStyle/>
          <a:p>
            <a:endParaRPr lang="en-US"/>
          </a:p>
        </p:txBody>
      </p:sp>
      <p:sp>
        <p:nvSpPr>
          <p:cNvPr id="22" name="Shape 20"/>
          <p:cNvSpPr/>
          <p:nvPr/>
        </p:nvSpPr>
        <p:spPr>
          <a:xfrm>
            <a:off x="3483021" y="2763159"/>
            <a:ext cx="91440" cy="91440"/>
          </a:xfrm>
          <a:prstGeom prst="ellipse">
            <a:avLst/>
          </a:prstGeom>
          <a:solidFill>
            <a:srgbClr val="0F7B8A"/>
          </a:solidFill>
          <a:ln/>
        </p:spPr>
        <p:txBody>
          <a:bodyPr/>
          <a:lstStyle/>
          <a:p>
            <a:endParaRPr lang="en-US"/>
          </a:p>
        </p:txBody>
      </p:sp>
      <p:sp>
        <p:nvSpPr>
          <p:cNvPr id="23" name="Shape 21"/>
          <p:cNvSpPr/>
          <p:nvPr/>
        </p:nvSpPr>
        <p:spPr>
          <a:xfrm>
            <a:off x="1806643" y="3359441"/>
            <a:ext cx="91440" cy="91440"/>
          </a:xfrm>
          <a:prstGeom prst="ellipse">
            <a:avLst/>
          </a:prstGeom>
          <a:solidFill>
            <a:srgbClr val="0F7B8A"/>
          </a:solidFill>
          <a:ln/>
        </p:spPr>
        <p:txBody>
          <a:bodyPr/>
          <a:lstStyle/>
          <a:p>
            <a:endParaRPr lang="en-US"/>
          </a:p>
        </p:txBody>
      </p:sp>
      <p:sp>
        <p:nvSpPr>
          <p:cNvPr id="24" name="Shape 22"/>
          <p:cNvSpPr/>
          <p:nvPr/>
        </p:nvSpPr>
        <p:spPr>
          <a:xfrm>
            <a:off x="2200020" y="3273299"/>
            <a:ext cx="91440" cy="91440"/>
          </a:xfrm>
          <a:prstGeom prst="ellipse">
            <a:avLst/>
          </a:prstGeom>
          <a:solidFill>
            <a:srgbClr val="0F7B8A"/>
          </a:solidFill>
          <a:ln/>
        </p:spPr>
        <p:txBody>
          <a:bodyPr/>
          <a:lstStyle/>
          <a:p>
            <a:endParaRPr lang="en-US"/>
          </a:p>
        </p:txBody>
      </p:sp>
      <p:sp>
        <p:nvSpPr>
          <p:cNvPr id="25" name="Shape 23"/>
          <p:cNvSpPr/>
          <p:nvPr/>
        </p:nvSpPr>
        <p:spPr>
          <a:xfrm>
            <a:off x="2392599" y="3277575"/>
            <a:ext cx="91440" cy="91440"/>
          </a:xfrm>
          <a:prstGeom prst="ellipse">
            <a:avLst/>
          </a:prstGeom>
          <a:solidFill>
            <a:srgbClr val="0F7B8A"/>
          </a:solidFill>
          <a:ln/>
        </p:spPr>
        <p:txBody>
          <a:bodyPr/>
          <a:lstStyle/>
          <a:p>
            <a:endParaRPr lang="en-US"/>
          </a:p>
        </p:txBody>
      </p:sp>
      <p:sp>
        <p:nvSpPr>
          <p:cNvPr id="26" name="Shape 24"/>
          <p:cNvSpPr/>
          <p:nvPr/>
        </p:nvSpPr>
        <p:spPr>
          <a:xfrm>
            <a:off x="870914" y="2827306"/>
            <a:ext cx="91440" cy="91440"/>
          </a:xfrm>
          <a:prstGeom prst="ellipse">
            <a:avLst/>
          </a:prstGeom>
          <a:solidFill>
            <a:srgbClr val="0F7B8A"/>
          </a:solidFill>
          <a:ln/>
        </p:spPr>
        <p:txBody>
          <a:bodyPr/>
          <a:lstStyle/>
          <a:p>
            <a:endParaRPr lang="en-US"/>
          </a:p>
        </p:txBody>
      </p:sp>
      <p:sp>
        <p:nvSpPr>
          <p:cNvPr id="27" name="Shape 25"/>
          <p:cNvSpPr/>
          <p:nvPr/>
        </p:nvSpPr>
        <p:spPr>
          <a:xfrm>
            <a:off x="1206250" y="3042477"/>
            <a:ext cx="91440" cy="91440"/>
          </a:xfrm>
          <a:prstGeom prst="ellipse">
            <a:avLst/>
          </a:prstGeom>
          <a:solidFill>
            <a:srgbClr val="0F7B8A"/>
          </a:solidFill>
          <a:ln/>
        </p:spPr>
        <p:txBody>
          <a:bodyPr/>
          <a:lstStyle/>
          <a:p>
            <a:endParaRPr lang="en-US"/>
          </a:p>
        </p:txBody>
      </p:sp>
      <p:sp>
        <p:nvSpPr>
          <p:cNvPr id="28" name="Shape 26"/>
          <p:cNvSpPr/>
          <p:nvPr/>
        </p:nvSpPr>
        <p:spPr>
          <a:xfrm>
            <a:off x="1506449" y="3321625"/>
            <a:ext cx="91440" cy="91440"/>
          </a:xfrm>
          <a:prstGeom prst="ellipse">
            <a:avLst/>
          </a:prstGeom>
          <a:solidFill>
            <a:srgbClr val="0F7B8A"/>
          </a:solidFill>
          <a:ln/>
        </p:spPr>
        <p:txBody>
          <a:bodyPr/>
          <a:lstStyle/>
          <a:p>
            <a:endParaRPr lang="en-US"/>
          </a:p>
        </p:txBody>
      </p:sp>
      <p:sp>
        <p:nvSpPr>
          <p:cNvPr id="29" name="Shape 27"/>
          <p:cNvSpPr/>
          <p:nvPr/>
        </p:nvSpPr>
        <p:spPr>
          <a:xfrm>
            <a:off x="3546334" y="3326979"/>
            <a:ext cx="91440" cy="91440"/>
          </a:xfrm>
          <a:prstGeom prst="ellipse">
            <a:avLst/>
          </a:prstGeom>
          <a:solidFill>
            <a:srgbClr val="0F7B8A"/>
          </a:solidFill>
          <a:ln/>
        </p:spPr>
        <p:txBody>
          <a:bodyPr/>
          <a:lstStyle/>
          <a:p>
            <a:endParaRPr lang="en-US"/>
          </a:p>
        </p:txBody>
      </p:sp>
      <p:sp>
        <p:nvSpPr>
          <p:cNvPr id="30" name="Shape 28"/>
          <p:cNvSpPr/>
          <p:nvPr/>
        </p:nvSpPr>
        <p:spPr>
          <a:xfrm>
            <a:off x="3466252" y="3573061"/>
            <a:ext cx="91440" cy="91440"/>
          </a:xfrm>
          <a:prstGeom prst="ellipse">
            <a:avLst/>
          </a:prstGeom>
          <a:solidFill>
            <a:srgbClr val="0F7B8A"/>
          </a:solidFill>
          <a:ln/>
        </p:spPr>
        <p:txBody>
          <a:bodyPr/>
          <a:lstStyle/>
          <a:p>
            <a:endParaRPr lang="en-US"/>
          </a:p>
        </p:txBody>
      </p:sp>
      <p:sp>
        <p:nvSpPr>
          <p:cNvPr id="31" name="Shape 29"/>
          <p:cNvSpPr/>
          <p:nvPr/>
        </p:nvSpPr>
        <p:spPr>
          <a:xfrm>
            <a:off x="3515801" y="4932879"/>
            <a:ext cx="91440" cy="91440"/>
          </a:xfrm>
          <a:prstGeom prst="ellipse">
            <a:avLst/>
          </a:prstGeom>
          <a:solidFill>
            <a:srgbClr val="0F7B8A"/>
          </a:solidFill>
          <a:ln/>
        </p:spPr>
        <p:txBody>
          <a:bodyPr/>
          <a:lstStyle/>
          <a:p>
            <a:endParaRPr lang="en-US"/>
          </a:p>
        </p:txBody>
      </p:sp>
      <p:sp>
        <p:nvSpPr>
          <p:cNvPr id="32" name="Shape 30"/>
          <p:cNvSpPr/>
          <p:nvPr/>
        </p:nvSpPr>
        <p:spPr>
          <a:xfrm>
            <a:off x="2820151" y="3448953"/>
            <a:ext cx="91440" cy="91440"/>
          </a:xfrm>
          <a:prstGeom prst="ellipse">
            <a:avLst/>
          </a:prstGeom>
          <a:solidFill>
            <a:srgbClr val="0F7B8A"/>
          </a:solidFill>
          <a:ln/>
        </p:spPr>
        <p:txBody>
          <a:bodyPr/>
          <a:lstStyle/>
          <a:p>
            <a:endParaRPr lang="en-US"/>
          </a:p>
        </p:txBody>
      </p:sp>
      <p:sp>
        <p:nvSpPr>
          <p:cNvPr id="33" name="Shape 31"/>
          <p:cNvSpPr/>
          <p:nvPr/>
        </p:nvSpPr>
        <p:spPr>
          <a:xfrm>
            <a:off x="2743692" y="3915464"/>
            <a:ext cx="91440" cy="91440"/>
          </a:xfrm>
          <a:prstGeom prst="ellipse">
            <a:avLst/>
          </a:prstGeom>
          <a:solidFill>
            <a:srgbClr val="0F7B8A"/>
          </a:solidFill>
          <a:ln/>
        </p:spPr>
        <p:txBody>
          <a:bodyPr/>
          <a:lstStyle/>
          <a:p>
            <a:endParaRPr lang="en-US"/>
          </a:p>
        </p:txBody>
      </p:sp>
      <p:sp>
        <p:nvSpPr>
          <p:cNvPr id="34" name="Shape 32"/>
          <p:cNvSpPr/>
          <p:nvPr/>
        </p:nvSpPr>
        <p:spPr>
          <a:xfrm>
            <a:off x="2813112" y="4097344"/>
            <a:ext cx="91440" cy="91440"/>
          </a:xfrm>
          <a:prstGeom prst="ellipse">
            <a:avLst/>
          </a:prstGeom>
          <a:solidFill>
            <a:srgbClr val="0F7B8A"/>
          </a:solidFill>
          <a:ln/>
        </p:spPr>
        <p:txBody>
          <a:bodyPr/>
          <a:lstStyle/>
          <a:p>
            <a:endParaRPr lang="en-US"/>
          </a:p>
        </p:txBody>
      </p:sp>
      <p:sp>
        <p:nvSpPr>
          <p:cNvPr id="35" name="Shape 33"/>
          <p:cNvSpPr/>
          <p:nvPr/>
        </p:nvSpPr>
        <p:spPr>
          <a:xfrm>
            <a:off x="3364297" y="2889830"/>
            <a:ext cx="91440" cy="91440"/>
          </a:xfrm>
          <a:prstGeom prst="ellipse">
            <a:avLst/>
          </a:prstGeom>
          <a:solidFill>
            <a:srgbClr val="0F7B8A"/>
          </a:solidFill>
          <a:ln/>
        </p:spPr>
        <p:txBody>
          <a:bodyPr/>
          <a:lstStyle/>
          <a:p>
            <a:endParaRPr lang="en-US"/>
          </a:p>
        </p:txBody>
      </p:sp>
      <p:sp>
        <p:nvSpPr>
          <p:cNvPr id="36" name="Shape 34"/>
          <p:cNvSpPr/>
          <p:nvPr/>
        </p:nvSpPr>
        <p:spPr>
          <a:xfrm>
            <a:off x="3056236" y="3047291"/>
            <a:ext cx="91440" cy="91440"/>
          </a:xfrm>
          <a:prstGeom prst="ellipse">
            <a:avLst/>
          </a:prstGeom>
          <a:solidFill>
            <a:srgbClr val="0F7B8A"/>
          </a:solidFill>
          <a:ln/>
        </p:spPr>
        <p:txBody>
          <a:bodyPr/>
          <a:lstStyle/>
          <a:p>
            <a:endParaRPr lang="en-US"/>
          </a:p>
        </p:txBody>
      </p:sp>
      <p:sp>
        <p:nvSpPr>
          <p:cNvPr id="37" name="Shape 35"/>
          <p:cNvSpPr/>
          <p:nvPr/>
        </p:nvSpPr>
        <p:spPr>
          <a:xfrm>
            <a:off x="3071559" y="3175073"/>
            <a:ext cx="91440" cy="91440"/>
          </a:xfrm>
          <a:prstGeom prst="ellipse">
            <a:avLst/>
          </a:prstGeom>
          <a:solidFill>
            <a:srgbClr val="0F7B8A"/>
          </a:solidFill>
          <a:ln/>
        </p:spPr>
        <p:txBody>
          <a:bodyPr/>
          <a:lstStyle/>
          <a:p>
            <a:endParaRPr lang="en-US"/>
          </a:p>
        </p:txBody>
      </p:sp>
      <p:sp>
        <p:nvSpPr>
          <p:cNvPr id="38" name="Shape 36"/>
          <p:cNvSpPr/>
          <p:nvPr/>
        </p:nvSpPr>
        <p:spPr>
          <a:xfrm>
            <a:off x="3038721" y="4860972"/>
            <a:ext cx="91440" cy="91440"/>
          </a:xfrm>
          <a:prstGeom prst="ellipse">
            <a:avLst/>
          </a:prstGeom>
          <a:solidFill>
            <a:srgbClr val="0F7B8A"/>
          </a:solidFill>
          <a:ln/>
        </p:spPr>
        <p:txBody>
          <a:bodyPr/>
          <a:lstStyle/>
          <a:p>
            <a:endParaRPr lang="en-US"/>
          </a:p>
        </p:txBody>
      </p:sp>
      <p:sp>
        <p:nvSpPr>
          <p:cNvPr id="39" name="Shape 37"/>
          <p:cNvSpPr/>
          <p:nvPr/>
        </p:nvSpPr>
        <p:spPr>
          <a:xfrm>
            <a:off x="1839878" y="4867006"/>
            <a:ext cx="91440" cy="91440"/>
          </a:xfrm>
          <a:prstGeom prst="ellipse">
            <a:avLst/>
          </a:prstGeom>
          <a:solidFill>
            <a:srgbClr val="0F7B8A"/>
          </a:solidFill>
          <a:ln/>
        </p:spPr>
        <p:txBody>
          <a:bodyPr/>
          <a:lstStyle/>
          <a:p>
            <a:endParaRPr lang="en-US"/>
          </a:p>
        </p:txBody>
      </p:sp>
      <p:sp>
        <p:nvSpPr>
          <p:cNvPr id="40" name="Shape 38"/>
          <p:cNvSpPr/>
          <p:nvPr/>
        </p:nvSpPr>
        <p:spPr>
          <a:xfrm>
            <a:off x="881122" y="4929581"/>
            <a:ext cx="91440" cy="91440"/>
          </a:xfrm>
          <a:prstGeom prst="ellipse">
            <a:avLst/>
          </a:prstGeom>
          <a:solidFill>
            <a:srgbClr val="0F7B8A"/>
          </a:solidFill>
          <a:ln/>
        </p:spPr>
        <p:txBody>
          <a:bodyPr/>
          <a:lstStyle/>
          <a:p>
            <a:endParaRPr lang="en-US"/>
          </a:p>
        </p:txBody>
      </p:sp>
      <p:sp>
        <p:nvSpPr>
          <p:cNvPr id="41" name="Shape 39"/>
          <p:cNvSpPr/>
          <p:nvPr/>
        </p:nvSpPr>
        <p:spPr>
          <a:xfrm>
            <a:off x="2529903" y="4352381"/>
            <a:ext cx="91440" cy="91440"/>
          </a:xfrm>
          <a:prstGeom prst="ellipse">
            <a:avLst/>
          </a:prstGeom>
          <a:solidFill>
            <a:srgbClr val="0F7B8A"/>
          </a:solidFill>
          <a:ln/>
        </p:spPr>
        <p:txBody>
          <a:bodyPr/>
          <a:lstStyle/>
          <a:p>
            <a:endParaRPr lang="en-US"/>
          </a:p>
        </p:txBody>
      </p:sp>
      <p:sp>
        <p:nvSpPr>
          <p:cNvPr id="42" name="Shape 40"/>
          <p:cNvSpPr/>
          <p:nvPr/>
        </p:nvSpPr>
        <p:spPr>
          <a:xfrm>
            <a:off x="2204415" y="4410486"/>
            <a:ext cx="91440" cy="91440"/>
          </a:xfrm>
          <a:prstGeom prst="ellipse">
            <a:avLst/>
          </a:prstGeom>
          <a:solidFill>
            <a:srgbClr val="0F7B8A"/>
          </a:solidFill>
          <a:ln/>
        </p:spPr>
        <p:txBody>
          <a:bodyPr/>
          <a:lstStyle/>
          <a:p>
            <a:endParaRPr lang="en-US"/>
          </a:p>
        </p:txBody>
      </p:sp>
      <p:sp>
        <p:nvSpPr>
          <p:cNvPr id="43" name="Shape 41"/>
          <p:cNvSpPr/>
          <p:nvPr/>
        </p:nvSpPr>
        <p:spPr>
          <a:xfrm>
            <a:off x="1788312" y="4318746"/>
            <a:ext cx="91440" cy="91440"/>
          </a:xfrm>
          <a:prstGeom prst="ellipse">
            <a:avLst/>
          </a:prstGeom>
          <a:solidFill>
            <a:srgbClr val="0F7B8A"/>
          </a:solidFill>
          <a:ln/>
        </p:spPr>
        <p:txBody>
          <a:bodyPr/>
          <a:lstStyle/>
          <a:p>
            <a:endParaRPr lang="en-US"/>
          </a:p>
        </p:txBody>
      </p:sp>
      <p:sp>
        <p:nvSpPr>
          <p:cNvPr id="44" name="Shape 42"/>
          <p:cNvSpPr/>
          <p:nvPr/>
        </p:nvSpPr>
        <p:spPr>
          <a:xfrm>
            <a:off x="3283812" y="4707370"/>
            <a:ext cx="91440" cy="91440"/>
          </a:xfrm>
          <a:prstGeom prst="ellipse">
            <a:avLst/>
          </a:prstGeom>
          <a:solidFill>
            <a:srgbClr val="0F7B8A"/>
          </a:solidFill>
          <a:ln/>
        </p:spPr>
        <p:txBody>
          <a:bodyPr/>
          <a:lstStyle/>
          <a:p>
            <a:endParaRPr lang="en-US"/>
          </a:p>
        </p:txBody>
      </p:sp>
      <p:sp>
        <p:nvSpPr>
          <p:cNvPr id="45" name="Shape 43"/>
          <p:cNvSpPr/>
          <p:nvPr/>
        </p:nvSpPr>
        <p:spPr>
          <a:xfrm>
            <a:off x="3115080" y="4535562"/>
            <a:ext cx="91440" cy="91440"/>
          </a:xfrm>
          <a:prstGeom prst="ellipse">
            <a:avLst/>
          </a:prstGeom>
          <a:solidFill>
            <a:srgbClr val="0F7B8A"/>
          </a:solidFill>
          <a:ln/>
        </p:spPr>
        <p:txBody>
          <a:bodyPr/>
          <a:lstStyle/>
          <a:p>
            <a:endParaRPr lang="en-US"/>
          </a:p>
        </p:txBody>
      </p:sp>
      <p:sp>
        <p:nvSpPr>
          <p:cNvPr id="46" name="Shape 44"/>
          <p:cNvSpPr/>
          <p:nvPr/>
        </p:nvSpPr>
        <p:spPr>
          <a:xfrm>
            <a:off x="2744238" y="4354987"/>
            <a:ext cx="91440" cy="91440"/>
          </a:xfrm>
          <a:prstGeom prst="ellipse">
            <a:avLst/>
          </a:prstGeom>
          <a:solidFill>
            <a:srgbClr val="0F7B8A"/>
          </a:solidFill>
          <a:ln/>
        </p:spPr>
        <p:txBody>
          <a:bodyPr/>
          <a:lstStyle/>
          <a:p>
            <a:endParaRPr lang="en-US"/>
          </a:p>
        </p:txBody>
      </p:sp>
      <p:sp>
        <p:nvSpPr>
          <p:cNvPr id="47" name="Shape 45"/>
          <p:cNvSpPr/>
          <p:nvPr/>
        </p:nvSpPr>
        <p:spPr>
          <a:xfrm>
            <a:off x="850380" y="4443854"/>
            <a:ext cx="91440" cy="91440"/>
          </a:xfrm>
          <a:prstGeom prst="ellipse">
            <a:avLst/>
          </a:prstGeom>
          <a:solidFill>
            <a:srgbClr val="0F7B8A"/>
          </a:solidFill>
          <a:ln/>
        </p:spPr>
        <p:txBody>
          <a:bodyPr/>
          <a:lstStyle/>
          <a:p>
            <a:endParaRPr lang="en-US"/>
          </a:p>
        </p:txBody>
      </p:sp>
      <p:sp>
        <p:nvSpPr>
          <p:cNvPr id="48" name="Shape 46"/>
          <p:cNvSpPr/>
          <p:nvPr/>
        </p:nvSpPr>
        <p:spPr>
          <a:xfrm>
            <a:off x="838001" y="4023214"/>
            <a:ext cx="91440" cy="91440"/>
          </a:xfrm>
          <a:prstGeom prst="ellipse">
            <a:avLst/>
          </a:prstGeom>
          <a:solidFill>
            <a:srgbClr val="0F7B8A"/>
          </a:solidFill>
          <a:ln/>
        </p:spPr>
        <p:txBody>
          <a:bodyPr/>
          <a:lstStyle/>
          <a:p>
            <a:endParaRPr lang="en-US"/>
          </a:p>
        </p:txBody>
      </p:sp>
      <p:sp>
        <p:nvSpPr>
          <p:cNvPr id="49" name="Shape 47"/>
          <p:cNvSpPr/>
          <p:nvPr/>
        </p:nvSpPr>
        <p:spPr>
          <a:xfrm>
            <a:off x="922295" y="3343719"/>
            <a:ext cx="91440" cy="91440"/>
          </a:xfrm>
          <a:prstGeom prst="ellipse">
            <a:avLst/>
          </a:prstGeom>
          <a:solidFill>
            <a:srgbClr val="0F7B8A"/>
          </a:solidFill>
          <a:ln/>
        </p:spPr>
        <p:txBody>
          <a:bodyPr/>
          <a:lstStyle/>
          <a:p>
            <a:endParaRPr lang="en-US"/>
          </a:p>
        </p:txBody>
      </p:sp>
      <p:sp>
        <p:nvSpPr>
          <p:cNvPr id="50" name="Shape 48"/>
          <p:cNvSpPr/>
          <p:nvPr/>
        </p:nvSpPr>
        <p:spPr>
          <a:xfrm>
            <a:off x="1603795" y="4037691"/>
            <a:ext cx="91440" cy="91440"/>
          </a:xfrm>
          <a:prstGeom prst="ellipse">
            <a:avLst/>
          </a:prstGeom>
          <a:solidFill>
            <a:srgbClr val="0F7B8A"/>
          </a:solidFill>
          <a:ln/>
        </p:spPr>
        <p:txBody>
          <a:bodyPr/>
          <a:lstStyle/>
          <a:p>
            <a:endParaRPr lang="en-US"/>
          </a:p>
        </p:txBody>
      </p:sp>
      <p:sp>
        <p:nvSpPr>
          <p:cNvPr id="51" name="Shape 49"/>
          <p:cNvSpPr/>
          <p:nvPr/>
        </p:nvSpPr>
        <p:spPr>
          <a:xfrm>
            <a:off x="1601669" y="3771918"/>
            <a:ext cx="91440" cy="91440"/>
          </a:xfrm>
          <a:prstGeom prst="ellipse">
            <a:avLst/>
          </a:prstGeom>
          <a:solidFill>
            <a:srgbClr val="0F7B8A"/>
          </a:solidFill>
          <a:ln/>
        </p:spPr>
        <p:txBody>
          <a:bodyPr/>
          <a:lstStyle/>
          <a:p>
            <a:endParaRPr lang="en-US"/>
          </a:p>
        </p:txBody>
      </p:sp>
      <p:sp>
        <p:nvSpPr>
          <p:cNvPr id="52" name="Shape 50"/>
          <p:cNvSpPr/>
          <p:nvPr/>
        </p:nvSpPr>
        <p:spPr>
          <a:xfrm>
            <a:off x="1630016" y="3453167"/>
            <a:ext cx="91440" cy="91440"/>
          </a:xfrm>
          <a:prstGeom prst="ellipse">
            <a:avLst/>
          </a:prstGeom>
          <a:solidFill>
            <a:srgbClr val="0F7B8A"/>
          </a:solidFill>
          <a:ln/>
        </p:spPr>
        <p:txBody>
          <a:bodyPr/>
          <a:lstStyle/>
          <a:p>
            <a:endParaRPr lang="en-US"/>
          </a:p>
        </p:txBody>
      </p:sp>
      <p:sp>
        <p:nvSpPr>
          <p:cNvPr id="53" name="Shape 51"/>
          <p:cNvSpPr/>
          <p:nvPr/>
        </p:nvSpPr>
        <p:spPr>
          <a:xfrm>
            <a:off x="1023923" y="4801077"/>
            <a:ext cx="91440" cy="91440"/>
          </a:xfrm>
          <a:prstGeom prst="ellipse">
            <a:avLst/>
          </a:prstGeom>
          <a:solidFill>
            <a:srgbClr val="0F7B8A"/>
          </a:solidFill>
          <a:ln/>
        </p:spPr>
        <p:txBody>
          <a:bodyPr/>
          <a:lstStyle/>
          <a:p>
            <a:endParaRPr lang="en-US"/>
          </a:p>
        </p:txBody>
      </p:sp>
      <p:sp>
        <p:nvSpPr>
          <p:cNvPr id="54" name="Shape 52"/>
          <p:cNvSpPr/>
          <p:nvPr/>
        </p:nvSpPr>
        <p:spPr>
          <a:xfrm>
            <a:off x="1150834" y="4681433"/>
            <a:ext cx="91440" cy="91440"/>
          </a:xfrm>
          <a:prstGeom prst="ellipse">
            <a:avLst/>
          </a:prstGeom>
          <a:solidFill>
            <a:srgbClr val="0F7B8A"/>
          </a:solidFill>
          <a:ln/>
        </p:spPr>
        <p:txBody>
          <a:bodyPr/>
          <a:lstStyle/>
          <a:p>
            <a:endParaRPr lang="en-US"/>
          </a:p>
        </p:txBody>
      </p:sp>
      <p:sp>
        <p:nvSpPr>
          <p:cNvPr id="55" name="Shape 53"/>
          <p:cNvSpPr/>
          <p:nvPr/>
        </p:nvSpPr>
        <p:spPr>
          <a:xfrm>
            <a:off x="1403313" y="4561989"/>
            <a:ext cx="91440" cy="91440"/>
          </a:xfrm>
          <a:prstGeom prst="ellipse">
            <a:avLst/>
          </a:prstGeom>
          <a:solidFill>
            <a:srgbClr val="0F7B8A"/>
          </a:solidFill>
          <a:ln/>
        </p:spPr>
        <p:txBody>
          <a:bodyPr/>
          <a:lstStyle/>
          <a:p>
            <a:endParaRPr lang="en-US"/>
          </a:p>
        </p:txBody>
      </p:sp>
      <p:sp>
        <p:nvSpPr>
          <p:cNvPr id="56" name="Text 54"/>
          <p:cNvSpPr txBox="1"/>
          <p:nvPr/>
        </p:nvSpPr>
        <p:spPr>
          <a:xfrm>
            <a:off x="548640" y="5349240"/>
            <a:ext cx="3383280" cy="274320"/>
          </a:xfrm>
          <a:prstGeom prst="rect">
            <a:avLst/>
          </a:prstGeom>
          <a:noFill/>
          <a:ln/>
        </p:spPr>
        <p:txBody>
          <a:bodyPr wrap="square" lIns="0" tIns="0" rIns="0" bIns="0" rtlCol="0" anchor="t"/>
          <a:lstStyle/>
          <a:p>
            <a:pPr marL="0" indent="0" algn="ctr">
              <a:buNone/>
            </a:pPr>
            <a:r>
              <a:rPr lang="en-US" sz="1600" dirty="0">
                <a:solidFill>
                  <a:srgbClr val="5B6B7F"/>
                </a:solidFill>
              </a:rPr>
              <a:t>A few points</a:t>
            </a:r>
            <a:endParaRPr lang="en-US" sz="1600" dirty="0"/>
          </a:p>
        </p:txBody>
      </p:sp>
      <p:sp>
        <p:nvSpPr>
          <p:cNvPr id="57" name="Shape 55"/>
          <p:cNvSpPr/>
          <p:nvPr/>
        </p:nvSpPr>
        <p:spPr>
          <a:xfrm>
            <a:off x="3995928" y="3886200"/>
            <a:ext cx="329184" cy="0"/>
          </a:xfrm>
          <a:prstGeom prst="line">
            <a:avLst/>
          </a:prstGeom>
          <a:noFill/>
          <a:ln w="28575">
            <a:solidFill>
              <a:srgbClr val="0B1F3A"/>
            </a:solidFill>
            <a:prstDash val="solid"/>
            <a:tailEnd type="triangle"/>
          </a:ln>
        </p:spPr>
        <p:txBody>
          <a:bodyPr/>
          <a:lstStyle/>
          <a:p>
            <a:endParaRPr lang="en-US"/>
          </a:p>
        </p:txBody>
      </p:sp>
      <p:sp>
        <p:nvSpPr>
          <p:cNvPr id="58" name="Shape 56"/>
          <p:cNvSpPr/>
          <p:nvPr/>
        </p:nvSpPr>
        <p:spPr>
          <a:xfrm>
            <a:off x="4389120" y="2514600"/>
            <a:ext cx="3383280" cy="2743200"/>
          </a:xfrm>
          <a:prstGeom prst="roundRect">
            <a:avLst>
              <a:gd name="adj" fmla="val 4000"/>
            </a:avLst>
          </a:prstGeom>
          <a:solidFill>
            <a:srgbClr val="EEF2F6"/>
          </a:solidFill>
          <a:ln/>
        </p:spPr>
        <p:txBody>
          <a:bodyPr/>
          <a:lstStyle/>
          <a:p>
            <a:endParaRPr lang="en-US"/>
          </a:p>
        </p:txBody>
      </p:sp>
      <p:sp>
        <p:nvSpPr>
          <p:cNvPr id="59" name="Shape 57"/>
          <p:cNvSpPr/>
          <p:nvPr/>
        </p:nvSpPr>
        <p:spPr>
          <a:xfrm>
            <a:off x="4732518" y="2797797"/>
            <a:ext cx="54864" cy="54864"/>
          </a:xfrm>
          <a:prstGeom prst="ellipse">
            <a:avLst/>
          </a:prstGeom>
          <a:solidFill>
            <a:srgbClr val="0F7B8A"/>
          </a:solidFill>
          <a:ln/>
        </p:spPr>
        <p:txBody>
          <a:bodyPr/>
          <a:lstStyle/>
          <a:p>
            <a:endParaRPr lang="en-US"/>
          </a:p>
        </p:txBody>
      </p:sp>
      <p:sp>
        <p:nvSpPr>
          <p:cNvPr id="60" name="Shape 58"/>
          <p:cNvSpPr/>
          <p:nvPr/>
        </p:nvSpPr>
        <p:spPr>
          <a:xfrm>
            <a:off x="5145991" y="2797082"/>
            <a:ext cx="54864" cy="54864"/>
          </a:xfrm>
          <a:prstGeom prst="ellipse">
            <a:avLst/>
          </a:prstGeom>
          <a:solidFill>
            <a:srgbClr val="0F7B8A"/>
          </a:solidFill>
          <a:ln/>
        </p:spPr>
        <p:txBody>
          <a:bodyPr/>
          <a:lstStyle/>
          <a:p>
            <a:endParaRPr lang="en-US"/>
          </a:p>
        </p:txBody>
      </p:sp>
      <p:sp>
        <p:nvSpPr>
          <p:cNvPr id="61" name="Shape 59"/>
          <p:cNvSpPr/>
          <p:nvPr/>
        </p:nvSpPr>
        <p:spPr>
          <a:xfrm>
            <a:off x="5226023" y="2794049"/>
            <a:ext cx="54864" cy="54864"/>
          </a:xfrm>
          <a:prstGeom prst="ellipse">
            <a:avLst/>
          </a:prstGeom>
          <a:solidFill>
            <a:srgbClr val="0F7B8A"/>
          </a:solidFill>
          <a:ln/>
        </p:spPr>
        <p:txBody>
          <a:bodyPr/>
          <a:lstStyle/>
          <a:p>
            <a:endParaRPr lang="en-US"/>
          </a:p>
        </p:txBody>
      </p:sp>
      <p:sp>
        <p:nvSpPr>
          <p:cNvPr id="62" name="Shape 60"/>
          <p:cNvSpPr/>
          <p:nvPr/>
        </p:nvSpPr>
        <p:spPr>
          <a:xfrm>
            <a:off x="5434795" y="2808406"/>
            <a:ext cx="54864" cy="54864"/>
          </a:xfrm>
          <a:prstGeom prst="ellipse">
            <a:avLst/>
          </a:prstGeom>
          <a:solidFill>
            <a:srgbClr val="0F7B8A"/>
          </a:solidFill>
          <a:ln/>
        </p:spPr>
        <p:txBody>
          <a:bodyPr/>
          <a:lstStyle/>
          <a:p>
            <a:endParaRPr lang="en-US"/>
          </a:p>
        </p:txBody>
      </p:sp>
      <p:sp>
        <p:nvSpPr>
          <p:cNvPr id="63" name="Shape 61"/>
          <p:cNvSpPr/>
          <p:nvPr/>
        </p:nvSpPr>
        <p:spPr>
          <a:xfrm>
            <a:off x="5683215" y="2807124"/>
            <a:ext cx="54864" cy="54864"/>
          </a:xfrm>
          <a:prstGeom prst="ellipse">
            <a:avLst/>
          </a:prstGeom>
          <a:solidFill>
            <a:srgbClr val="0F7B8A"/>
          </a:solidFill>
          <a:ln/>
        </p:spPr>
        <p:txBody>
          <a:bodyPr/>
          <a:lstStyle/>
          <a:p>
            <a:endParaRPr lang="en-US"/>
          </a:p>
        </p:txBody>
      </p:sp>
      <p:sp>
        <p:nvSpPr>
          <p:cNvPr id="64" name="Shape 62"/>
          <p:cNvSpPr/>
          <p:nvPr/>
        </p:nvSpPr>
        <p:spPr>
          <a:xfrm>
            <a:off x="6024131" y="2799405"/>
            <a:ext cx="54864" cy="54864"/>
          </a:xfrm>
          <a:prstGeom prst="ellipse">
            <a:avLst/>
          </a:prstGeom>
          <a:solidFill>
            <a:srgbClr val="0F7B8A"/>
          </a:solidFill>
          <a:ln/>
        </p:spPr>
        <p:txBody>
          <a:bodyPr/>
          <a:lstStyle/>
          <a:p>
            <a:endParaRPr lang="en-US"/>
          </a:p>
        </p:txBody>
      </p:sp>
      <p:sp>
        <p:nvSpPr>
          <p:cNvPr id="65" name="Shape 63"/>
          <p:cNvSpPr/>
          <p:nvPr/>
        </p:nvSpPr>
        <p:spPr>
          <a:xfrm>
            <a:off x="6226083" y="2812409"/>
            <a:ext cx="54864" cy="54864"/>
          </a:xfrm>
          <a:prstGeom prst="ellipse">
            <a:avLst/>
          </a:prstGeom>
          <a:solidFill>
            <a:srgbClr val="0F7B8A"/>
          </a:solidFill>
          <a:ln/>
        </p:spPr>
        <p:txBody>
          <a:bodyPr/>
          <a:lstStyle/>
          <a:p>
            <a:endParaRPr lang="en-US"/>
          </a:p>
        </p:txBody>
      </p:sp>
      <p:sp>
        <p:nvSpPr>
          <p:cNvPr id="66" name="Shape 64"/>
          <p:cNvSpPr/>
          <p:nvPr/>
        </p:nvSpPr>
        <p:spPr>
          <a:xfrm>
            <a:off x="6324816" y="2794925"/>
            <a:ext cx="54864" cy="54864"/>
          </a:xfrm>
          <a:prstGeom prst="ellipse">
            <a:avLst/>
          </a:prstGeom>
          <a:solidFill>
            <a:srgbClr val="0F7B8A"/>
          </a:solidFill>
          <a:ln/>
        </p:spPr>
        <p:txBody>
          <a:bodyPr/>
          <a:lstStyle/>
          <a:p>
            <a:endParaRPr lang="en-US"/>
          </a:p>
        </p:txBody>
      </p:sp>
      <p:sp>
        <p:nvSpPr>
          <p:cNvPr id="67" name="Shape 65"/>
          <p:cNvSpPr/>
          <p:nvPr/>
        </p:nvSpPr>
        <p:spPr>
          <a:xfrm>
            <a:off x="6655323" y="2809266"/>
            <a:ext cx="54864" cy="54864"/>
          </a:xfrm>
          <a:prstGeom prst="ellipse">
            <a:avLst/>
          </a:prstGeom>
          <a:solidFill>
            <a:srgbClr val="0F7B8A"/>
          </a:solidFill>
          <a:ln/>
        </p:spPr>
        <p:txBody>
          <a:bodyPr/>
          <a:lstStyle/>
          <a:p>
            <a:endParaRPr lang="en-US"/>
          </a:p>
        </p:txBody>
      </p:sp>
      <p:sp>
        <p:nvSpPr>
          <p:cNvPr id="68" name="Shape 66"/>
          <p:cNvSpPr/>
          <p:nvPr/>
        </p:nvSpPr>
        <p:spPr>
          <a:xfrm>
            <a:off x="6788772" y="2810866"/>
            <a:ext cx="54864" cy="54864"/>
          </a:xfrm>
          <a:prstGeom prst="ellipse">
            <a:avLst/>
          </a:prstGeom>
          <a:solidFill>
            <a:srgbClr val="0F7B8A"/>
          </a:solidFill>
          <a:ln/>
        </p:spPr>
        <p:txBody>
          <a:bodyPr/>
          <a:lstStyle/>
          <a:p>
            <a:endParaRPr lang="en-US"/>
          </a:p>
        </p:txBody>
      </p:sp>
      <p:sp>
        <p:nvSpPr>
          <p:cNvPr id="69" name="Shape 67"/>
          <p:cNvSpPr/>
          <p:nvPr/>
        </p:nvSpPr>
        <p:spPr>
          <a:xfrm>
            <a:off x="7040957" y="2803057"/>
            <a:ext cx="54864" cy="54864"/>
          </a:xfrm>
          <a:prstGeom prst="ellipse">
            <a:avLst/>
          </a:prstGeom>
          <a:solidFill>
            <a:srgbClr val="0F7B8A"/>
          </a:solidFill>
          <a:ln/>
        </p:spPr>
        <p:txBody>
          <a:bodyPr/>
          <a:lstStyle/>
          <a:p>
            <a:endParaRPr lang="en-US"/>
          </a:p>
        </p:txBody>
      </p:sp>
      <p:sp>
        <p:nvSpPr>
          <p:cNvPr id="70" name="Shape 68"/>
          <p:cNvSpPr/>
          <p:nvPr/>
        </p:nvSpPr>
        <p:spPr>
          <a:xfrm>
            <a:off x="7233957" y="2798719"/>
            <a:ext cx="54864" cy="54864"/>
          </a:xfrm>
          <a:prstGeom prst="ellipse">
            <a:avLst/>
          </a:prstGeom>
          <a:solidFill>
            <a:srgbClr val="0F7B8A"/>
          </a:solidFill>
          <a:ln/>
        </p:spPr>
        <p:txBody>
          <a:bodyPr/>
          <a:lstStyle/>
          <a:p>
            <a:endParaRPr lang="en-US"/>
          </a:p>
        </p:txBody>
      </p:sp>
      <p:sp>
        <p:nvSpPr>
          <p:cNvPr id="71" name="Shape 69"/>
          <p:cNvSpPr/>
          <p:nvPr/>
        </p:nvSpPr>
        <p:spPr>
          <a:xfrm>
            <a:off x="5530560" y="3339820"/>
            <a:ext cx="54864" cy="54864"/>
          </a:xfrm>
          <a:prstGeom prst="ellipse">
            <a:avLst/>
          </a:prstGeom>
          <a:solidFill>
            <a:srgbClr val="0F7B8A"/>
          </a:solidFill>
          <a:ln/>
        </p:spPr>
        <p:txBody>
          <a:bodyPr/>
          <a:lstStyle/>
          <a:p>
            <a:endParaRPr lang="en-US"/>
          </a:p>
        </p:txBody>
      </p:sp>
      <p:sp>
        <p:nvSpPr>
          <p:cNvPr id="72" name="Shape 70"/>
          <p:cNvSpPr/>
          <p:nvPr/>
        </p:nvSpPr>
        <p:spPr>
          <a:xfrm>
            <a:off x="5600926" y="3333301"/>
            <a:ext cx="54864" cy="54864"/>
          </a:xfrm>
          <a:prstGeom prst="ellipse">
            <a:avLst/>
          </a:prstGeom>
          <a:solidFill>
            <a:srgbClr val="0F7B8A"/>
          </a:solidFill>
          <a:ln/>
        </p:spPr>
        <p:txBody>
          <a:bodyPr/>
          <a:lstStyle/>
          <a:p>
            <a:endParaRPr lang="en-US"/>
          </a:p>
        </p:txBody>
      </p:sp>
      <p:sp>
        <p:nvSpPr>
          <p:cNvPr id="73" name="Shape 71"/>
          <p:cNvSpPr/>
          <p:nvPr/>
        </p:nvSpPr>
        <p:spPr>
          <a:xfrm>
            <a:off x="5676065" y="3325925"/>
            <a:ext cx="54864" cy="54864"/>
          </a:xfrm>
          <a:prstGeom prst="ellipse">
            <a:avLst/>
          </a:prstGeom>
          <a:solidFill>
            <a:srgbClr val="0F7B8A"/>
          </a:solidFill>
          <a:ln/>
        </p:spPr>
        <p:txBody>
          <a:bodyPr/>
          <a:lstStyle/>
          <a:p>
            <a:endParaRPr lang="en-US"/>
          </a:p>
        </p:txBody>
      </p:sp>
      <p:sp>
        <p:nvSpPr>
          <p:cNvPr id="74" name="Shape 72"/>
          <p:cNvSpPr/>
          <p:nvPr/>
        </p:nvSpPr>
        <p:spPr>
          <a:xfrm>
            <a:off x="5770153" y="3340444"/>
            <a:ext cx="54864" cy="54864"/>
          </a:xfrm>
          <a:prstGeom prst="ellipse">
            <a:avLst/>
          </a:prstGeom>
          <a:solidFill>
            <a:srgbClr val="0F7B8A"/>
          </a:solidFill>
          <a:ln/>
        </p:spPr>
        <p:txBody>
          <a:bodyPr/>
          <a:lstStyle/>
          <a:p>
            <a:endParaRPr lang="en-US"/>
          </a:p>
        </p:txBody>
      </p:sp>
      <p:sp>
        <p:nvSpPr>
          <p:cNvPr id="75" name="Shape 73"/>
          <p:cNvSpPr/>
          <p:nvPr/>
        </p:nvSpPr>
        <p:spPr>
          <a:xfrm>
            <a:off x="5912999" y="3331942"/>
            <a:ext cx="54864" cy="54864"/>
          </a:xfrm>
          <a:prstGeom prst="ellipse">
            <a:avLst/>
          </a:prstGeom>
          <a:solidFill>
            <a:srgbClr val="0F7B8A"/>
          </a:solidFill>
          <a:ln/>
        </p:spPr>
        <p:txBody>
          <a:bodyPr/>
          <a:lstStyle/>
          <a:p>
            <a:endParaRPr lang="en-US"/>
          </a:p>
        </p:txBody>
      </p:sp>
      <p:sp>
        <p:nvSpPr>
          <p:cNvPr id="76" name="Shape 74"/>
          <p:cNvSpPr/>
          <p:nvPr/>
        </p:nvSpPr>
        <p:spPr>
          <a:xfrm>
            <a:off x="5997029" y="3338403"/>
            <a:ext cx="54864" cy="54864"/>
          </a:xfrm>
          <a:prstGeom prst="ellipse">
            <a:avLst/>
          </a:prstGeom>
          <a:solidFill>
            <a:srgbClr val="0F7B8A"/>
          </a:solidFill>
          <a:ln/>
        </p:spPr>
        <p:txBody>
          <a:bodyPr/>
          <a:lstStyle/>
          <a:p>
            <a:endParaRPr lang="en-US"/>
          </a:p>
        </p:txBody>
      </p:sp>
      <p:sp>
        <p:nvSpPr>
          <p:cNvPr id="77" name="Shape 75"/>
          <p:cNvSpPr/>
          <p:nvPr/>
        </p:nvSpPr>
        <p:spPr>
          <a:xfrm>
            <a:off x="6063555" y="3336348"/>
            <a:ext cx="54864" cy="54864"/>
          </a:xfrm>
          <a:prstGeom prst="ellipse">
            <a:avLst/>
          </a:prstGeom>
          <a:solidFill>
            <a:srgbClr val="0F7B8A"/>
          </a:solidFill>
          <a:ln/>
        </p:spPr>
        <p:txBody>
          <a:bodyPr/>
          <a:lstStyle/>
          <a:p>
            <a:endParaRPr lang="en-US"/>
          </a:p>
        </p:txBody>
      </p:sp>
      <p:sp>
        <p:nvSpPr>
          <p:cNvPr id="78" name="Shape 76"/>
          <p:cNvSpPr/>
          <p:nvPr/>
        </p:nvSpPr>
        <p:spPr>
          <a:xfrm>
            <a:off x="6162468" y="3338359"/>
            <a:ext cx="54864" cy="54864"/>
          </a:xfrm>
          <a:prstGeom prst="ellipse">
            <a:avLst/>
          </a:prstGeom>
          <a:solidFill>
            <a:srgbClr val="0F7B8A"/>
          </a:solidFill>
          <a:ln/>
        </p:spPr>
        <p:txBody>
          <a:bodyPr/>
          <a:lstStyle/>
          <a:p>
            <a:endParaRPr lang="en-US"/>
          </a:p>
        </p:txBody>
      </p:sp>
      <p:sp>
        <p:nvSpPr>
          <p:cNvPr id="79" name="Shape 77"/>
          <p:cNvSpPr/>
          <p:nvPr/>
        </p:nvSpPr>
        <p:spPr>
          <a:xfrm>
            <a:off x="6269663" y="3331786"/>
            <a:ext cx="54864" cy="54864"/>
          </a:xfrm>
          <a:prstGeom prst="ellipse">
            <a:avLst/>
          </a:prstGeom>
          <a:solidFill>
            <a:srgbClr val="0F7B8A"/>
          </a:solidFill>
          <a:ln/>
        </p:spPr>
        <p:txBody>
          <a:bodyPr/>
          <a:lstStyle/>
          <a:p>
            <a:endParaRPr lang="en-US"/>
          </a:p>
        </p:txBody>
      </p:sp>
      <p:sp>
        <p:nvSpPr>
          <p:cNvPr id="80" name="Shape 78"/>
          <p:cNvSpPr/>
          <p:nvPr/>
        </p:nvSpPr>
        <p:spPr>
          <a:xfrm>
            <a:off x="6439187" y="3342078"/>
            <a:ext cx="54864" cy="54864"/>
          </a:xfrm>
          <a:prstGeom prst="ellipse">
            <a:avLst/>
          </a:prstGeom>
          <a:solidFill>
            <a:srgbClr val="0F7B8A"/>
          </a:solidFill>
          <a:ln/>
        </p:spPr>
        <p:txBody>
          <a:bodyPr/>
          <a:lstStyle/>
          <a:p>
            <a:endParaRPr lang="en-US"/>
          </a:p>
        </p:txBody>
      </p:sp>
      <p:sp>
        <p:nvSpPr>
          <p:cNvPr id="81" name="Shape 79"/>
          <p:cNvSpPr/>
          <p:nvPr/>
        </p:nvSpPr>
        <p:spPr>
          <a:xfrm>
            <a:off x="6487317" y="3334014"/>
            <a:ext cx="54864" cy="54864"/>
          </a:xfrm>
          <a:prstGeom prst="ellipse">
            <a:avLst/>
          </a:prstGeom>
          <a:solidFill>
            <a:srgbClr val="0F7B8A"/>
          </a:solidFill>
          <a:ln/>
        </p:spPr>
        <p:txBody>
          <a:bodyPr/>
          <a:lstStyle/>
          <a:p>
            <a:endParaRPr lang="en-US"/>
          </a:p>
        </p:txBody>
      </p:sp>
      <p:sp>
        <p:nvSpPr>
          <p:cNvPr id="82" name="Shape 80"/>
          <p:cNvSpPr/>
          <p:nvPr/>
        </p:nvSpPr>
        <p:spPr>
          <a:xfrm>
            <a:off x="6532629" y="3340010"/>
            <a:ext cx="54864" cy="54864"/>
          </a:xfrm>
          <a:prstGeom prst="ellipse">
            <a:avLst/>
          </a:prstGeom>
          <a:solidFill>
            <a:srgbClr val="0F7B8A"/>
          </a:solidFill>
          <a:ln/>
        </p:spPr>
        <p:txBody>
          <a:bodyPr/>
          <a:lstStyle/>
          <a:p>
            <a:endParaRPr lang="en-US"/>
          </a:p>
        </p:txBody>
      </p:sp>
      <p:sp>
        <p:nvSpPr>
          <p:cNvPr id="83" name="Shape 81"/>
          <p:cNvSpPr/>
          <p:nvPr/>
        </p:nvSpPr>
        <p:spPr>
          <a:xfrm>
            <a:off x="4776750" y="2849565"/>
            <a:ext cx="54864" cy="54864"/>
          </a:xfrm>
          <a:prstGeom prst="ellipse">
            <a:avLst/>
          </a:prstGeom>
          <a:solidFill>
            <a:srgbClr val="0F7B8A"/>
          </a:solidFill>
          <a:ln/>
        </p:spPr>
        <p:txBody>
          <a:bodyPr/>
          <a:lstStyle/>
          <a:p>
            <a:endParaRPr lang="en-US"/>
          </a:p>
        </p:txBody>
      </p:sp>
      <p:sp>
        <p:nvSpPr>
          <p:cNvPr id="84" name="Shape 82"/>
          <p:cNvSpPr/>
          <p:nvPr/>
        </p:nvSpPr>
        <p:spPr>
          <a:xfrm>
            <a:off x="4785415" y="2848541"/>
            <a:ext cx="54864" cy="54864"/>
          </a:xfrm>
          <a:prstGeom prst="ellipse">
            <a:avLst/>
          </a:prstGeom>
          <a:solidFill>
            <a:srgbClr val="0F7B8A"/>
          </a:solidFill>
          <a:ln/>
        </p:spPr>
        <p:txBody>
          <a:bodyPr/>
          <a:lstStyle/>
          <a:p>
            <a:endParaRPr lang="en-US"/>
          </a:p>
        </p:txBody>
      </p:sp>
      <p:sp>
        <p:nvSpPr>
          <p:cNvPr id="85" name="Shape 83"/>
          <p:cNvSpPr/>
          <p:nvPr/>
        </p:nvSpPr>
        <p:spPr>
          <a:xfrm>
            <a:off x="4872948" y="2900155"/>
            <a:ext cx="54864" cy="54864"/>
          </a:xfrm>
          <a:prstGeom prst="ellipse">
            <a:avLst/>
          </a:prstGeom>
          <a:solidFill>
            <a:srgbClr val="0F7B8A"/>
          </a:solidFill>
          <a:ln/>
        </p:spPr>
        <p:txBody>
          <a:bodyPr/>
          <a:lstStyle/>
          <a:p>
            <a:endParaRPr lang="en-US"/>
          </a:p>
        </p:txBody>
      </p:sp>
      <p:sp>
        <p:nvSpPr>
          <p:cNvPr id="86" name="Shape 84"/>
          <p:cNvSpPr/>
          <p:nvPr/>
        </p:nvSpPr>
        <p:spPr>
          <a:xfrm>
            <a:off x="4943113" y="2954885"/>
            <a:ext cx="54864" cy="54864"/>
          </a:xfrm>
          <a:prstGeom prst="ellipse">
            <a:avLst/>
          </a:prstGeom>
          <a:solidFill>
            <a:srgbClr val="0F7B8A"/>
          </a:solidFill>
          <a:ln/>
        </p:spPr>
        <p:txBody>
          <a:bodyPr/>
          <a:lstStyle/>
          <a:p>
            <a:endParaRPr lang="en-US"/>
          </a:p>
        </p:txBody>
      </p:sp>
      <p:sp>
        <p:nvSpPr>
          <p:cNvPr id="87" name="Shape 85"/>
          <p:cNvSpPr/>
          <p:nvPr/>
        </p:nvSpPr>
        <p:spPr>
          <a:xfrm>
            <a:off x="4997673" y="2999226"/>
            <a:ext cx="54864" cy="54864"/>
          </a:xfrm>
          <a:prstGeom prst="ellipse">
            <a:avLst/>
          </a:prstGeom>
          <a:solidFill>
            <a:srgbClr val="0F7B8A"/>
          </a:solidFill>
          <a:ln/>
        </p:spPr>
        <p:txBody>
          <a:bodyPr/>
          <a:lstStyle/>
          <a:p>
            <a:endParaRPr lang="en-US"/>
          </a:p>
        </p:txBody>
      </p:sp>
      <p:sp>
        <p:nvSpPr>
          <p:cNvPr id="88" name="Shape 86"/>
          <p:cNvSpPr/>
          <p:nvPr/>
        </p:nvSpPr>
        <p:spPr>
          <a:xfrm>
            <a:off x="5069396" y="3050358"/>
            <a:ext cx="54864" cy="54864"/>
          </a:xfrm>
          <a:prstGeom prst="ellipse">
            <a:avLst/>
          </a:prstGeom>
          <a:solidFill>
            <a:srgbClr val="0F7B8A"/>
          </a:solidFill>
          <a:ln/>
        </p:spPr>
        <p:txBody>
          <a:bodyPr/>
          <a:lstStyle/>
          <a:p>
            <a:endParaRPr lang="en-US"/>
          </a:p>
        </p:txBody>
      </p:sp>
      <p:sp>
        <p:nvSpPr>
          <p:cNvPr id="89" name="Shape 87"/>
          <p:cNvSpPr/>
          <p:nvPr/>
        </p:nvSpPr>
        <p:spPr>
          <a:xfrm>
            <a:off x="5133567" y="3102306"/>
            <a:ext cx="54864" cy="54864"/>
          </a:xfrm>
          <a:prstGeom prst="ellipse">
            <a:avLst/>
          </a:prstGeom>
          <a:solidFill>
            <a:srgbClr val="0F7B8A"/>
          </a:solidFill>
          <a:ln/>
        </p:spPr>
        <p:txBody>
          <a:bodyPr/>
          <a:lstStyle/>
          <a:p>
            <a:endParaRPr lang="en-US"/>
          </a:p>
        </p:txBody>
      </p:sp>
      <p:sp>
        <p:nvSpPr>
          <p:cNvPr id="90" name="Shape 88"/>
          <p:cNvSpPr/>
          <p:nvPr/>
        </p:nvSpPr>
        <p:spPr>
          <a:xfrm>
            <a:off x="5184969" y="3135340"/>
            <a:ext cx="54864" cy="54864"/>
          </a:xfrm>
          <a:prstGeom prst="ellipse">
            <a:avLst/>
          </a:prstGeom>
          <a:solidFill>
            <a:srgbClr val="0F7B8A"/>
          </a:solidFill>
          <a:ln/>
        </p:spPr>
        <p:txBody>
          <a:bodyPr/>
          <a:lstStyle/>
          <a:p>
            <a:endParaRPr lang="en-US"/>
          </a:p>
        </p:txBody>
      </p:sp>
      <p:sp>
        <p:nvSpPr>
          <p:cNvPr id="91" name="Shape 89"/>
          <p:cNvSpPr/>
          <p:nvPr/>
        </p:nvSpPr>
        <p:spPr>
          <a:xfrm>
            <a:off x="5257457" y="3182433"/>
            <a:ext cx="54864" cy="54864"/>
          </a:xfrm>
          <a:prstGeom prst="ellipse">
            <a:avLst/>
          </a:prstGeom>
          <a:solidFill>
            <a:srgbClr val="0F7B8A"/>
          </a:solidFill>
          <a:ln/>
        </p:spPr>
        <p:txBody>
          <a:bodyPr/>
          <a:lstStyle/>
          <a:p>
            <a:endParaRPr lang="en-US"/>
          </a:p>
        </p:txBody>
      </p:sp>
      <p:sp>
        <p:nvSpPr>
          <p:cNvPr id="92" name="Shape 90"/>
          <p:cNvSpPr/>
          <p:nvPr/>
        </p:nvSpPr>
        <p:spPr>
          <a:xfrm>
            <a:off x="5310868" y="3218266"/>
            <a:ext cx="54864" cy="54864"/>
          </a:xfrm>
          <a:prstGeom prst="ellipse">
            <a:avLst/>
          </a:prstGeom>
          <a:solidFill>
            <a:srgbClr val="0F7B8A"/>
          </a:solidFill>
          <a:ln/>
        </p:spPr>
        <p:txBody>
          <a:bodyPr/>
          <a:lstStyle/>
          <a:p>
            <a:endParaRPr lang="en-US"/>
          </a:p>
        </p:txBody>
      </p:sp>
      <p:sp>
        <p:nvSpPr>
          <p:cNvPr id="93" name="Shape 91"/>
          <p:cNvSpPr/>
          <p:nvPr/>
        </p:nvSpPr>
        <p:spPr>
          <a:xfrm>
            <a:off x="5362316" y="3241824"/>
            <a:ext cx="54864" cy="54864"/>
          </a:xfrm>
          <a:prstGeom prst="ellipse">
            <a:avLst/>
          </a:prstGeom>
          <a:solidFill>
            <a:srgbClr val="0F7B8A"/>
          </a:solidFill>
          <a:ln/>
        </p:spPr>
        <p:txBody>
          <a:bodyPr/>
          <a:lstStyle/>
          <a:p>
            <a:endParaRPr lang="en-US"/>
          </a:p>
        </p:txBody>
      </p:sp>
      <p:sp>
        <p:nvSpPr>
          <p:cNvPr id="94" name="Shape 92"/>
          <p:cNvSpPr/>
          <p:nvPr/>
        </p:nvSpPr>
        <p:spPr>
          <a:xfrm>
            <a:off x="5407563" y="3301123"/>
            <a:ext cx="54864" cy="54864"/>
          </a:xfrm>
          <a:prstGeom prst="ellipse">
            <a:avLst/>
          </a:prstGeom>
          <a:solidFill>
            <a:srgbClr val="0F7B8A"/>
          </a:solidFill>
          <a:ln/>
        </p:spPr>
        <p:txBody>
          <a:bodyPr/>
          <a:lstStyle/>
          <a:p>
            <a:endParaRPr lang="en-US"/>
          </a:p>
        </p:txBody>
      </p:sp>
      <p:sp>
        <p:nvSpPr>
          <p:cNvPr id="95" name="Shape 93"/>
          <p:cNvSpPr/>
          <p:nvPr/>
        </p:nvSpPr>
        <p:spPr>
          <a:xfrm>
            <a:off x="7391757" y="2983124"/>
            <a:ext cx="54864" cy="54864"/>
          </a:xfrm>
          <a:prstGeom prst="ellipse">
            <a:avLst/>
          </a:prstGeom>
          <a:solidFill>
            <a:srgbClr val="0F7B8A"/>
          </a:solidFill>
          <a:ln/>
        </p:spPr>
        <p:txBody>
          <a:bodyPr/>
          <a:lstStyle/>
          <a:p>
            <a:endParaRPr lang="en-US"/>
          </a:p>
        </p:txBody>
      </p:sp>
      <p:sp>
        <p:nvSpPr>
          <p:cNvPr id="96" name="Shape 94"/>
          <p:cNvSpPr/>
          <p:nvPr/>
        </p:nvSpPr>
        <p:spPr>
          <a:xfrm>
            <a:off x="7379986" y="3161437"/>
            <a:ext cx="54864" cy="54864"/>
          </a:xfrm>
          <a:prstGeom prst="ellipse">
            <a:avLst/>
          </a:prstGeom>
          <a:solidFill>
            <a:srgbClr val="0F7B8A"/>
          </a:solidFill>
          <a:ln/>
        </p:spPr>
        <p:txBody>
          <a:bodyPr/>
          <a:lstStyle/>
          <a:p>
            <a:endParaRPr lang="en-US"/>
          </a:p>
        </p:txBody>
      </p:sp>
      <p:sp>
        <p:nvSpPr>
          <p:cNvPr id="97" name="Shape 95"/>
          <p:cNvSpPr/>
          <p:nvPr/>
        </p:nvSpPr>
        <p:spPr>
          <a:xfrm>
            <a:off x="7381323" y="3243891"/>
            <a:ext cx="54864" cy="54864"/>
          </a:xfrm>
          <a:prstGeom prst="ellipse">
            <a:avLst/>
          </a:prstGeom>
          <a:solidFill>
            <a:srgbClr val="0F7B8A"/>
          </a:solidFill>
          <a:ln/>
        </p:spPr>
        <p:txBody>
          <a:bodyPr/>
          <a:lstStyle/>
          <a:p>
            <a:endParaRPr lang="en-US"/>
          </a:p>
        </p:txBody>
      </p:sp>
      <p:sp>
        <p:nvSpPr>
          <p:cNvPr id="98" name="Shape 96"/>
          <p:cNvSpPr/>
          <p:nvPr/>
        </p:nvSpPr>
        <p:spPr>
          <a:xfrm>
            <a:off x="7365818" y="3504888"/>
            <a:ext cx="54864" cy="54864"/>
          </a:xfrm>
          <a:prstGeom prst="ellipse">
            <a:avLst/>
          </a:prstGeom>
          <a:solidFill>
            <a:srgbClr val="0F7B8A"/>
          </a:solidFill>
          <a:ln/>
        </p:spPr>
        <p:txBody>
          <a:bodyPr/>
          <a:lstStyle/>
          <a:p>
            <a:endParaRPr lang="en-US"/>
          </a:p>
        </p:txBody>
      </p:sp>
      <p:sp>
        <p:nvSpPr>
          <p:cNvPr id="99" name="Shape 97"/>
          <p:cNvSpPr/>
          <p:nvPr/>
        </p:nvSpPr>
        <p:spPr>
          <a:xfrm>
            <a:off x="7384378" y="3592831"/>
            <a:ext cx="54864" cy="54864"/>
          </a:xfrm>
          <a:prstGeom prst="ellipse">
            <a:avLst/>
          </a:prstGeom>
          <a:solidFill>
            <a:srgbClr val="0F7B8A"/>
          </a:solidFill>
          <a:ln/>
        </p:spPr>
        <p:txBody>
          <a:bodyPr/>
          <a:lstStyle/>
          <a:p>
            <a:endParaRPr lang="en-US"/>
          </a:p>
        </p:txBody>
      </p:sp>
      <p:sp>
        <p:nvSpPr>
          <p:cNvPr id="100" name="Shape 98"/>
          <p:cNvSpPr/>
          <p:nvPr/>
        </p:nvSpPr>
        <p:spPr>
          <a:xfrm>
            <a:off x="7386136" y="3798987"/>
            <a:ext cx="54864" cy="54864"/>
          </a:xfrm>
          <a:prstGeom prst="ellipse">
            <a:avLst/>
          </a:prstGeom>
          <a:solidFill>
            <a:srgbClr val="0F7B8A"/>
          </a:solidFill>
          <a:ln/>
        </p:spPr>
        <p:txBody>
          <a:bodyPr/>
          <a:lstStyle/>
          <a:p>
            <a:endParaRPr lang="en-US"/>
          </a:p>
        </p:txBody>
      </p:sp>
      <p:sp>
        <p:nvSpPr>
          <p:cNvPr id="101" name="Shape 99"/>
          <p:cNvSpPr/>
          <p:nvPr/>
        </p:nvSpPr>
        <p:spPr>
          <a:xfrm>
            <a:off x="7385175" y="3892602"/>
            <a:ext cx="54864" cy="54864"/>
          </a:xfrm>
          <a:prstGeom prst="ellipse">
            <a:avLst/>
          </a:prstGeom>
          <a:solidFill>
            <a:srgbClr val="0F7B8A"/>
          </a:solidFill>
          <a:ln/>
        </p:spPr>
        <p:txBody>
          <a:bodyPr/>
          <a:lstStyle/>
          <a:p>
            <a:endParaRPr lang="en-US"/>
          </a:p>
        </p:txBody>
      </p:sp>
      <p:sp>
        <p:nvSpPr>
          <p:cNvPr id="102" name="Shape 100"/>
          <p:cNvSpPr/>
          <p:nvPr/>
        </p:nvSpPr>
        <p:spPr>
          <a:xfrm>
            <a:off x="7388418" y="4183555"/>
            <a:ext cx="54864" cy="54864"/>
          </a:xfrm>
          <a:prstGeom prst="ellipse">
            <a:avLst/>
          </a:prstGeom>
          <a:solidFill>
            <a:srgbClr val="0F7B8A"/>
          </a:solidFill>
          <a:ln/>
        </p:spPr>
        <p:txBody>
          <a:bodyPr/>
          <a:lstStyle/>
          <a:p>
            <a:endParaRPr lang="en-US"/>
          </a:p>
        </p:txBody>
      </p:sp>
      <p:sp>
        <p:nvSpPr>
          <p:cNvPr id="103" name="Shape 101"/>
          <p:cNvSpPr/>
          <p:nvPr/>
        </p:nvSpPr>
        <p:spPr>
          <a:xfrm>
            <a:off x="7367623" y="4254291"/>
            <a:ext cx="54864" cy="54864"/>
          </a:xfrm>
          <a:prstGeom prst="ellipse">
            <a:avLst/>
          </a:prstGeom>
          <a:solidFill>
            <a:srgbClr val="0F7B8A"/>
          </a:solidFill>
          <a:ln/>
        </p:spPr>
        <p:txBody>
          <a:bodyPr/>
          <a:lstStyle/>
          <a:p>
            <a:endParaRPr lang="en-US"/>
          </a:p>
        </p:txBody>
      </p:sp>
      <p:sp>
        <p:nvSpPr>
          <p:cNvPr id="104" name="Shape 102"/>
          <p:cNvSpPr/>
          <p:nvPr/>
        </p:nvSpPr>
        <p:spPr>
          <a:xfrm>
            <a:off x="7392725" y="4524500"/>
            <a:ext cx="54864" cy="54864"/>
          </a:xfrm>
          <a:prstGeom prst="ellipse">
            <a:avLst/>
          </a:prstGeom>
          <a:solidFill>
            <a:srgbClr val="0F7B8A"/>
          </a:solidFill>
          <a:ln/>
        </p:spPr>
        <p:txBody>
          <a:bodyPr/>
          <a:lstStyle/>
          <a:p>
            <a:endParaRPr lang="en-US"/>
          </a:p>
        </p:txBody>
      </p:sp>
      <p:sp>
        <p:nvSpPr>
          <p:cNvPr id="105" name="Shape 103"/>
          <p:cNvSpPr/>
          <p:nvPr/>
        </p:nvSpPr>
        <p:spPr>
          <a:xfrm>
            <a:off x="7384039" y="4637769"/>
            <a:ext cx="54864" cy="54864"/>
          </a:xfrm>
          <a:prstGeom prst="ellipse">
            <a:avLst/>
          </a:prstGeom>
          <a:solidFill>
            <a:srgbClr val="0F7B8A"/>
          </a:solidFill>
          <a:ln/>
        </p:spPr>
        <p:txBody>
          <a:bodyPr/>
          <a:lstStyle/>
          <a:p>
            <a:endParaRPr lang="en-US"/>
          </a:p>
        </p:txBody>
      </p:sp>
      <p:sp>
        <p:nvSpPr>
          <p:cNvPr id="106" name="Shape 104"/>
          <p:cNvSpPr/>
          <p:nvPr/>
        </p:nvSpPr>
        <p:spPr>
          <a:xfrm>
            <a:off x="7381186" y="4857117"/>
            <a:ext cx="54864" cy="54864"/>
          </a:xfrm>
          <a:prstGeom prst="ellipse">
            <a:avLst/>
          </a:prstGeom>
          <a:solidFill>
            <a:srgbClr val="0F7B8A"/>
          </a:solidFill>
          <a:ln/>
        </p:spPr>
        <p:txBody>
          <a:bodyPr/>
          <a:lstStyle/>
          <a:p>
            <a:endParaRPr lang="en-US"/>
          </a:p>
        </p:txBody>
      </p:sp>
      <p:sp>
        <p:nvSpPr>
          <p:cNvPr id="107" name="Shape 105"/>
          <p:cNvSpPr/>
          <p:nvPr/>
        </p:nvSpPr>
        <p:spPr>
          <a:xfrm>
            <a:off x="6635219" y="3392574"/>
            <a:ext cx="54864" cy="54864"/>
          </a:xfrm>
          <a:prstGeom prst="ellipse">
            <a:avLst/>
          </a:prstGeom>
          <a:solidFill>
            <a:srgbClr val="0F7B8A"/>
          </a:solidFill>
          <a:ln/>
        </p:spPr>
        <p:txBody>
          <a:bodyPr/>
          <a:lstStyle/>
          <a:p>
            <a:endParaRPr lang="en-US"/>
          </a:p>
        </p:txBody>
      </p:sp>
      <p:sp>
        <p:nvSpPr>
          <p:cNvPr id="108" name="Shape 106"/>
          <p:cNvSpPr/>
          <p:nvPr/>
        </p:nvSpPr>
        <p:spPr>
          <a:xfrm>
            <a:off x="6624632" y="3497120"/>
            <a:ext cx="54864" cy="54864"/>
          </a:xfrm>
          <a:prstGeom prst="ellipse">
            <a:avLst/>
          </a:prstGeom>
          <a:solidFill>
            <a:srgbClr val="0F7B8A"/>
          </a:solidFill>
          <a:ln/>
        </p:spPr>
        <p:txBody>
          <a:bodyPr/>
          <a:lstStyle/>
          <a:p>
            <a:endParaRPr lang="en-US"/>
          </a:p>
        </p:txBody>
      </p:sp>
      <p:sp>
        <p:nvSpPr>
          <p:cNvPr id="109" name="Shape 107"/>
          <p:cNvSpPr/>
          <p:nvPr/>
        </p:nvSpPr>
        <p:spPr>
          <a:xfrm>
            <a:off x="6647981" y="3596044"/>
            <a:ext cx="54864" cy="54864"/>
          </a:xfrm>
          <a:prstGeom prst="ellipse">
            <a:avLst/>
          </a:prstGeom>
          <a:solidFill>
            <a:srgbClr val="0F7B8A"/>
          </a:solidFill>
          <a:ln/>
        </p:spPr>
        <p:txBody>
          <a:bodyPr/>
          <a:lstStyle/>
          <a:p>
            <a:endParaRPr lang="en-US"/>
          </a:p>
        </p:txBody>
      </p:sp>
      <p:sp>
        <p:nvSpPr>
          <p:cNvPr id="110" name="Shape 108"/>
          <p:cNvSpPr/>
          <p:nvPr/>
        </p:nvSpPr>
        <p:spPr>
          <a:xfrm>
            <a:off x="6648758" y="3651139"/>
            <a:ext cx="54864" cy="54864"/>
          </a:xfrm>
          <a:prstGeom prst="ellipse">
            <a:avLst/>
          </a:prstGeom>
          <a:solidFill>
            <a:srgbClr val="0F7B8A"/>
          </a:solidFill>
          <a:ln/>
        </p:spPr>
        <p:txBody>
          <a:bodyPr/>
          <a:lstStyle/>
          <a:p>
            <a:endParaRPr lang="en-US"/>
          </a:p>
        </p:txBody>
      </p:sp>
      <p:sp>
        <p:nvSpPr>
          <p:cNvPr id="111" name="Shape 109"/>
          <p:cNvSpPr/>
          <p:nvPr/>
        </p:nvSpPr>
        <p:spPr>
          <a:xfrm>
            <a:off x="6629449" y="3728939"/>
            <a:ext cx="54864" cy="54864"/>
          </a:xfrm>
          <a:prstGeom prst="ellipse">
            <a:avLst/>
          </a:prstGeom>
          <a:solidFill>
            <a:srgbClr val="0F7B8A"/>
          </a:solidFill>
          <a:ln/>
        </p:spPr>
        <p:txBody>
          <a:bodyPr/>
          <a:lstStyle/>
          <a:p>
            <a:endParaRPr lang="en-US"/>
          </a:p>
        </p:txBody>
      </p:sp>
      <p:sp>
        <p:nvSpPr>
          <p:cNvPr id="112" name="Shape 110"/>
          <p:cNvSpPr/>
          <p:nvPr/>
        </p:nvSpPr>
        <p:spPr>
          <a:xfrm>
            <a:off x="6648773" y="3809343"/>
            <a:ext cx="54864" cy="54864"/>
          </a:xfrm>
          <a:prstGeom prst="ellipse">
            <a:avLst/>
          </a:prstGeom>
          <a:solidFill>
            <a:srgbClr val="0F7B8A"/>
          </a:solidFill>
          <a:ln/>
        </p:spPr>
        <p:txBody>
          <a:bodyPr/>
          <a:lstStyle/>
          <a:p>
            <a:endParaRPr lang="en-US"/>
          </a:p>
        </p:txBody>
      </p:sp>
      <p:sp>
        <p:nvSpPr>
          <p:cNvPr id="113" name="Shape 111"/>
          <p:cNvSpPr/>
          <p:nvPr/>
        </p:nvSpPr>
        <p:spPr>
          <a:xfrm>
            <a:off x="6641955" y="3945784"/>
            <a:ext cx="54864" cy="54864"/>
          </a:xfrm>
          <a:prstGeom prst="ellipse">
            <a:avLst/>
          </a:prstGeom>
          <a:solidFill>
            <a:srgbClr val="0F7B8A"/>
          </a:solidFill>
          <a:ln/>
        </p:spPr>
        <p:txBody>
          <a:bodyPr/>
          <a:lstStyle/>
          <a:p>
            <a:endParaRPr lang="en-US"/>
          </a:p>
        </p:txBody>
      </p:sp>
      <p:sp>
        <p:nvSpPr>
          <p:cNvPr id="114" name="Shape 112"/>
          <p:cNvSpPr/>
          <p:nvPr/>
        </p:nvSpPr>
        <p:spPr>
          <a:xfrm>
            <a:off x="6648838" y="3981104"/>
            <a:ext cx="54864" cy="54864"/>
          </a:xfrm>
          <a:prstGeom prst="ellipse">
            <a:avLst/>
          </a:prstGeom>
          <a:solidFill>
            <a:srgbClr val="0F7B8A"/>
          </a:solidFill>
          <a:ln/>
        </p:spPr>
        <p:txBody>
          <a:bodyPr/>
          <a:lstStyle/>
          <a:p>
            <a:endParaRPr lang="en-US"/>
          </a:p>
        </p:txBody>
      </p:sp>
      <p:sp>
        <p:nvSpPr>
          <p:cNvPr id="115" name="Shape 113"/>
          <p:cNvSpPr/>
          <p:nvPr/>
        </p:nvSpPr>
        <p:spPr>
          <a:xfrm>
            <a:off x="6636407" y="4085193"/>
            <a:ext cx="54864" cy="54864"/>
          </a:xfrm>
          <a:prstGeom prst="ellipse">
            <a:avLst/>
          </a:prstGeom>
          <a:solidFill>
            <a:srgbClr val="0F7B8A"/>
          </a:solidFill>
          <a:ln/>
        </p:spPr>
        <p:txBody>
          <a:bodyPr/>
          <a:lstStyle/>
          <a:p>
            <a:endParaRPr lang="en-US"/>
          </a:p>
        </p:txBody>
      </p:sp>
      <p:sp>
        <p:nvSpPr>
          <p:cNvPr id="116" name="Shape 114"/>
          <p:cNvSpPr/>
          <p:nvPr/>
        </p:nvSpPr>
        <p:spPr>
          <a:xfrm>
            <a:off x="6638933" y="4192740"/>
            <a:ext cx="54864" cy="54864"/>
          </a:xfrm>
          <a:prstGeom prst="ellipse">
            <a:avLst/>
          </a:prstGeom>
          <a:solidFill>
            <a:srgbClr val="0F7B8A"/>
          </a:solidFill>
          <a:ln/>
        </p:spPr>
        <p:txBody>
          <a:bodyPr/>
          <a:lstStyle/>
          <a:p>
            <a:endParaRPr lang="en-US"/>
          </a:p>
        </p:txBody>
      </p:sp>
      <p:sp>
        <p:nvSpPr>
          <p:cNvPr id="117" name="Shape 115"/>
          <p:cNvSpPr/>
          <p:nvPr/>
        </p:nvSpPr>
        <p:spPr>
          <a:xfrm>
            <a:off x="6629295" y="4284655"/>
            <a:ext cx="54864" cy="54864"/>
          </a:xfrm>
          <a:prstGeom prst="ellipse">
            <a:avLst/>
          </a:prstGeom>
          <a:solidFill>
            <a:srgbClr val="0F7B8A"/>
          </a:solidFill>
          <a:ln/>
        </p:spPr>
        <p:txBody>
          <a:bodyPr/>
          <a:lstStyle/>
          <a:p>
            <a:endParaRPr lang="en-US"/>
          </a:p>
        </p:txBody>
      </p:sp>
      <p:sp>
        <p:nvSpPr>
          <p:cNvPr id="118" name="Shape 116"/>
          <p:cNvSpPr/>
          <p:nvPr/>
        </p:nvSpPr>
        <p:spPr>
          <a:xfrm>
            <a:off x="6648464" y="4372357"/>
            <a:ext cx="54864" cy="54864"/>
          </a:xfrm>
          <a:prstGeom prst="ellipse">
            <a:avLst/>
          </a:prstGeom>
          <a:solidFill>
            <a:srgbClr val="0F7B8A"/>
          </a:solidFill>
          <a:ln/>
        </p:spPr>
        <p:txBody>
          <a:bodyPr/>
          <a:lstStyle/>
          <a:p>
            <a:endParaRPr lang="en-US"/>
          </a:p>
        </p:txBody>
      </p:sp>
      <p:sp>
        <p:nvSpPr>
          <p:cNvPr id="119" name="Shape 117"/>
          <p:cNvSpPr/>
          <p:nvPr/>
        </p:nvSpPr>
        <p:spPr>
          <a:xfrm>
            <a:off x="7335043" y="2845803"/>
            <a:ext cx="54864" cy="54864"/>
          </a:xfrm>
          <a:prstGeom prst="ellipse">
            <a:avLst/>
          </a:prstGeom>
          <a:solidFill>
            <a:srgbClr val="0F7B8A"/>
          </a:solidFill>
          <a:ln/>
        </p:spPr>
        <p:txBody>
          <a:bodyPr/>
          <a:lstStyle/>
          <a:p>
            <a:endParaRPr lang="en-US"/>
          </a:p>
        </p:txBody>
      </p:sp>
      <p:sp>
        <p:nvSpPr>
          <p:cNvPr id="120" name="Shape 118"/>
          <p:cNvSpPr/>
          <p:nvPr/>
        </p:nvSpPr>
        <p:spPr>
          <a:xfrm>
            <a:off x="7304992" y="2841853"/>
            <a:ext cx="54864" cy="54864"/>
          </a:xfrm>
          <a:prstGeom prst="ellipse">
            <a:avLst/>
          </a:prstGeom>
          <a:solidFill>
            <a:srgbClr val="0F7B8A"/>
          </a:solidFill>
          <a:ln/>
        </p:spPr>
        <p:txBody>
          <a:bodyPr/>
          <a:lstStyle/>
          <a:p>
            <a:endParaRPr lang="en-US"/>
          </a:p>
        </p:txBody>
      </p:sp>
      <p:sp>
        <p:nvSpPr>
          <p:cNvPr id="121" name="Shape 119"/>
          <p:cNvSpPr/>
          <p:nvPr/>
        </p:nvSpPr>
        <p:spPr>
          <a:xfrm>
            <a:off x="7252314" y="2882471"/>
            <a:ext cx="54864" cy="54864"/>
          </a:xfrm>
          <a:prstGeom prst="ellipse">
            <a:avLst/>
          </a:prstGeom>
          <a:solidFill>
            <a:srgbClr val="0F7B8A"/>
          </a:solidFill>
          <a:ln/>
        </p:spPr>
        <p:txBody>
          <a:bodyPr/>
          <a:lstStyle/>
          <a:p>
            <a:endParaRPr lang="en-US"/>
          </a:p>
        </p:txBody>
      </p:sp>
      <p:sp>
        <p:nvSpPr>
          <p:cNvPr id="122" name="Shape 120"/>
          <p:cNvSpPr/>
          <p:nvPr/>
        </p:nvSpPr>
        <p:spPr>
          <a:xfrm>
            <a:off x="7178788" y="2934072"/>
            <a:ext cx="54864" cy="54864"/>
          </a:xfrm>
          <a:prstGeom prst="ellipse">
            <a:avLst/>
          </a:prstGeom>
          <a:solidFill>
            <a:srgbClr val="0F7B8A"/>
          </a:solidFill>
          <a:ln/>
        </p:spPr>
        <p:txBody>
          <a:bodyPr/>
          <a:lstStyle/>
          <a:p>
            <a:endParaRPr lang="en-US"/>
          </a:p>
        </p:txBody>
      </p:sp>
      <p:sp>
        <p:nvSpPr>
          <p:cNvPr id="123" name="Shape 121"/>
          <p:cNvSpPr/>
          <p:nvPr/>
        </p:nvSpPr>
        <p:spPr>
          <a:xfrm>
            <a:off x="7092274" y="3008775"/>
            <a:ext cx="54864" cy="54864"/>
          </a:xfrm>
          <a:prstGeom prst="ellipse">
            <a:avLst/>
          </a:prstGeom>
          <a:solidFill>
            <a:srgbClr val="0F7B8A"/>
          </a:solidFill>
          <a:ln/>
        </p:spPr>
        <p:txBody>
          <a:bodyPr/>
          <a:lstStyle/>
          <a:p>
            <a:endParaRPr lang="en-US"/>
          </a:p>
        </p:txBody>
      </p:sp>
      <p:sp>
        <p:nvSpPr>
          <p:cNvPr id="124" name="Shape 122"/>
          <p:cNvSpPr/>
          <p:nvPr/>
        </p:nvSpPr>
        <p:spPr>
          <a:xfrm>
            <a:off x="7015291" y="3073538"/>
            <a:ext cx="54864" cy="54864"/>
          </a:xfrm>
          <a:prstGeom prst="ellipse">
            <a:avLst/>
          </a:prstGeom>
          <a:solidFill>
            <a:srgbClr val="0F7B8A"/>
          </a:solidFill>
          <a:ln/>
        </p:spPr>
        <p:txBody>
          <a:bodyPr/>
          <a:lstStyle/>
          <a:p>
            <a:endParaRPr lang="en-US"/>
          </a:p>
        </p:txBody>
      </p:sp>
      <p:sp>
        <p:nvSpPr>
          <p:cNvPr id="125" name="Shape 123"/>
          <p:cNvSpPr/>
          <p:nvPr/>
        </p:nvSpPr>
        <p:spPr>
          <a:xfrm>
            <a:off x="6978117" y="3077577"/>
            <a:ext cx="54864" cy="54864"/>
          </a:xfrm>
          <a:prstGeom prst="ellipse">
            <a:avLst/>
          </a:prstGeom>
          <a:solidFill>
            <a:srgbClr val="0F7B8A"/>
          </a:solidFill>
          <a:ln/>
        </p:spPr>
        <p:txBody>
          <a:bodyPr/>
          <a:lstStyle/>
          <a:p>
            <a:endParaRPr lang="en-US"/>
          </a:p>
        </p:txBody>
      </p:sp>
      <p:sp>
        <p:nvSpPr>
          <p:cNvPr id="126" name="Shape 124"/>
          <p:cNvSpPr/>
          <p:nvPr/>
        </p:nvSpPr>
        <p:spPr>
          <a:xfrm>
            <a:off x="6908982" y="3149043"/>
            <a:ext cx="54864" cy="54864"/>
          </a:xfrm>
          <a:prstGeom prst="ellipse">
            <a:avLst/>
          </a:prstGeom>
          <a:solidFill>
            <a:srgbClr val="0F7B8A"/>
          </a:solidFill>
          <a:ln/>
        </p:spPr>
        <p:txBody>
          <a:bodyPr/>
          <a:lstStyle/>
          <a:p>
            <a:endParaRPr lang="en-US"/>
          </a:p>
        </p:txBody>
      </p:sp>
      <p:sp>
        <p:nvSpPr>
          <p:cNvPr id="127" name="Shape 125"/>
          <p:cNvSpPr/>
          <p:nvPr/>
        </p:nvSpPr>
        <p:spPr>
          <a:xfrm>
            <a:off x="6821564" y="3181936"/>
            <a:ext cx="54864" cy="54864"/>
          </a:xfrm>
          <a:prstGeom prst="ellipse">
            <a:avLst/>
          </a:prstGeom>
          <a:solidFill>
            <a:srgbClr val="0F7B8A"/>
          </a:solidFill>
          <a:ln/>
        </p:spPr>
        <p:txBody>
          <a:bodyPr/>
          <a:lstStyle/>
          <a:p>
            <a:endParaRPr lang="en-US"/>
          </a:p>
        </p:txBody>
      </p:sp>
      <p:sp>
        <p:nvSpPr>
          <p:cNvPr id="128" name="Shape 126"/>
          <p:cNvSpPr/>
          <p:nvPr/>
        </p:nvSpPr>
        <p:spPr>
          <a:xfrm>
            <a:off x="6808198" y="3221797"/>
            <a:ext cx="54864" cy="54864"/>
          </a:xfrm>
          <a:prstGeom prst="ellipse">
            <a:avLst/>
          </a:prstGeom>
          <a:solidFill>
            <a:srgbClr val="0F7B8A"/>
          </a:solidFill>
          <a:ln/>
        </p:spPr>
        <p:txBody>
          <a:bodyPr/>
          <a:lstStyle/>
          <a:p>
            <a:endParaRPr lang="en-US"/>
          </a:p>
        </p:txBody>
      </p:sp>
      <p:sp>
        <p:nvSpPr>
          <p:cNvPr id="129" name="Shape 127"/>
          <p:cNvSpPr/>
          <p:nvPr/>
        </p:nvSpPr>
        <p:spPr>
          <a:xfrm>
            <a:off x="6752505" y="3246937"/>
            <a:ext cx="54864" cy="54864"/>
          </a:xfrm>
          <a:prstGeom prst="ellipse">
            <a:avLst/>
          </a:prstGeom>
          <a:solidFill>
            <a:srgbClr val="0F7B8A"/>
          </a:solidFill>
          <a:ln/>
        </p:spPr>
        <p:txBody>
          <a:bodyPr/>
          <a:lstStyle/>
          <a:p>
            <a:endParaRPr lang="en-US"/>
          </a:p>
        </p:txBody>
      </p:sp>
      <p:sp>
        <p:nvSpPr>
          <p:cNvPr id="130" name="Shape 128"/>
          <p:cNvSpPr/>
          <p:nvPr/>
        </p:nvSpPr>
        <p:spPr>
          <a:xfrm>
            <a:off x="6667396" y="3295468"/>
            <a:ext cx="54864" cy="54864"/>
          </a:xfrm>
          <a:prstGeom prst="ellipse">
            <a:avLst/>
          </a:prstGeom>
          <a:solidFill>
            <a:srgbClr val="0F7B8A"/>
          </a:solidFill>
          <a:ln/>
        </p:spPr>
        <p:txBody>
          <a:bodyPr/>
          <a:lstStyle/>
          <a:p>
            <a:endParaRPr lang="en-US"/>
          </a:p>
        </p:txBody>
      </p:sp>
      <p:sp>
        <p:nvSpPr>
          <p:cNvPr id="131" name="Shape 129"/>
          <p:cNvSpPr/>
          <p:nvPr/>
        </p:nvSpPr>
        <p:spPr>
          <a:xfrm>
            <a:off x="7294122" y="4917681"/>
            <a:ext cx="54864" cy="54864"/>
          </a:xfrm>
          <a:prstGeom prst="ellipse">
            <a:avLst/>
          </a:prstGeom>
          <a:solidFill>
            <a:srgbClr val="0F7B8A"/>
          </a:solidFill>
          <a:ln/>
        </p:spPr>
        <p:txBody>
          <a:bodyPr/>
          <a:lstStyle/>
          <a:p>
            <a:endParaRPr lang="en-US"/>
          </a:p>
        </p:txBody>
      </p:sp>
      <p:sp>
        <p:nvSpPr>
          <p:cNvPr id="132" name="Shape 130"/>
          <p:cNvSpPr/>
          <p:nvPr/>
        </p:nvSpPr>
        <p:spPr>
          <a:xfrm>
            <a:off x="7048568" y="4915805"/>
            <a:ext cx="54864" cy="54864"/>
          </a:xfrm>
          <a:prstGeom prst="ellipse">
            <a:avLst/>
          </a:prstGeom>
          <a:solidFill>
            <a:srgbClr val="0F7B8A"/>
          </a:solidFill>
          <a:ln/>
        </p:spPr>
        <p:txBody>
          <a:bodyPr/>
          <a:lstStyle/>
          <a:p>
            <a:endParaRPr lang="en-US"/>
          </a:p>
        </p:txBody>
      </p:sp>
      <p:sp>
        <p:nvSpPr>
          <p:cNvPr id="133" name="Shape 131"/>
          <p:cNvSpPr/>
          <p:nvPr/>
        </p:nvSpPr>
        <p:spPr>
          <a:xfrm>
            <a:off x="6731154" y="4923381"/>
            <a:ext cx="54864" cy="54864"/>
          </a:xfrm>
          <a:prstGeom prst="ellipse">
            <a:avLst/>
          </a:prstGeom>
          <a:solidFill>
            <a:srgbClr val="0F7B8A"/>
          </a:solidFill>
          <a:ln/>
        </p:spPr>
        <p:txBody>
          <a:bodyPr/>
          <a:lstStyle/>
          <a:p>
            <a:endParaRPr lang="en-US"/>
          </a:p>
        </p:txBody>
      </p:sp>
      <p:sp>
        <p:nvSpPr>
          <p:cNvPr id="134" name="Shape 132"/>
          <p:cNvSpPr/>
          <p:nvPr/>
        </p:nvSpPr>
        <p:spPr>
          <a:xfrm>
            <a:off x="6569051" y="4899283"/>
            <a:ext cx="54864" cy="54864"/>
          </a:xfrm>
          <a:prstGeom prst="ellipse">
            <a:avLst/>
          </a:prstGeom>
          <a:solidFill>
            <a:srgbClr val="0F7B8A"/>
          </a:solidFill>
          <a:ln/>
        </p:spPr>
        <p:txBody>
          <a:bodyPr/>
          <a:lstStyle/>
          <a:p>
            <a:endParaRPr lang="en-US"/>
          </a:p>
        </p:txBody>
      </p:sp>
      <p:sp>
        <p:nvSpPr>
          <p:cNvPr id="135" name="Shape 133"/>
          <p:cNvSpPr/>
          <p:nvPr/>
        </p:nvSpPr>
        <p:spPr>
          <a:xfrm>
            <a:off x="6370002" y="4903325"/>
            <a:ext cx="54864" cy="54864"/>
          </a:xfrm>
          <a:prstGeom prst="ellipse">
            <a:avLst/>
          </a:prstGeom>
          <a:solidFill>
            <a:srgbClr val="0F7B8A"/>
          </a:solidFill>
          <a:ln/>
        </p:spPr>
        <p:txBody>
          <a:bodyPr/>
          <a:lstStyle/>
          <a:p>
            <a:endParaRPr lang="en-US"/>
          </a:p>
        </p:txBody>
      </p:sp>
      <p:sp>
        <p:nvSpPr>
          <p:cNvPr id="136" name="Shape 134"/>
          <p:cNvSpPr/>
          <p:nvPr/>
        </p:nvSpPr>
        <p:spPr>
          <a:xfrm>
            <a:off x="6063499" y="4921231"/>
            <a:ext cx="54864" cy="54864"/>
          </a:xfrm>
          <a:prstGeom prst="ellipse">
            <a:avLst/>
          </a:prstGeom>
          <a:solidFill>
            <a:srgbClr val="0F7B8A"/>
          </a:solidFill>
          <a:ln/>
        </p:spPr>
        <p:txBody>
          <a:bodyPr/>
          <a:lstStyle/>
          <a:p>
            <a:endParaRPr lang="en-US"/>
          </a:p>
        </p:txBody>
      </p:sp>
      <p:sp>
        <p:nvSpPr>
          <p:cNvPr id="137" name="Shape 135"/>
          <p:cNvSpPr/>
          <p:nvPr/>
        </p:nvSpPr>
        <p:spPr>
          <a:xfrm>
            <a:off x="5924136" y="4897569"/>
            <a:ext cx="54864" cy="54864"/>
          </a:xfrm>
          <a:prstGeom prst="ellipse">
            <a:avLst/>
          </a:prstGeom>
          <a:solidFill>
            <a:srgbClr val="0F7B8A"/>
          </a:solidFill>
          <a:ln/>
        </p:spPr>
        <p:txBody>
          <a:bodyPr/>
          <a:lstStyle/>
          <a:p>
            <a:endParaRPr lang="en-US"/>
          </a:p>
        </p:txBody>
      </p:sp>
      <p:sp>
        <p:nvSpPr>
          <p:cNvPr id="138" name="Shape 136"/>
          <p:cNvSpPr/>
          <p:nvPr/>
        </p:nvSpPr>
        <p:spPr>
          <a:xfrm>
            <a:off x="5733706" y="4907872"/>
            <a:ext cx="54864" cy="54864"/>
          </a:xfrm>
          <a:prstGeom prst="ellipse">
            <a:avLst/>
          </a:prstGeom>
          <a:solidFill>
            <a:srgbClr val="0F7B8A"/>
          </a:solidFill>
          <a:ln/>
        </p:spPr>
        <p:txBody>
          <a:bodyPr/>
          <a:lstStyle/>
          <a:p>
            <a:endParaRPr lang="en-US"/>
          </a:p>
        </p:txBody>
      </p:sp>
      <p:sp>
        <p:nvSpPr>
          <p:cNvPr id="139" name="Shape 137"/>
          <p:cNvSpPr/>
          <p:nvPr/>
        </p:nvSpPr>
        <p:spPr>
          <a:xfrm>
            <a:off x="5455486" y="4899105"/>
            <a:ext cx="54864" cy="54864"/>
          </a:xfrm>
          <a:prstGeom prst="ellipse">
            <a:avLst/>
          </a:prstGeom>
          <a:solidFill>
            <a:srgbClr val="0F7B8A"/>
          </a:solidFill>
          <a:ln/>
        </p:spPr>
        <p:txBody>
          <a:bodyPr/>
          <a:lstStyle/>
          <a:p>
            <a:endParaRPr lang="en-US"/>
          </a:p>
        </p:txBody>
      </p:sp>
      <p:sp>
        <p:nvSpPr>
          <p:cNvPr id="140" name="Shape 138"/>
          <p:cNvSpPr/>
          <p:nvPr/>
        </p:nvSpPr>
        <p:spPr>
          <a:xfrm>
            <a:off x="5253290" y="4921919"/>
            <a:ext cx="54864" cy="54864"/>
          </a:xfrm>
          <a:prstGeom prst="ellipse">
            <a:avLst/>
          </a:prstGeom>
          <a:solidFill>
            <a:srgbClr val="0F7B8A"/>
          </a:solidFill>
          <a:ln/>
        </p:spPr>
        <p:txBody>
          <a:bodyPr/>
          <a:lstStyle/>
          <a:p>
            <a:endParaRPr lang="en-US"/>
          </a:p>
        </p:txBody>
      </p:sp>
      <p:sp>
        <p:nvSpPr>
          <p:cNvPr id="141" name="Shape 139"/>
          <p:cNvSpPr/>
          <p:nvPr/>
        </p:nvSpPr>
        <p:spPr>
          <a:xfrm>
            <a:off x="4948433" y="4914544"/>
            <a:ext cx="54864" cy="54864"/>
          </a:xfrm>
          <a:prstGeom prst="ellipse">
            <a:avLst/>
          </a:prstGeom>
          <a:solidFill>
            <a:srgbClr val="0F7B8A"/>
          </a:solidFill>
          <a:ln/>
        </p:spPr>
        <p:txBody>
          <a:bodyPr/>
          <a:lstStyle/>
          <a:p>
            <a:endParaRPr lang="en-US"/>
          </a:p>
        </p:txBody>
      </p:sp>
      <p:sp>
        <p:nvSpPr>
          <p:cNvPr id="142" name="Shape 140"/>
          <p:cNvSpPr/>
          <p:nvPr/>
        </p:nvSpPr>
        <p:spPr>
          <a:xfrm>
            <a:off x="4878198" y="4897287"/>
            <a:ext cx="54864" cy="54864"/>
          </a:xfrm>
          <a:prstGeom prst="ellipse">
            <a:avLst/>
          </a:prstGeom>
          <a:solidFill>
            <a:srgbClr val="0F7B8A"/>
          </a:solidFill>
          <a:ln/>
        </p:spPr>
        <p:txBody>
          <a:bodyPr/>
          <a:lstStyle/>
          <a:p>
            <a:endParaRPr lang="en-US"/>
          </a:p>
        </p:txBody>
      </p:sp>
      <p:sp>
        <p:nvSpPr>
          <p:cNvPr id="143" name="Shape 141"/>
          <p:cNvSpPr/>
          <p:nvPr/>
        </p:nvSpPr>
        <p:spPr>
          <a:xfrm>
            <a:off x="6569447" y="4396535"/>
            <a:ext cx="54864" cy="54864"/>
          </a:xfrm>
          <a:prstGeom prst="ellipse">
            <a:avLst/>
          </a:prstGeom>
          <a:solidFill>
            <a:srgbClr val="0F7B8A"/>
          </a:solidFill>
          <a:ln/>
        </p:spPr>
        <p:txBody>
          <a:bodyPr/>
          <a:lstStyle/>
          <a:p>
            <a:endParaRPr lang="en-US"/>
          </a:p>
        </p:txBody>
      </p:sp>
      <p:sp>
        <p:nvSpPr>
          <p:cNvPr id="144" name="Shape 142"/>
          <p:cNvSpPr/>
          <p:nvPr/>
        </p:nvSpPr>
        <p:spPr>
          <a:xfrm>
            <a:off x="6461083" y="4372361"/>
            <a:ext cx="54864" cy="54864"/>
          </a:xfrm>
          <a:prstGeom prst="ellipse">
            <a:avLst/>
          </a:prstGeom>
          <a:solidFill>
            <a:srgbClr val="0F7B8A"/>
          </a:solidFill>
          <a:ln/>
        </p:spPr>
        <p:txBody>
          <a:bodyPr/>
          <a:lstStyle/>
          <a:p>
            <a:endParaRPr lang="en-US"/>
          </a:p>
        </p:txBody>
      </p:sp>
      <p:sp>
        <p:nvSpPr>
          <p:cNvPr id="145" name="Shape 143"/>
          <p:cNvSpPr/>
          <p:nvPr/>
        </p:nvSpPr>
        <p:spPr>
          <a:xfrm>
            <a:off x="6367388" y="4394143"/>
            <a:ext cx="54864" cy="54864"/>
          </a:xfrm>
          <a:prstGeom prst="ellipse">
            <a:avLst/>
          </a:prstGeom>
          <a:solidFill>
            <a:srgbClr val="0F7B8A"/>
          </a:solidFill>
          <a:ln/>
        </p:spPr>
        <p:txBody>
          <a:bodyPr/>
          <a:lstStyle/>
          <a:p>
            <a:endParaRPr lang="en-US"/>
          </a:p>
        </p:txBody>
      </p:sp>
      <p:sp>
        <p:nvSpPr>
          <p:cNvPr id="146" name="Shape 144"/>
          <p:cNvSpPr/>
          <p:nvPr/>
        </p:nvSpPr>
        <p:spPr>
          <a:xfrm>
            <a:off x="6329246" y="4378750"/>
            <a:ext cx="54864" cy="54864"/>
          </a:xfrm>
          <a:prstGeom prst="ellipse">
            <a:avLst/>
          </a:prstGeom>
          <a:solidFill>
            <a:srgbClr val="0F7B8A"/>
          </a:solidFill>
          <a:ln/>
        </p:spPr>
        <p:txBody>
          <a:bodyPr/>
          <a:lstStyle/>
          <a:p>
            <a:endParaRPr lang="en-US"/>
          </a:p>
        </p:txBody>
      </p:sp>
      <p:sp>
        <p:nvSpPr>
          <p:cNvPr id="147" name="Shape 145"/>
          <p:cNvSpPr/>
          <p:nvPr/>
        </p:nvSpPr>
        <p:spPr>
          <a:xfrm>
            <a:off x="6213174" y="4397931"/>
            <a:ext cx="54864" cy="54864"/>
          </a:xfrm>
          <a:prstGeom prst="ellipse">
            <a:avLst/>
          </a:prstGeom>
          <a:solidFill>
            <a:srgbClr val="0F7B8A"/>
          </a:solidFill>
          <a:ln/>
        </p:spPr>
        <p:txBody>
          <a:bodyPr/>
          <a:lstStyle/>
          <a:p>
            <a:endParaRPr lang="en-US"/>
          </a:p>
        </p:txBody>
      </p:sp>
      <p:sp>
        <p:nvSpPr>
          <p:cNvPr id="148" name="Shape 146"/>
          <p:cNvSpPr/>
          <p:nvPr/>
        </p:nvSpPr>
        <p:spPr>
          <a:xfrm>
            <a:off x="6049022" y="4395166"/>
            <a:ext cx="54864" cy="54864"/>
          </a:xfrm>
          <a:prstGeom prst="ellipse">
            <a:avLst/>
          </a:prstGeom>
          <a:solidFill>
            <a:srgbClr val="0F7B8A"/>
          </a:solidFill>
          <a:ln/>
        </p:spPr>
        <p:txBody>
          <a:bodyPr/>
          <a:lstStyle/>
          <a:p>
            <a:endParaRPr lang="en-US"/>
          </a:p>
        </p:txBody>
      </p:sp>
      <p:sp>
        <p:nvSpPr>
          <p:cNvPr id="149" name="Shape 147"/>
          <p:cNvSpPr/>
          <p:nvPr/>
        </p:nvSpPr>
        <p:spPr>
          <a:xfrm>
            <a:off x="5989967" y="4395957"/>
            <a:ext cx="54864" cy="54864"/>
          </a:xfrm>
          <a:prstGeom prst="ellipse">
            <a:avLst/>
          </a:prstGeom>
          <a:solidFill>
            <a:srgbClr val="0F7B8A"/>
          </a:solidFill>
          <a:ln/>
        </p:spPr>
        <p:txBody>
          <a:bodyPr/>
          <a:lstStyle/>
          <a:p>
            <a:endParaRPr lang="en-US"/>
          </a:p>
        </p:txBody>
      </p:sp>
      <p:sp>
        <p:nvSpPr>
          <p:cNvPr id="150" name="Shape 148"/>
          <p:cNvSpPr/>
          <p:nvPr/>
        </p:nvSpPr>
        <p:spPr>
          <a:xfrm>
            <a:off x="5900513" y="4396974"/>
            <a:ext cx="54864" cy="54864"/>
          </a:xfrm>
          <a:prstGeom prst="ellipse">
            <a:avLst/>
          </a:prstGeom>
          <a:solidFill>
            <a:srgbClr val="0F7B8A"/>
          </a:solidFill>
          <a:ln/>
        </p:spPr>
        <p:txBody>
          <a:bodyPr/>
          <a:lstStyle/>
          <a:p>
            <a:endParaRPr lang="en-US"/>
          </a:p>
        </p:txBody>
      </p:sp>
      <p:sp>
        <p:nvSpPr>
          <p:cNvPr id="151" name="Shape 149"/>
          <p:cNvSpPr/>
          <p:nvPr/>
        </p:nvSpPr>
        <p:spPr>
          <a:xfrm>
            <a:off x="5798020" y="4393570"/>
            <a:ext cx="54864" cy="54864"/>
          </a:xfrm>
          <a:prstGeom prst="ellipse">
            <a:avLst/>
          </a:prstGeom>
          <a:solidFill>
            <a:srgbClr val="0F7B8A"/>
          </a:solidFill>
          <a:ln/>
        </p:spPr>
        <p:txBody>
          <a:bodyPr/>
          <a:lstStyle/>
          <a:p>
            <a:endParaRPr lang="en-US"/>
          </a:p>
        </p:txBody>
      </p:sp>
      <p:sp>
        <p:nvSpPr>
          <p:cNvPr id="152" name="Shape 150"/>
          <p:cNvSpPr/>
          <p:nvPr/>
        </p:nvSpPr>
        <p:spPr>
          <a:xfrm>
            <a:off x="5672200" y="4379524"/>
            <a:ext cx="54864" cy="54864"/>
          </a:xfrm>
          <a:prstGeom prst="ellipse">
            <a:avLst/>
          </a:prstGeom>
          <a:solidFill>
            <a:srgbClr val="0F7B8A"/>
          </a:solidFill>
          <a:ln/>
        </p:spPr>
        <p:txBody>
          <a:bodyPr/>
          <a:lstStyle/>
          <a:p>
            <a:endParaRPr lang="en-US"/>
          </a:p>
        </p:txBody>
      </p:sp>
      <p:sp>
        <p:nvSpPr>
          <p:cNvPr id="153" name="Shape 151"/>
          <p:cNvSpPr/>
          <p:nvPr/>
        </p:nvSpPr>
        <p:spPr>
          <a:xfrm>
            <a:off x="5629163" y="4393697"/>
            <a:ext cx="54864" cy="54864"/>
          </a:xfrm>
          <a:prstGeom prst="ellipse">
            <a:avLst/>
          </a:prstGeom>
          <a:solidFill>
            <a:srgbClr val="0F7B8A"/>
          </a:solidFill>
          <a:ln/>
        </p:spPr>
        <p:txBody>
          <a:bodyPr/>
          <a:lstStyle/>
          <a:p>
            <a:endParaRPr lang="en-US"/>
          </a:p>
        </p:txBody>
      </p:sp>
      <p:sp>
        <p:nvSpPr>
          <p:cNvPr id="154" name="Shape 152"/>
          <p:cNvSpPr/>
          <p:nvPr/>
        </p:nvSpPr>
        <p:spPr>
          <a:xfrm>
            <a:off x="5483374" y="4374893"/>
            <a:ext cx="54864" cy="54864"/>
          </a:xfrm>
          <a:prstGeom prst="ellipse">
            <a:avLst/>
          </a:prstGeom>
          <a:solidFill>
            <a:srgbClr val="0F7B8A"/>
          </a:solidFill>
          <a:ln/>
        </p:spPr>
        <p:txBody>
          <a:bodyPr/>
          <a:lstStyle/>
          <a:p>
            <a:endParaRPr lang="en-US"/>
          </a:p>
        </p:txBody>
      </p:sp>
      <p:sp>
        <p:nvSpPr>
          <p:cNvPr id="155" name="Shape 153"/>
          <p:cNvSpPr/>
          <p:nvPr/>
        </p:nvSpPr>
        <p:spPr>
          <a:xfrm>
            <a:off x="7340376" y="4865641"/>
            <a:ext cx="54864" cy="54864"/>
          </a:xfrm>
          <a:prstGeom prst="ellipse">
            <a:avLst/>
          </a:prstGeom>
          <a:solidFill>
            <a:srgbClr val="0F7B8A"/>
          </a:solidFill>
          <a:ln/>
        </p:spPr>
        <p:txBody>
          <a:bodyPr/>
          <a:lstStyle/>
          <a:p>
            <a:endParaRPr lang="en-US"/>
          </a:p>
        </p:txBody>
      </p:sp>
      <p:sp>
        <p:nvSpPr>
          <p:cNvPr id="156" name="Shape 154"/>
          <p:cNvSpPr/>
          <p:nvPr/>
        </p:nvSpPr>
        <p:spPr>
          <a:xfrm>
            <a:off x="7296015" y="4840055"/>
            <a:ext cx="54864" cy="54864"/>
          </a:xfrm>
          <a:prstGeom prst="ellipse">
            <a:avLst/>
          </a:prstGeom>
          <a:solidFill>
            <a:srgbClr val="0F7B8A"/>
          </a:solidFill>
          <a:ln/>
        </p:spPr>
        <p:txBody>
          <a:bodyPr/>
          <a:lstStyle/>
          <a:p>
            <a:endParaRPr lang="en-US"/>
          </a:p>
        </p:txBody>
      </p:sp>
      <p:sp>
        <p:nvSpPr>
          <p:cNvPr id="157" name="Shape 155"/>
          <p:cNvSpPr/>
          <p:nvPr/>
        </p:nvSpPr>
        <p:spPr>
          <a:xfrm>
            <a:off x="7231486" y="4789224"/>
            <a:ext cx="54864" cy="54864"/>
          </a:xfrm>
          <a:prstGeom prst="ellipse">
            <a:avLst/>
          </a:prstGeom>
          <a:solidFill>
            <a:srgbClr val="0F7B8A"/>
          </a:solidFill>
          <a:ln/>
        </p:spPr>
        <p:txBody>
          <a:bodyPr/>
          <a:lstStyle/>
          <a:p>
            <a:endParaRPr lang="en-US"/>
          </a:p>
        </p:txBody>
      </p:sp>
      <p:sp>
        <p:nvSpPr>
          <p:cNvPr id="158" name="Shape 156"/>
          <p:cNvSpPr/>
          <p:nvPr/>
        </p:nvSpPr>
        <p:spPr>
          <a:xfrm>
            <a:off x="7145489" y="4738293"/>
            <a:ext cx="54864" cy="54864"/>
          </a:xfrm>
          <a:prstGeom prst="ellipse">
            <a:avLst/>
          </a:prstGeom>
          <a:solidFill>
            <a:srgbClr val="0F7B8A"/>
          </a:solidFill>
          <a:ln/>
        </p:spPr>
        <p:txBody>
          <a:bodyPr/>
          <a:lstStyle/>
          <a:p>
            <a:endParaRPr lang="en-US"/>
          </a:p>
        </p:txBody>
      </p:sp>
      <p:sp>
        <p:nvSpPr>
          <p:cNvPr id="159" name="Shape 157"/>
          <p:cNvSpPr/>
          <p:nvPr/>
        </p:nvSpPr>
        <p:spPr>
          <a:xfrm>
            <a:off x="7089638" y="4720153"/>
            <a:ext cx="54864" cy="54864"/>
          </a:xfrm>
          <a:prstGeom prst="ellipse">
            <a:avLst/>
          </a:prstGeom>
          <a:solidFill>
            <a:srgbClr val="0F7B8A"/>
          </a:solidFill>
          <a:ln/>
        </p:spPr>
        <p:txBody>
          <a:bodyPr/>
          <a:lstStyle/>
          <a:p>
            <a:endParaRPr lang="en-US"/>
          </a:p>
        </p:txBody>
      </p:sp>
      <p:sp>
        <p:nvSpPr>
          <p:cNvPr id="160" name="Shape 158"/>
          <p:cNvSpPr/>
          <p:nvPr/>
        </p:nvSpPr>
        <p:spPr>
          <a:xfrm>
            <a:off x="7026498" y="4665863"/>
            <a:ext cx="54864" cy="54864"/>
          </a:xfrm>
          <a:prstGeom prst="ellipse">
            <a:avLst/>
          </a:prstGeom>
          <a:solidFill>
            <a:srgbClr val="0F7B8A"/>
          </a:solidFill>
          <a:ln/>
        </p:spPr>
        <p:txBody>
          <a:bodyPr/>
          <a:lstStyle/>
          <a:p>
            <a:endParaRPr lang="en-US"/>
          </a:p>
        </p:txBody>
      </p:sp>
      <p:sp>
        <p:nvSpPr>
          <p:cNvPr id="161" name="Shape 159"/>
          <p:cNvSpPr/>
          <p:nvPr/>
        </p:nvSpPr>
        <p:spPr>
          <a:xfrm>
            <a:off x="6997601" y="4634446"/>
            <a:ext cx="54864" cy="54864"/>
          </a:xfrm>
          <a:prstGeom prst="ellipse">
            <a:avLst/>
          </a:prstGeom>
          <a:solidFill>
            <a:srgbClr val="0F7B8A"/>
          </a:solidFill>
          <a:ln/>
        </p:spPr>
        <p:txBody>
          <a:bodyPr/>
          <a:lstStyle/>
          <a:p>
            <a:endParaRPr lang="en-US"/>
          </a:p>
        </p:txBody>
      </p:sp>
      <p:sp>
        <p:nvSpPr>
          <p:cNvPr id="162" name="Shape 160"/>
          <p:cNvSpPr/>
          <p:nvPr/>
        </p:nvSpPr>
        <p:spPr>
          <a:xfrm>
            <a:off x="6924192" y="4597343"/>
            <a:ext cx="54864" cy="54864"/>
          </a:xfrm>
          <a:prstGeom prst="ellipse">
            <a:avLst/>
          </a:prstGeom>
          <a:solidFill>
            <a:srgbClr val="0F7B8A"/>
          </a:solidFill>
          <a:ln/>
        </p:spPr>
        <p:txBody>
          <a:bodyPr/>
          <a:lstStyle/>
          <a:p>
            <a:endParaRPr lang="en-US"/>
          </a:p>
        </p:txBody>
      </p:sp>
      <p:sp>
        <p:nvSpPr>
          <p:cNvPr id="163" name="Shape 161"/>
          <p:cNvSpPr/>
          <p:nvPr/>
        </p:nvSpPr>
        <p:spPr>
          <a:xfrm>
            <a:off x="6851691" y="4530095"/>
            <a:ext cx="54864" cy="54864"/>
          </a:xfrm>
          <a:prstGeom prst="ellipse">
            <a:avLst/>
          </a:prstGeom>
          <a:solidFill>
            <a:srgbClr val="0F7B8A"/>
          </a:solidFill>
          <a:ln/>
        </p:spPr>
        <p:txBody>
          <a:bodyPr/>
          <a:lstStyle/>
          <a:p>
            <a:endParaRPr lang="en-US"/>
          </a:p>
        </p:txBody>
      </p:sp>
      <p:sp>
        <p:nvSpPr>
          <p:cNvPr id="164" name="Shape 162"/>
          <p:cNvSpPr/>
          <p:nvPr/>
        </p:nvSpPr>
        <p:spPr>
          <a:xfrm>
            <a:off x="6766463" y="4486784"/>
            <a:ext cx="54864" cy="54864"/>
          </a:xfrm>
          <a:prstGeom prst="ellipse">
            <a:avLst/>
          </a:prstGeom>
          <a:solidFill>
            <a:srgbClr val="0F7B8A"/>
          </a:solidFill>
          <a:ln/>
        </p:spPr>
        <p:txBody>
          <a:bodyPr/>
          <a:lstStyle/>
          <a:p>
            <a:endParaRPr lang="en-US"/>
          </a:p>
        </p:txBody>
      </p:sp>
      <p:sp>
        <p:nvSpPr>
          <p:cNvPr id="165" name="Shape 163"/>
          <p:cNvSpPr/>
          <p:nvPr/>
        </p:nvSpPr>
        <p:spPr>
          <a:xfrm>
            <a:off x="6712665" y="4453813"/>
            <a:ext cx="54864" cy="54864"/>
          </a:xfrm>
          <a:prstGeom prst="ellipse">
            <a:avLst/>
          </a:prstGeom>
          <a:solidFill>
            <a:srgbClr val="0F7B8A"/>
          </a:solidFill>
          <a:ln/>
        </p:spPr>
        <p:txBody>
          <a:bodyPr/>
          <a:lstStyle/>
          <a:p>
            <a:endParaRPr lang="en-US"/>
          </a:p>
        </p:txBody>
      </p:sp>
      <p:sp>
        <p:nvSpPr>
          <p:cNvPr id="166" name="Shape 164"/>
          <p:cNvSpPr/>
          <p:nvPr/>
        </p:nvSpPr>
        <p:spPr>
          <a:xfrm>
            <a:off x="6667261" y="4412003"/>
            <a:ext cx="54864" cy="54864"/>
          </a:xfrm>
          <a:prstGeom prst="ellipse">
            <a:avLst/>
          </a:prstGeom>
          <a:solidFill>
            <a:srgbClr val="0F7B8A"/>
          </a:solidFill>
          <a:ln/>
        </p:spPr>
        <p:txBody>
          <a:bodyPr/>
          <a:lstStyle/>
          <a:p>
            <a:endParaRPr lang="en-US"/>
          </a:p>
        </p:txBody>
      </p:sp>
      <p:sp>
        <p:nvSpPr>
          <p:cNvPr id="167" name="Shape 165"/>
          <p:cNvSpPr/>
          <p:nvPr/>
        </p:nvSpPr>
        <p:spPr>
          <a:xfrm>
            <a:off x="4735660" y="4777500"/>
            <a:ext cx="54864" cy="54864"/>
          </a:xfrm>
          <a:prstGeom prst="ellipse">
            <a:avLst/>
          </a:prstGeom>
          <a:solidFill>
            <a:srgbClr val="0F7B8A"/>
          </a:solidFill>
          <a:ln/>
        </p:spPr>
        <p:txBody>
          <a:bodyPr/>
          <a:lstStyle/>
          <a:p>
            <a:endParaRPr lang="en-US"/>
          </a:p>
        </p:txBody>
      </p:sp>
      <p:sp>
        <p:nvSpPr>
          <p:cNvPr id="168" name="Shape 166"/>
          <p:cNvSpPr/>
          <p:nvPr/>
        </p:nvSpPr>
        <p:spPr>
          <a:xfrm>
            <a:off x="4727622" y="4641195"/>
            <a:ext cx="54864" cy="54864"/>
          </a:xfrm>
          <a:prstGeom prst="ellipse">
            <a:avLst/>
          </a:prstGeom>
          <a:solidFill>
            <a:srgbClr val="0F7B8A"/>
          </a:solidFill>
          <a:ln/>
        </p:spPr>
        <p:txBody>
          <a:bodyPr/>
          <a:lstStyle/>
          <a:p>
            <a:endParaRPr lang="en-US"/>
          </a:p>
        </p:txBody>
      </p:sp>
      <p:sp>
        <p:nvSpPr>
          <p:cNvPr id="169" name="Shape 167"/>
          <p:cNvSpPr/>
          <p:nvPr/>
        </p:nvSpPr>
        <p:spPr>
          <a:xfrm>
            <a:off x="4723781" y="4502821"/>
            <a:ext cx="54864" cy="54864"/>
          </a:xfrm>
          <a:prstGeom prst="ellipse">
            <a:avLst/>
          </a:prstGeom>
          <a:solidFill>
            <a:srgbClr val="0F7B8A"/>
          </a:solidFill>
          <a:ln/>
        </p:spPr>
        <p:txBody>
          <a:bodyPr/>
          <a:lstStyle/>
          <a:p>
            <a:endParaRPr lang="en-US"/>
          </a:p>
        </p:txBody>
      </p:sp>
      <p:sp>
        <p:nvSpPr>
          <p:cNvPr id="170" name="Shape 168"/>
          <p:cNvSpPr/>
          <p:nvPr/>
        </p:nvSpPr>
        <p:spPr>
          <a:xfrm>
            <a:off x="4722650" y="4304627"/>
            <a:ext cx="54864" cy="54864"/>
          </a:xfrm>
          <a:prstGeom prst="ellipse">
            <a:avLst/>
          </a:prstGeom>
          <a:solidFill>
            <a:srgbClr val="0F7B8A"/>
          </a:solidFill>
          <a:ln/>
        </p:spPr>
        <p:txBody>
          <a:bodyPr/>
          <a:lstStyle/>
          <a:p>
            <a:endParaRPr lang="en-US"/>
          </a:p>
        </p:txBody>
      </p:sp>
      <p:sp>
        <p:nvSpPr>
          <p:cNvPr id="171" name="Shape 169"/>
          <p:cNvSpPr/>
          <p:nvPr/>
        </p:nvSpPr>
        <p:spPr>
          <a:xfrm>
            <a:off x="4718982" y="4061500"/>
            <a:ext cx="54864" cy="54864"/>
          </a:xfrm>
          <a:prstGeom prst="ellipse">
            <a:avLst/>
          </a:prstGeom>
          <a:solidFill>
            <a:srgbClr val="0F7B8A"/>
          </a:solidFill>
          <a:ln/>
        </p:spPr>
        <p:txBody>
          <a:bodyPr/>
          <a:lstStyle/>
          <a:p>
            <a:endParaRPr lang="en-US"/>
          </a:p>
        </p:txBody>
      </p:sp>
      <p:sp>
        <p:nvSpPr>
          <p:cNvPr id="172" name="Shape 170"/>
          <p:cNvSpPr/>
          <p:nvPr/>
        </p:nvSpPr>
        <p:spPr>
          <a:xfrm>
            <a:off x="4735951" y="4026703"/>
            <a:ext cx="54864" cy="54864"/>
          </a:xfrm>
          <a:prstGeom prst="ellipse">
            <a:avLst/>
          </a:prstGeom>
          <a:solidFill>
            <a:srgbClr val="0F7B8A"/>
          </a:solidFill>
          <a:ln/>
        </p:spPr>
        <p:txBody>
          <a:bodyPr/>
          <a:lstStyle/>
          <a:p>
            <a:endParaRPr lang="en-US"/>
          </a:p>
        </p:txBody>
      </p:sp>
      <p:sp>
        <p:nvSpPr>
          <p:cNvPr id="173" name="Shape 171"/>
          <p:cNvSpPr/>
          <p:nvPr/>
        </p:nvSpPr>
        <p:spPr>
          <a:xfrm>
            <a:off x="4724733" y="3781641"/>
            <a:ext cx="54864" cy="54864"/>
          </a:xfrm>
          <a:prstGeom prst="ellipse">
            <a:avLst/>
          </a:prstGeom>
          <a:solidFill>
            <a:srgbClr val="0F7B8A"/>
          </a:solidFill>
          <a:ln/>
        </p:spPr>
        <p:txBody>
          <a:bodyPr/>
          <a:lstStyle/>
          <a:p>
            <a:endParaRPr lang="en-US"/>
          </a:p>
        </p:txBody>
      </p:sp>
      <p:sp>
        <p:nvSpPr>
          <p:cNvPr id="174" name="Shape 172"/>
          <p:cNvSpPr/>
          <p:nvPr/>
        </p:nvSpPr>
        <p:spPr>
          <a:xfrm>
            <a:off x="4738408" y="3599289"/>
            <a:ext cx="54864" cy="54864"/>
          </a:xfrm>
          <a:prstGeom prst="ellipse">
            <a:avLst/>
          </a:prstGeom>
          <a:solidFill>
            <a:srgbClr val="0F7B8A"/>
          </a:solidFill>
          <a:ln/>
        </p:spPr>
        <p:txBody>
          <a:bodyPr/>
          <a:lstStyle/>
          <a:p>
            <a:endParaRPr lang="en-US"/>
          </a:p>
        </p:txBody>
      </p:sp>
      <p:sp>
        <p:nvSpPr>
          <p:cNvPr id="175" name="Shape 173"/>
          <p:cNvSpPr/>
          <p:nvPr/>
        </p:nvSpPr>
        <p:spPr>
          <a:xfrm>
            <a:off x="4738206" y="3507056"/>
            <a:ext cx="54864" cy="54864"/>
          </a:xfrm>
          <a:prstGeom prst="ellipse">
            <a:avLst/>
          </a:prstGeom>
          <a:solidFill>
            <a:srgbClr val="0F7B8A"/>
          </a:solidFill>
          <a:ln/>
        </p:spPr>
        <p:txBody>
          <a:bodyPr/>
          <a:lstStyle/>
          <a:p>
            <a:endParaRPr lang="en-US"/>
          </a:p>
        </p:txBody>
      </p:sp>
      <p:sp>
        <p:nvSpPr>
          <p:cNvPr id="176" name="Shape 174"/>
          <p:cNvSpPr/>
          <p:nvPr/>
        </p:nvSpPr>
        <p:spPr>
          <a:xfrm>
            <a:off x="4720626" y="3254773"/>
            <a:ext cx="54864" cy="54864"/>
          </a:xfrm>
          <a:prstGeom prst="ellipse">
            <a:avLst/>
          </a:prstGeom>
          <a:solidFill>
            <a:srgbClr val="0F7B8A"/>
          </a:solidFill>
          <a:ln/>
        </p:spPr>
        <p:txBody>
          <a:bodyPr/>
          <a:lstStyle/>
          <a:p>
            <a:endParaRPr lang="en-US"/>
          </a:p>
        </p:txBody>
      </p:sp>
      <p:sp>
        <p:nvSpPr>
          <p:cNvPr id="177" name="Shape 175"/>
          <p:cNvSpPr/>
          <p:nvPr/>
        </p:nvSpPr>
        <p:spPr>
          <a:xfrm>
            <a:off x="4719521" y="3055911"/>
            <a:ext cx="54864" cy="54864"/>
          </a:xfrm>
          <a:prstGeom prst="ellipse">
            <a:avLst/>
          </a:prstGeom>
          <a:solidFill>
            <a:srgbClr val="0F7B8A"/>
          </a:solidFill>
          <a:ln/>
        </p:spPr>
        <p:txBody>
          <a:bodyPr/>
          <a:lstStyle/>
          <a:p>
            <a:endParaRPr lang="en-US"/>
          </a:p>
        </p:txBody>
      </p:sp>
      <p:sp>
        <p:nvSpPr>
          <p:cNvPr id="178" name="Shape 176"/>
          <p:cNvSpPr/>
          <p:nvPr/>
        </p:nvSpPr>
        <p:spPr>
          <a:xfrm>
            <a:off x="4718337" y="2876401"/>
            <a:ext cx="54864" cy="54864"/>
          </a:xfrm>
          <a:prstGeom prst="ellipse">
            <a:avLst/>
          </a:prstGeom>
          <a:solidFill>
            <a:srgbClr val="0F7B8A"/>
          </a:solidFill>
          <a:ln/>
        </p:spPr>
        <p:txBody>
          <a:bodyPr/>
          <a:lstStyle/>
          <a:p>
            <a:endParaRPr lang="en-US"/>
          </a:p>
        </p:txBody>
      </p:sp>
      <p:sp>
        <p:nvSpPr>
          <p:cNvPr id="179" name="Shape 177"/>
          <p:cNvSpPr/>
          <p:nvPr/>
        </p:nvSpPr>
        <p:spPr>
          <a:xfrm>
            <a:off x="5467708" y="4370264"/>
            <a:ext cx="54864" cy="54864"/>
          </a:xfrm>
          <a:prstGeom prst="ellipse">
            <a:avLst/>
          </a:prstGeom>
          <a:solidFill>
            <a:srgbClr val="0F7B8A"/>
          </a:solidFill>
          <a:ln/>
        </p:spPr>
        <p:txBody>
          <a:bodyPr/>
          <a:lstStyle/>
          <a:p>
            <a:endParaRPr lang="en-US"/>
          </a:p>
        </p:txBody>
      </p:sp>
      <p:sp>
        <p:nvSpPr>
          <p:cNvPr id="180" name="Shape 178"/>
          <p:cNvSpPr/>
          <p:nvPr/>
        </p:nvSpPr>
        <p:spPr>
          <a:xfrm>
            <a:off x="5464230" y="4302098"/>
            <a:ext cx="54864" cy="54864"/>
          </a:xfrm>
          <a:prstGeom prst="ellipse">
            <a:avLst/>
          </a:prstGeom>
          <a:solidFill>
            <a:srgbClr val="0F7B8A"/>
          </a:solidFill>
          <a:ln/>
        </p:spPr>
        <p:txBody>
          <a:bodyPr/>
          <a:lstStyle/>
          <a:p>
            <a:endParaRPr lang="en-US"/>
          </a:p>
        </p:txBody>
      </p:sp>
      <p:sp>
        <p:nvSpPr>
          <p:cNvPr id="181" name="Shape 179"/>
          <p:cNvSpPr/>
          <p:nvPr/>
        </p:nvSpPr>
        <p:spPr>
          <a:xfrm>
            <a:off x="5460680" y="4179732"/>
            <a:ext cx="54864" cy="54864"/>
          </a:xfrm>
          <a:prstGeom prst="ellipse">
            <a:avLst/>
          </a:prstGeom>
          <a:solidFill>
            <a:srgbClr val="0F7B8A"/>
          </a:solidFill>
          <a:ln/>
        </p:spPr>
        <p:txBody>
          <a:bodyPr/>
          <a:lstStyle/>
          <a:p>
            <a:endParaRPr lang="en-US"/>
          </a:p>
        </p:txBody>
      </p:sp>
      <p:sp>
        <p:nvSpPr>
          <p:cNvPr id="182" name="Shape 180"/>
          <p:cNvSpPr/>
          <p:nvPr/>
        </p:nvSpPr>
        <p:spPr>
          <a:xfrm>
            <a:off x="5468094" y="4073497"/>
            <a:ext cx="54864" cy="54864"/>
          </a:xfrm>
          <a:prstGeom prst="ellipse">
            <a:avLst/>
          </a:prstGeom>
          <a:solidFill>
            <a:srgbClr val="0F7B8A"/>
          </a:solidFill>
          <a:ln/>
        </p:spPr>
        <p:txBody>
          <a:bodyPr/>
          <a:lstStyle/>
          <a:p>
            <a:endParaRPr lang="en-US"/>
          </a:p>
        </p:txBody>
      </p:sp>
      <p:sp>
        <p:nvSpPr>
          <p:cNvPr id="183" name="Shape 181"/>
          <p:cNvSpPr/>
          <p:nvPr/>
        </p:nvSpPr>
        <p:spPr>
          <a:xfrm>
            <a:off x="5473187" y="3957042"/>
            <a:ext cx="54864" cy="54864"/>
          </a:xfrm>
          <a:prstGeom prst="ellipse">
            <a:avLst/>
          </a:prstGeom>
          <a:solidFill>
            <a:srgbClr val="0F7B8A"/>
          </a:solidFill>
          <a:ln/>
        </p:spPr>
        <p:txBody>
          <a:bodyPr/>
          <a:lstStyle/>
          <a:p>
            <a:endParaRPr lang="en-US"/>
          </a:p>
        </p:txBody>
      </p:sp>
      <p:sp>
        <p:nvSpPr>
          <p:cNvPr id="184" name="Shape 182"/>
          <p:cNvSpPr/>
          <p:nvPr/>
        </p:nvSpPr>
        <p:spPr>
          <a:xfrm>
            <a:off x="5478695" y="3869248"/>
            <a:ext cx="54864" cy="54864"/>
          </a:xfrm>
          <a:prstGeom prst="ellipse">
            <a:avLst/>
          </a:prstGeom>
          <a:solidFill>
            <a:srgbClr val="0F7B8A"/>
          </a:solidFill>
          <a:ln/>
        </p:spPr>
        <p:txBody>
          <a:bodyPr/>
          <a:lstStyle/>
          <a:p>
            <a:endParaRPr lang="en-US"/>
          </a:p>
        </p:txBody>
      </p:sp>
      <p:sp>
        <p:nvSpPr>
          <p:cNvPr id="185" name="Shape 183"/>
          <p:cNvSpPr/>
          <p:nvPr/>
        </p:nvSpPr>
        <p:spPr>
          <a:xfrm>
            <a:off x="5457538" y="3839009"/>
            <a:ext cx="54864" cy="54864"/>
          </a:xfrm>
          <a:prstGeom prst="ellipse">
            <a:avLst/>
          </a:prstGeom>
          <a:solidFill>
            <a:srgbClr val="0F7B8A"/>
          </a:solidFill>
          <a:ln/>
        </p:spPr>
        <p:txBody>
          <a:bodyPr/>
          <a:lstStyle/>
          <a:p>
            <a:endParaRPr lang="en-US"/>
          </a:p>
        </p:txBody>
      </p:sp>
      <p:sp>
        <p:nvSpPr>
          <p:cNvPr id="186" name="Shape 184"/>
          <p:cNvSpPr/>
          <p:nvPr/>
        </p:nvSpPr>
        <p:spPr>
          <a:xfrm>
            <a:off x="5478893" y="3718413"/>
            <a:ext cx="54864" cy="54864"/>
          </a:xfrm>
          <a:prstGeom prst="ellipse">
            <a:avLst/>
          </a:prstGeom>
          <a:solidFill>
            <a:srgbClr val="0F7B8A"/>
          </a:solidFill>
          <a:ln/>
        </p:spPr>
        <p:txBody>
          <a:bodyPr/>
          <a:lstStyle/>
          <a:p>
            <a:endParaRPr lang="en-US"/>
          </a:p>
        </p:txBody>
      </p:sp>
      <p:sp>
        <p:nvSpPr>
          <p:cNvPr id="187" name="Shape 185"/>
          <p:cNvSpPr/>
          <p:nvPr/>
        </p:nvSpPr>
        <p:spPr>
          <a:xfrm>
            <a:off x="5459492" y="3624423"/>
            <a:ext cx="54864" cy="54864"/>
          </a:xfrm>
          <a:prstGeom prst="ellipse">
            <a:avLst/>
          </a:prstGeom>
          <a:solidFill>
            <a:srgbClr val="0F7B8A"/>
          </a:solidFill>
          <a:ln/>
        </p:spPr>
        <p:txBody>
          <a:bodyPr/>
          <a:lstStyle/>
          <a:p>
            <a:endParaRPr lang="en-US"/>
          </a:p>
        </p:txBody>
      </p:sp>
      <p:sp>
        <p:nvSpPr>
          <p:cNvPr id="188" name="Shape 186"/>
          <p:cNvSpPr/>
          <p:nvPr/>
        </p:nvSpPr>
        <p:spPr>
          <a:xfrm>
            <a:off x="5471759" y="3569357"/>
            <a:ext cx="54864" cy="54864"/>
          </a:xfrm>
          <a:prstGeom prst="ellipse">
            <a:avLst/>
          </a:prstGeom>
          <a:solidFill>
            <a:srgbClr val="0F7B8A"/>
          </a:solidFill>
          <a:ln/>
        </p:spPr>
        <p:txBody>
          <a:bodyPr/>
          <a:lstStyle/>
          <a:p>
            <a:endParaRPr lang="en-US"/>
          </a:p>
        </p:txBody>
      </p:sp>
      <p:sp>
        <p:nvSpPr>
          <p:cNvPr id="189" name="Shape 187"/>
          <p:cNvSpPr/>
          <p:nvPr/>
        </p:nvSpPr>
        <p:spPr>
          <a:xfrm>
            <a:off x="5481106" y="3419614"/>
            <a:ext cx="54864" cy="54864"/>
          </a:xfrm>
          <a:prstGeom prst="ellipse">
            <a:avLst/>
          </a:prstGeom>
          <a:solidFill>
            <a:srgbClr val="0F7B8A"/>
          </a:solidFill>
          <a:ln/>
        </p:spPr>
        <p:txBody>
          <a:bodyPr/>
          <a:lstStyle/>
          <a:p>
            <a:endParaRPr lang="en-US"/>
          </a:p>
        </p:txBody>
      </p:sp>
      <p:sp>
        <p:nvSpPr>
          <p:cNvPr id="190" name="Shape 188"/>
          <p:cNvSpPr/>
          <p:nvPr/>
        </p:nvSpPr>
        <p:spPr>
          <a:xfrm>
            <a:off x="5466486" y="3405535"/>
            <a:ext cx="54864" cy="54864"/>
          </a:xfrm>
          <a:prstGeom prst="ellipse">
            <a:avLst/>
          </a:prstGeom>
          <a:solidFill>
            <a:srgbClr val="0F7B8A"/>
          </a:solidFill>
          <a:ln/>
        </p:spPr>
        <p:txBody>
          <a:bodyPr/>
          <a:lstStyle/>
          <a:p>
            <a:endParaRPr lang="en-US"/>
          </a:p>
        </p:txBody>
      </p:sp>
      <p:sp>
        <p:nvSpPr>
          <p:cNvPr id="191" name="Shape 189"/>
          <p:cNvSpPr/>
          <p:nvPr/>
        </p:nvSpPr>
        <p:spPr>
          <a:xfrm>
            <a:off x="4774055" y="4883446"/>
            <a:ext cx="54864" cy="54864"/>
          </a:xfrm>
          <a:prstGeom prst="ellipse">
            <a:avLst/>
          </a:prstGeom>
          <a:solidFill>
            <a:srgbClr val="0F7B8A"/>
          </a:solidFill>
          <a:ln/>
        </p:spPr>
        <p:txBody>
          <a:bodyPr/>
          <a:lstStyle/>
          <a:p>
            <a:endParaRPr lang="en-US"/>
          </a:p>
        </p:txBody>
      </p:sp>
      <p:sp>
        <p:nvSpPr>
          <p:cNvPr id="192" name="Shape 190"/>
          <p:cNvSpPr/>
          <p:nvPr/>
        </p:nvSpPr>
        <p:spPr>
          <a:xfrm>
            <a:off x="4800263" y="4866053"/>
            <a:ext cx="54864" cy="54864"/>
          </a:xfrm>
          <a:prstGeom prst="ellipse">
            <a:avLst/>
          </a:prstGeom>
          <a:solidFill>
            <a:srgbClr val="0F7B8A"/>
          </a:solidFill>
          <a:ln/>
        </p:spPr>
        <p:txBody>
          <a:bodyPr/>
          <a:lstStyle/>
          <a:p>
            <a:endParaRPr lang="en-US"/>
          </a:p>
        </p:txBody>
      </p:sp>
      <p:sp>
        <p:nvSpPr>
          <p:cNvPr id="193" name="Shape 191"/>
          <p:cNvSpPr/>
          <p:nvPr/>
        </p:nvSpPr>
        <p:spPr>
          <a:xfrm>
            <a:off x="4889158" y="4791376"/>
            <a:ext cx="54864" cy="54864"/>
          </a:xfrm>
          <a:prstGeom prst="ellipse">
            <a:avLst/>
          </a:prstGeom>
          <a:solidFill>
            <a:srgbClr val="0F7B8A"/>
          </a:solidFill>
          <a:ln/>
        </p:spPr>
        <p:txBody>
          <a:bodyPr/>
          <a:lstStyle/>
          <a:p>
            <a:endParaRPr lang="en-US"/>
          </a:p>
        </p:txBody>
      </p:sp>
      <p:sp>
        <p:nvSpPr>
          <p:cNvPr id="194" name="Shape 192"/>
          <p:cNvSpPr/>
          <p:nvPr/>
        </p:nvSpPr>
        <p:spPr>
          <a:xfrm>
            <a:off x="4975040" y="4739350"/>
            <a:ext cx="54864" cy="54864"/>
          </a:xfrm>
          <a:prstGeom prst="ellipse">
            <a:avLst/>
          </a:prstGeom>
          <a:solidFill>
            <a:srgbClr val="0F7B8A"/>
          </a:solidFill>
          <a:ln/>
        </p:spPr>
        <p:txBody>
          <a:bodyPr/>
          <a:lstStyle/>
          <a:p>
            <a:endParaRPr lang="en-US"/>
          </a:p>
        </p:txBody>
      </p:sp>
      <p:sp>
        <p:nvSpPr>
          <p:cNvPr id="195" name="Shape 193"/>
          <p:cNvSpPr/>
          <p:nvPr/>
        </p:nvSpPr>
        <p:spPr>
          <a:xfrm>
            <a:off x="4993059" y="4719294"/>
            <a:ext cx="54864" cy="54864"/>
          </a:xfrm>
          <a:prstGeom prst="ellipse">
            <a:avLst/>
          </a:prstGeom>
          <a:solidFill>
            <a:srgbClr val="0F7B8A"/>
          </a:solidFill>
          <a:ln/>
        </p:spPr>
        <p:txBody>
          <a:bodyPr/>
          <a:lstStyle/>
          <a:p>
            <a:endParaRPr lang="en-US"/>
          </a:p>
        </p:txBody>
      </p:sp>
      <p:sp>
        <p:nvSpPr>
          <p:cNvPr id="196" name="Shape 194"/>
          <p:cNvSpPr/>
          <p:nvPr/>
        </p:nvSpPr>
        <p:spPr>
          <a:xfrm>
            <a:off x="5095282" y="4657705"/>
            <a:ext cx="54864" cy="54864"/>
          </a:xfrm>
          <a:prstGeom prst="ellipse">
            <a:avLst/>
          </a:prstGeom>
          <a:solidFill>
            <a:srgbClr val="0F7B8A"/>
          </a:solidFill>
          <a:ln/>
        </p:spPr>
        <p:txBody>
          <a:bodyPr/>
          <a:lstStyle/>
          <a:p>
            <a:endParaRPr lang="en-US"/>
          </a:p>
        </p:txBody>
      </p:sp>
      <p:sp>
        <p:nvSpPr>
          <p:cNvPr id="197" name="Shape 195"/>
          <p:cNvSpPr/>
          <p:nvPr/>
        </p:nvSpPr>
        <p:spPr>
          <a:xfrm>
            <a:off x="5111093" y="4652693"/>
            <a:ext cx="54864" cy="54864"/>
          </a:xfrm>
          <a:prstGeom prst="ellipse">
            <a:avLst/>
          </a:prstGeom>
          <a:solidFill>
            <a:srgbClr val="0F7B8A"/>
          </a:solidFill>
          <a:ln/>
        </p:spPr>
        <p:txBody>
          <a:bodyPr/>
          <a:lstStyle/>
          <a:p>
            <a:endParaRPr lang="en-US"/>
          </a:p>
        </p:txBody>
      </p:sp>
      <p:sp>
        <p:nvSpPr>
          <p:cNvPr id="198" name="Shape 196"/>
          <p:cNvSpPr/>
          <p:nvPr/>
        </p:nvSpPr>
        <p:spPr>
          <a:xfrm>
            <a:off x="5184307" y="4577225"/>
            <a:ext cx="54864" cy="54864"/>
          </a:xfrm>
          <a:prstGeom prst="ellipse">
            <a:avLst/>
          </a:prstGeom>
          <a:solidFill>
            <a:srgbClr val="0F7B8A"/>
          </a:solidFill>
          <a:ln/>
        </p:spPr>
        <p:txBody>
          <a:bodyPr/>
          <a:lstStyle/>
          <a:p>
            <a:endParaRPr lang="en-US"/>
          </a:p>
        </p:txBody>
      </p:sp>
      <p:sp>
        <p:nvSpPr>
          <p:cNvPr id="199" name="Shape 197"/>
          <p:cNvSpPr/>
          <p:nvPr/>
        </p:nvSpPr>
        <p:spPr>
          <a:xfrm>
            <a:off x="5244905" y="4549787"/>
            <a:ext cx="54864" cy="54864"/>
          </a:xfrm>
          <a:prstGeom prst="ellipse">
            <a:avLst/>
          </a:prstGeom>
          <a:solidFill>
            <a:srgbClr val="0F7B8A"/>
          </a:solidFill>
          <a:ln/>
        </p:spPr>
        <p:txBody>
          <a:bodyPr/>
          <a:lstStyle/>
          <a:p>
            <a:endParaRPr lang="en-US"/>
          </a:p>
        </p:txBody>
      </p:sp>
      <p:sp>
        <p:nvSpPr>
          <p:cNvPr id="200" name="Shape 198"/>
          <p:cNvSpPr/>
          <p:nvPr/>
        </p:nvSpPr>
        <p:spPr>
          <a:xfrm>
            <a:off x="5318994" y="4483480"/>
            <a:ext cx="54864" cy="54864"/>
          </a:xfrm>
          <a:prstGeom prst="ellipse">
            <a:avLst/>
          </a:prstGeom>
          <a:solidFill>
            <a:srgbClr val="0F7B8A"/>
          </a:solidFill>
          <a:ln/>
        </p:spPr>
        <p:txBody>
          <a:bodyPr/>
          <a:lstStyle/>
          <a:p>
            <a:endParaRPr lang="en-US"/>
          </a:p>
        </p:txBody>
      </p:sp>
      <p:sp>
        <p:nvSpPr>
          <p:cNvPr id="201" name="Shape 199"/>
          <p:cNvSpPr/>
          <p:nvPr/>
        </p:nvSpPr>
        <p:spPr>
          <a:xfrm>
            <a:off x="5342283" y="4471290"/>
            <a:ext cx="54864" cy="54864"/>
          </a:xfrm>
          <a:prstGeom prst="ellipse">
            <a:avLst/>
          </a:prstGeom>
          <a:solidFill>
            <a:srgbClr val="0F7B8A"/>
          </a:solidFill>
          <a:ln/>
        </p:spPr>
        <p:txBody>
          <a:bodyPr/>
          <a:lstStyle/>
          <a:p>
            <a:endParaRPr lang="en-US"/>
          </a:p>
        </p:txBody>
      </p:sp>
      <p:sp>
        <p:nvSpPr>
          <p:cNvPr id="202" name="Shape 200"/>
          <p:cNvSpPr/>
          <p:nvPr/>
        </p:nvSpPr>
        <p:spPr>
          <a:xfrm>
            <a:off x="5407339" y="4414346"/>
            <a:ext cx="54864" cy="54864"/>
          </a:xfrm>
          <a:prstGeom prst="ellipse">
            <a:avLst/>
          </a:prstGeom>
          <a:solidFill>
            <a:srgbClr val="0F7B8A"/>
          </a:solidFill>
          <a:ln/>
        </p:spPr>
        <p:txBody>
          <a:bodyPr/>
          <a:lstStyle/>
          <a:p>
            <a:endParaRPr lang="en-US"/>
          </a:p>
        </p:txBody>
      </p:sp>
      <p:sp>
        <p:nvSpPr>
          <p:cNvPr id="203" name="Text 201"/>
          <p:cNvSpPr txBox="1"/>
          <p:nvPr/>
        </p:nvSpPr>
        <p:spPr>
          <a:xfrm>
            <a:off x="4389120" y="5349240"/>
            <a:ext cx="3383280" cy="274320"/>
          </a:xfrm>
          <a:prstGeom prst="rect">
            <a:avLst/>
          </a:prstGeom>
          <a:noFill/>
          <a:ln/>
        </p:spPr>
        <p:txBody>
          <a:bodyPr wrap="square" lIns="0" tIns="0" rIns="0" bIns="0" rtlCol="0" anchor="t"/>
          <a:lstStyle/>
          <a:p>
            <a:pPr marL="0" indent="0" algn="ctr">
              <a:buNone/>
            </a:pPr>
            <a:r>
              <a:rPr lang="en-US" sz="1600" dirty="0">
                <a:solidFill>
                  <a:srgbClr val="5B6B7F"/>
                </a:solidFill>
              </a:rPr>
              <a:t>Hundreds of points</a:t>
            </a:r>
            <a:endParaRPr lang="en-US" sz="1600" dirty="0"/>
          </a:p>
        </p:txBody>
      </p:sp>
      <p:sp>
        <p:nvSpPr>
          <p:cNvPr id="204" name="Shape 202"/>
          <p:cNvSpPr/>
          <p:nvPr/>
        </p:nvSpPr>
        <p:spPr>
          <a:xfrm>
            <a:off x="7836408" y="3886200"/>
            <a:ext cx="329184" cy="0"/>
          </a:xfrm>
          <a:prstGeom prst="line">
            <a:avLst/>
          </a:prstGeom>
          <a:noFill/>
          <a:ln w="28575">
            <a:solidFill>
              <a:srgbClr val="0B1F3A"/>
            </a:solidFill>
            <a:prstDash val="solid"/>
            <a:tailEnd type="triangle"/>
          </a:ln>
        </p:spPr>
        <p:txBody>
          <a:bodyPr/>
          <a:lstStyle/>
          <a:p>
            <a:endParaRPr lang="en-US"/>
          </a:p>
        </p:txBody>
      </p:sp>
      <p:sp>
        <p:nvSpPr>
          <p:cNvPr id="205" name="Shape 203"/>
          <p:cNvSpPr/>
          <p:nvPr/>
        </p:nvSpPr>
        <p:spPr>
          <a:xfrm>
            <a:off x="8229600" y="2514600"/>
            <a:ext cx="3383280" cy="2743200"/>
          </a:xfrm>
          <a:prstGeom prst="roundRect">
            <a:avLst>
              <a:gd name="adj" fmla="val 4000"/>
            </a:avLst>
          </a:prstGeom>
          <a:solidFill>
            <a:srgbClr val="EEF2F6"/>
          </a:solidFill>
          <a:ln/>
        </p:spPr>
        <p:txBody>
          <a:bodyPr/>
          <a:lstStyle/>
          <a:p>
            <a:endParaRPr lang="en-US"/>
          </a:p>
        </p:txBody>
      </p:sp>
      <p:sp>
        <p:nvSpPr>
          <p:cNvPr id="206" name="Shape 204"/>
          <p:cNvSpPr/>
          <p:nvPr/>
        </p:nvSpPr>
        <p:spPr>
          <a:xfrm>
            <a:off x="8579938" y="2814876"/>
            <a:ext cx="36576" cy="36576"/>
          </a:xfrm>
          <a:prstGeom prst="ellipse">
            <a:avLst/>
          </a:prstGeom>
          <a:solidFill>
            <a:srgbClr val="0F7B8A"/>
          </a:solidFill>
          <a:ln/>
        </p:spPr>
        <p:txBody>
          <a:bodyPr/>
          <a:lstStyle/>
          <a:p>
            <a:endParaRPr lang="en-US"/>
          </a:p>
        </p:txBody>
      </p:sp>
      <p:sp>
        <p:nvSpPr>
          <p:cNvPr id="207" name="Shape 205"/>
          <p:cNvSpPr/>
          <p:nvPr/>
        </p:nvSpPr>
        <p:spPr>
          <a:xfrm>
            <a:off x="8650892" y="2820839"/>
            <a:ext cx="36576" cy="36576"/>
          </a:xfrm>
          <a:prstGeom prst="ellipse">
            <a:avLst/>
          </a:prstGeom>
          <a:solidFill>
            <a:srgbClr val="0F7B8A"/>
          </a:solidFill>
          <a:ln/>
        </p:spPr>
        <p:txBody>
          <a:bodyPr/>
          <a:lstStyle/>
          <a:p>
            <a:endParaRPr lang="en-US"/>
          </a:p>
        </p:txBody>
      </p:sp>
      <p:sp>
        <p:nvSpPr>
          <p:cNvPr id="208" name="Shape 206"/>
          <p:cNvSpPr/>
          <p:nvPr/>
        </p:nvSpPr>
        <p:spPr>
          <a:xfrm>
            <a:off x="8759663" y="2823906"/>
            <a:ext cx="36576" cy="36576"/>
          </a:xfrm>
          <a:prstGeom prst="ellipse">
            <a:avLst/>
          </a:prstGeom>
          <a:solidFill>
            <a:srgbClr val="0F7B8A"/>
          </a:solidFill>
          <a:ln/>
        </p:spPr>
        <p:txBody>
          <a:bodyPr/>
          <a:lstStyle/>
          <a:p>
            <a:endParaRPr lang="en-US"/>
          </a:p>
        </p:txBody>
      </p:sp>
      <p:sp>
        <p:nvSpPr>
          <p:cNvPr id="209" name="Shape 207"/>
          <p:cNvSpPr/>
          <p:nvPr/>
        </p:nvSpPr>
        <p:spPr>
          <a:xfrm>
            <a:off x="8821181" y="2807562"/>
            <a:ext cx="36576" cy="36576"/>
          </a:xfrm>
          <a:prstGeom prst="ellipse">
            <a:avLst/>
          </a:prstGeom>
          <a:solidFill>
            <a:srgbClr val="0F7B8A"/>
          </a:solidFill>
          <a:ln/>
        </p:spPr>
        <p:txBody>
          <a:bodyPr/>
          <a:lstStyle/>
          <a:p>
            <a:endParaRPr lang="en-US"/>
          </a:p>
        </p:txBody>
      </p:sp>
      <p:sp>
        <p:nvSpPr>
          <p:cNvPr id="210" name="Shape 208"/>
          <p:cNvSpPr/>
          <p:nvPr/>
        </p:nvSpPr>
        <p:spPr>
          <a:xfrm>
            <a:off x="8839848" y="2826534"/>
            <a:ext cx="36576" cy="36576"/>
          </a:xfrm>
          <a:prstGeom prst="ellipse">
            <a:avLst/>
          </a:prstGeom>
          <a:solidFill>
            <a:srgbClr val="0F7B8A"/>
          </a:solidFill>
          <a:ln/>
        </p:spPr>
        <p:txBody>
          <a:bodyPr/>
          <a:lstStyle/>
          <a:p>
            <a:endParaRPr lang="en-US"/>
          </a:p>
        </p:txBody>
      </p:sp>
      <p:sp>
        <p:nvSpPr>
          <p:cNvPr id="211" name="Shape 209"/>
          <p:cNvSpPr/>
          <p:nvPr/>
        </p:nvSpPr>
        <p:spPr>
          <a:xfrm>
            <a:off x="8944040" y="2810027"/>
            <a:ext cx="36576" cy="36576"/>
          </a:xfrm>
          <a:prstGeom prst="ellipse">
            <a:avLst/>
          </a:prstGeom>
          <a:solidFill>
            <a:srgbClr val="0F7B8A"/>
          </a:solidFill>
          <a:ln/>
        </p:spPr>
        <p:txBody>
          <a:bodyPr/>
          <a:lstStyle/>
          <a:p>
            <a:endParaRPr lang="en-US"/>
          </a:p>
        </p:txBody>
      </p:sp>
      <p:sp>
        <p:nvSpPr>
          <p:cNvPr id="212" name="Shape 210"/>
          <p:cNvSpPr/>
          <p:nvPr/>
        </p:nvSpPr>
        <p:spPr>
          <a:xfrm>
            <a:off x="8998246" y="2819425"/>
            <a:ext cx="36576" cy="36576"/>
          </a:xfrm>
          <a:prstGeom prst="ellipse">
            <a:avLst/>
          </a:prstGeom>
          <a:solidFill>
            <a:srgbClr val="0F7B8A"/>
          </a:solidFill>
          <a:ln/>
        </p:spPr>
        <p:txBody>
          <a:bodyPr/>
          <a:lstStyle/>
          <a:p>
            <a:endParaRPr lang="en-US"/>
          </a:p>
        </p:txBody>
      </p:sp>
      <p:sp>
        <p:nvSpPr>
          <p:cNvPr id="213" name="Shape 211"/>
          <p:cNvSpPr/>
          <p:nvPr/>
        </p:nvSpPr>
        <p:spPr>
          <a:xfrm>
            <a:off x="9046718" y="2818143"/>
            <a:ext cx="36576" cy="36576"/>
          </a:xfrm>
          <a:prstGeom prst="ellipse">
            <a:avLst/>
          </a:prstGeom>
          <a:solidFill>
            <a:srgbClr val="0F7B8A"/>
          </a:solidFill>
          <a:ln/>
        </p:spPr>
        <p:txBody>
          <a:bodyPr/>
          <a:lstStyle/>
          <a:p>
            <a:endParaRPr lang="en-US"/>
          </a:p>
        </p:txBody>
      </p:sp>
      <p:sp>
        <p:nvSpPr>
          <p:cNvPr id="214" name="Shape 212"/>
          <p:cNvSpPr/>
          <p:nvPr/>
        </p:nvSpPr>
        <p:spPr>
          <a:xfrm>
            <a:off x="9146673" y="2808637"/>
            <a:ext cx="36576" cy="36576"/>
          </a:xfrm>
          <a:prstGeom prst="ellipse">
            <a:avLst/>
          </a:prstGeom>
          <a:solidFill>
            <a:srgbClr val="0F7B8A"/>
          </a:solidFill>
          <a:ln/>
        </p:spPr>
        <p:txBody>
          <a:bodyPr/>
          <a:lstStyle/>
          <a:p>
            <a:endParaRPr lang="en-US"/>
          </a:p>
        </p:txBody>
      </p:sp>
      <p:sp>
        <p:nvSpPr>
          <p:cNvPr id="215" name="Shape 213"/>
          <p:cNvSpPr/>
          <p:nvPr/>
        </p:nvSpPr>
        <p:spPr>
          <a:xfrm>
            <a:off x="9234177" y="2817495"/>
            <a:ext cx="36576" cy="36576"/>
          </a:xfrm>
          <a:prstGeom prst="ellipse">
            <a:avLst/>
          </a:prstGeom>
          <a:solidFill>
            <a:srgbClr val="0F7B8A"/>
          </a:solidFill>
          <a:ln/>
        </p:spPr>
        <p:txBody>
          <a:bodyPr/>
          <a:lstStyle/>
          <a:p>
            <a:endParaRPr lang="en-US"/>
          </a:p>
        </p:txBody>
      </p:sp>
      <p:sp>
        <p:nvSpPr>
          <p:cNvPr id="216" name="Shape 214"/>
          <p:cNvSpPr/>
          <p:nvPr/>
        </p:nvSpPr>
        <p:spPr>
          <a:xfrm>
            <a:off x="9301960" y="2807734"/>
            <a:ext cx="36576" cy="36576"/>
          </a:xfrm>
          <a:prstGeom prst="ellipse">
            <a:avLst/>
          </a:prstGeom>
          <a:solidFill>
            <a:srgbClr val="0F7B8A"/>
          </a:solidFill>
          <a:ln/>
        </p:spPr>
        <p:txBody>
          <a:bodyPr/>
          <a:lstStyle/>
          <a:p>
            <a:endParaRPr lang="en-US"/>
          </a:p>
        </p:txBody>
      </p:sp>
      <p:sp>
        <p:nvSpPr>
          <p:cNvPr id="217" name="Shape 215"/>
          <p:cNvSpPr/>
          <p:nvPr/>
        </p:nvSpPr>
        <p:spPr>
          <a:xfrm>
            <a:off x="9357354" y="2816028"/>
            <a:ext cx="36576" cy="36576"/>
          </a:xfrm>
          <a:prstGeom prst="ellipse">
            <a:avLst/>
          </a:prstGeom>
          <a:solidFill>
            <a:srgbClr val="0F7B8A"/>
          </a:solidFill>
          <a:ln/>
        </p:spPr>
        <p:txBody>
          <a:bodyPr/>
          <a:lstStyle/>
          <a:p>
            <a:endParaRPr lang="en-US"/>
          </a:p>
        </p:txBody>
      </p:sp>
      <p:sp>
        <p:nvSpPr>
          <p:cNvPr id="218" name="Shape 216"/>
          <p:cNvSpPr/>
          <p:nvPr/>
        </p:nvSpPr>
        <p:spPr>
          <a:xfrm>
            <a:off x="9381334" y="2821463"/>
            <a:ext cx="36576" cy="36576"/>
          </a:xfrm>
          <a:prstGeom prst="ellipse">
            <a:avLst/>
          </a:prstGeom>
          <a:solidFill>
            <a:srgbClr val="0F7B8A"/>
          </a:solidFill>
          <a:ln/>
        </p:spPr>
        <p:txBody>
          <a:bodyPr/>
          <a:lstStyle/>
          <a:p>
            <a:endParaRPr lang="en-US"/>
          </a:p>
        </p:txBody>
      </p:sp>
      <p:sp>
        <p:nvSpPr>
          <p:cNvPr id="219" name="Shape 217"/>
          <p:cNvSpPr/>
          <p:nvPr/>
        </p:nvSpPr>
        <p:spPr>
          <a:xfrm>
            <a:off x="9495073" y="2813314"/>
            <a:ext cx="36576" cy="36576"/>
          </a:xfrm>
          <a:prstGeom prst="ellipse">
            <a:avLst/>
          </a:prstGeom>
          <a:solidFill>
            <a:srgbClr val="0F7B8A"/>
          </a:solidFill>
          <a:ln/>
        </p:spPr>
        <p:txBody>
          <a:bodyPr/>
          <a:lstStyle/>
          <a:p>
            <a:endParaRPr lang="en-US"/>
          </a:p>
        </p:txBody>
      </p:sp>
      <p:sp>
        <p:nvSpPr>
          <p:cNvPr id="220" name="Shape 218"/>
          <p:cNvSpPr/>
          <p:nvPr/>
        </p:nvSpPr>
        <p:spPr>
          <a:xfrm>
            <a:off x="9520984" y="2824668"/>
            <a:ext cx="36576" cy="36576"/>
          </a:xfrm>
          <a:prstGeom prst="ellipse">
            <a:avLst/>
          </a:prstGeom>
          <a:solidFill>
            <a:srgbClr val="0F7B8A"/>
          </a:solidFill>
          <a:ln/>
        </p:spPr>
        <p:txBody>
          <a:bodyPr/>
          <a:lstStyle/>
          <a:p>
            <a:endParaRPr lang="en-US"/>
          </a:p>
        </p:txBody>
      </p:sp>
      <p:sp>
        <p:nvSpPr>
          <p:cNvPr id="221" name="Shape 219"/>
          <p:cNvSpPr/>
          <p:nvPr/>
        </p:nvSpPr>
        <p:spPr>
          <a:xfrm>
            <a:off x="9596771" y="2829101"/>
            <a:ext cx="36576" cy="36576"/>
          </a:xfrm>
          <a:prstGeom prst="ellipse">
            <a:avLst/>
          </a:prstGeom>
          <a:solidFill>
            <a:srgbClr val="0F7B8A"/>
          </a:solidFill>
          <a:ln/>
        </p:spPr>
        <p:txBody>
          <a:bodyPr/>
          <a:lstStyle/>
          <a:p>
            <a:endParaRPr lang="en-US"/>
          </a:p>
        </p:txBody>
      </p:sp>
      <p:sp>
        <p:nvSpPr>
          <p:cNvPr id="222" name="Shape 220"/>
          <p:cNvSpPr/>
          <p:nvPr/>
        </p:nvSpPr>
        <p:spPr>
          <a:xfrm>
            <a:off x="9667708" y="2825331"/>
            <a:ext cx="36576" cy="36576"/>
          </a:xfrm>
          <a:prstGeom prst="ellipse">
            <a:avLst/>
          </a:prstGeom>
          <a:solidFill>
            <a:srgbClr val="0F7B8A"/>
          </a:solidFill>
          <a:ln/>
        </p:spPr>
        <p:txBody>
          <a:bodyPr/>
          <a:lstStyle/>
          <a:p>
            <a:endParaRPr lang="en-US"/>
          </a:p>
        </p:txBody>
      </p:sp>
      <p:sp>
        <p:nvSpPr>
          <p:cNvPr id="223" name="Shape 221"/>
          <p:cNvSpPr/>
          <p:nvPr/>
        </p:nvSpPr>
        <p:spPr>
          <a:xfrm>
            <a:off x="9746962" y="2819692"/>
            <a:ext cx="36576" cy="36576"/>
          </a:xfrm>
          <a:prstGeom prst="ellipse">
            <a:avLst/>
          </a:prstGeom>
          <a:solidFill>
            <a:srgbClr val="0F7B8A"/>
          </a:solidFill>
          <a:ln/>
        </p:spPr>
        <p:txBody>
          <a:bodyPr/>
          <a:lstStyle/>
          <a:p>
            <a:endParaRPr lang="en-US"/>
          </a:p>
        </p:txBody>
      </p:sp>
      <p:sp>
        <p:nvSpPr>
          <p:cNvPr id="224" name="Shape 222"/>
          <p:cNvSpPr/>
          <p:nvPr/>
        </p:nvSpPr>
        <p:spPr>
          <a:xfrm>
            <a:off x="9817426" y="2803407"/>
            <a:ext cx="36576" cy="36576"/>
          </a:xfrm>
          <a:prstGeom prst="ellipse">
            <a:avLst/>
          </a:prstGeom>
          <a:solidFill>
            <a:srgbClr val="0F7B8A"/>
          </a:solidFill>
          <a:ln/>
        </p:spPr>
        <p:txBody>
          <a:bodyPr/>
          <a:lstStyle/>
          <a:p>
            <a:endParaRPr lang="en-US"/>
          </a:p>
        </p:txBody>
      </p:sp>
      <p:sp>
        <p:nvSpPr>
          <p:cNvPr id="225" name="Shape 223"/>
          <p:cNvSpPr/>
          <p:nvPr/>
        </p:nvSpPr>
        <p:spPr>
          <a:xfrm>
            <a:off x="9873208" y="2805921"/>
            <a:ext cx="36576" cy="36576"/>
          </a:xfrm>
          <a:prstGeom prst="ellipse">
            <a:avLst/>
          </a:prstGeom>
          <a:solidFill>
            <a:srgbClr val="0F7B8A"/>
          </a:solidFill>
          <a:ln/>
        </p:spPr>
        <p:txBody>
          <a:bodyPr/>
          <a:lstStyle/>
          <a:p>
            <a:endParaRPr lang="en-US"/>
          </a:p>
        </p:txBody>
      </p:sp>
      <p:sp>
        <p:nvSpPr>
          <p:cNvPr id="226" name="Shape 224"/>
          <p:cNvSpPr/>
          <p:nvPr/>
        </p:nvSpPr>
        <p:spPr>
          <a:xfrm>
            <a:off x="9951238" y="2804562"/>
            <a:ext cx="36576" cy="36576"/>
          </a:xfrm>
          <a:prstGeom prst="ellipse">
            <a:avLst/>
          </a:prstGeom>
          <a:solidFill>
            <a:srgbClr val="0F7B8A"/>
          </a:solidFill>
          <a:ln/>
        </p:spPr>
        <p:txBody>
          <a:bodyPr/>
          <a:lstStyle/>
          <a:p>
            <a:endParaRPr lang="en-US"/>
          </a:p>
        </p:txBody>
      </p:sp>
      <p:sp>
        <p:nvSpPr>
          <p:cNvPr id="227" name="Shape 225"/>
          <p:cNvSpPr/>
          <p:nvPr/>
        </p:nvSpPr>
        <p:spPr>
          <a:xfrm>
            <a:off x="9981152" y="2810569"/>
            <a:ext cx="36576" cy="36576"/>
          </a:xfrm>
          <a:prstGeom prst="ellipse">
            <a:avLst/>
          </a:prstGeom>
          <a:solidFill>
            <a:srgbClr val="0F7B8A"/>
          </a:solidFill>
          <a:ln/>
        </p:spPr>
        <p:txBody>
          <a:bodyPr/>
          <a:lstStyle/>
          <a:p>
            <a:endParaRPr lang="en-US"/>
          </a:p>
        </p:txBody>
      </p:sp>
      <p:sp>
        <p:nvSpPr>
          <p:cNvPr id="228" name="Shape 226"/>
          <p:cNvSpPr/>
          <p:nvPr/>
        </p:nvSpPr>
        <p:spPr>
          <a:xfrm>
            <a:off x="10047529" y="2807347"/>
            <a:ext cx="36576" cy="36576"/>
          </a:xfrm>
          <a:prstGeom prst="ellipse">
            <a:avLst/>
          </a:prstGeom>
          <a:solidFill>
            <a:srgbClr val="0F7B8A"/>
          </a:solidFill>
          <a:ln/>
        </p:spPr>
        <p:txBody>
          <a:bodyPr/>
          <a:lstStyle/>
          <a:p>
            <a:endParaRPr lang="en-US"/>
          </a:p>
        </p:txBody>
      </p:sp>
      <p:sp>
        <p:nvSpPr>
          <p:cNvPr id="229" name="Shape 227"/>
          <p:cNvSpPr/>
          <p:nvPr/>
        </p:nvSpPr>
        <p:spPr>
          <a:xfrm>
            <a:off x="10141044" y="2814843"/>
            <a:ext cx="36576" cy="36576"/>
          </a:xfrm>
          <a:prstGeom prst="ellipse">
            <a:avLst/>
          </a:prstGeom>
          <a:solidFill>
            <a:srgbClr val="0F7B8A"/>
          </a:solidFill>
          <a:ln/>
        </p:spPr>
        <p:txBody>
          <a:bodyPr/>
          <a:lstStyle/>
          <a:p>
            <a:endParaRPr lang="en-US"/>
          </a:p>
        </p:txBody>
      </p:sp>
      <p:sp>
        <p:nvSpPr>
          <p:cNvPr id="230" name="Shape 228"/>
          <p:cNvSpPr/>
          <p:nvPr/>
        </p:nvSpPr>
        <p:spPr>
          <a:xfrm>
            <a:off x="10227659" y="2817481"/>
            <a:ext cx="36576" cy="36576"/>
          </a:xfrm>
          <a:prstGeom prst="ellipse">
            <a:avLst/>
          </a:prstGeom>
          <a:solidFill>
            <a:srgbClr val="0F7B8A"/>
          </a:solidFill>
          <a:ln/>
        </p:spPr>
        <p:txBody>
          <a:bodyPr/>
          <a:lstStyle/>
          <a:p>
            <a:endParaRPr lang="en-US"/>
          </a:p>
        </p:txBody>
      </p:sp>
      <p:sp>
        <p:nvSpPr>
          <p:cNvPr id="231" name="Shape 229"/>
          <p:cNvSpPr/>
          <p:nvPr/>
        </p:nvSpPr>
        <p:spPr>
          <a:xfrm>
            <a:off x="10263281" y="2823291"/>
            <a:ext cx="36576" cy="36576"/>
          </a:xfrm>
          <a:prstGeom prst="ellipse">
            <a:avLst/>
          </a:prstGeom>
          <a:solidFill>
            <a:srgbClr val="0F7B8A"/>
          </a:solidFill>
          <a:ln/>
        </p:spPr>
        <p:txBody>
          <a:bodyPr/>
          <a:lstStyle/>
          <a:p>
            <a:endParaRPr lang="en-US"/>
          </a:p>
        </p:txBody>
      </p:sp>
      <p:sp>
        <p:nvSpPr>
          <p:cNvPr id="232" name="Shape 230"/>
          <p:cNvSpPr/>
          <p:nvPr/>
        </p:nvSpPr>
        <p:spPr>
          <a:xfrm>
            <a:off x="10356547" y="2829344"/>
            <a:ext cx="36576" cy="36576"/>
          </a:xfrm>
          <a:prstGeom prst="ellipse">
            <a:avLst/>
          </a:prstGeom>
          <a:solidFill>
            <a:srgbClr val="0F7B8A"/>
          </a:solidFill>
          <a:ln/>
        </p:spPr>
        <p:txBody>
          <a:bodyPr/>
          <a:lstStyle/>
          <a:p>
            <a:endParaRPr lang="en-US"/>
          </a:p>
        </p:txBody>
      </p:sp>
      <p:sp>
        <p:nvSpPr>
          <p:cNvPr id="233" name="Shape 231"/>
          <p:cNvSpPr/>
          <p:nvPr/>
        </p:nvSpPr>
        <p:spPr>
          <a:xfrm>
            <a:off x="10394237" y="2805268"/>
            <a:ext cx="36576" cy="36576"/>
          </a:xfrm>
          <a:prstGeom prst="ellipse">
            <a:avLst/>
          </a:prstGeom>
          <a:solidFill>
            <a:srgbClr val="0F7B8A"/>
          </a:solidFill>
          <a:ln/>
        </p:spPr>
        <p:txBody>
          <a:bodyPr/>
          <a:lstStyle/>
          <a:p>
            <a:endParaRPr lang="en-US"/>
          </a:p>
        </p:txBody>
      </p:sp>
      <p:sp>
        <p:nvSpPr>
          <p:cNvPr id="234" name="Shape 232"/>
          <p:cNvSpPr/>
          <p:nvPr/>
        </p:nvSpPr>
        <p:spPr>
          <a:xfrm>
            <a:off x="10446286" y="2823700"/>
            <a:ext cx="36576" cy="36576"/>
          </a:xfrm>
          <a:prstGeom prst="ellipse">
            <a:avLst/>
          </a:prstGeom>
          <a:solidFill>
            <a:srgbClr val="0F7B8A"/>
          </a:solidFill>
          <a:ln/>
        </p:spPr>
        <p:txBody>
          <a:bodyPr/>
          <a:lstStyle/>
          <a:p>
            <a:endParaRPr lang="en-US"/>
          </a:p>
        </p:txBody>
      </p:sp>
      <p:sp>
        <p:nvSpPr>
          <p:cNvPr id="235" name="Shape 233"/>
          <p:cNvSpPr/>
          <p:nvPr/>
        </p:nvSpPr>
        <p:spPr>
          <a:xfrm>
            <a:off x="10538610" y="2805380"/>
            <a:ext cx="36576" cy="36576"/>
          </a:xfrm>
          <a:prstGeom prst="ellipse">
            <a:avLst/>
          </a:prstGeom>
          <a:solidFill>
            <a:srgbClr val="0F7B8A"/>
          </a:solidFill>
          <a:ln/>
        </p:spPr>
        <p:txBody>
          <a:bodyPr/>
          <a:lstStyle/>
          <a:p>
            <a:endParaRPr lang="en-US"/>
          </a:p>
        </p:txBody>
      </p:sp>
      <p:sp>
        <p:nvSpPr>
          <p:cNvPr id="236" name="Shape 234"/>
          <p:cNvSpPr/>
          <p:nvPr/>
        </p:nvSpPr>
        <p:spPr>
          <a:xfrm>
            <a:off x="10582689" y="2810469"/>
            <a:ext cx="36576" cy="36576"/>
          </a:xfrm>
          <a:prstGeom prst="ellipse">
            <a:avLst/>
          </a:prstGeom>
          <a:solidFill>
            <a:srgbClr val="0F7B8A"/>
          </a:solidFill>
          <a:ln/>
        </p:spPr>
        <p:txBody>
          <a:bodyPr/>
          <a:lstStyle/>
          <a:p>
            <a:endParaRPr lang="en-US"/>
          </a:p>
        </p:txBody>
      </p:sp>
      <p:sp>
        <p:nvSpPr>
          <p:cNvPr id="237" name="Shape 235"/>
          <p:cNvSpPr/>
          <p:nvPr/>
        </p:nvSpPr>
        <p:spPr>
          <a:xfrm>
            <a:off x="10701316" y="2819352"/>
            <a:ext cx="36576" cy="36576"/>
          </a:xfrm>
          <a:prstGeom prst="ellipse">
            <a:avLst/>
          </a:prstGeom>
          <a:solidFill>
            <a:srgbClr val="0F7B8A"/>
          </a:solidFill>
          <a:ln/>
        </p:spPr>
        <p:txBody>
          <a:bodyPr/>
          <a:lstStyle/>
          <a:p>
            <a:endParaRPr lang="en-US"/>
          </a:p>
        </p:txBody>
      </p:sp>
      <p:sp>
        <p:nvSpPr>
          <p:cNvPr id="238" name="Shape 236"/>
          <p:cNvSpPr/>
          <p:nvPr/>
        </p:nvSpPr>
        <p:spPr>
          <a:xfrm>
            <a:off x="10725218" y="2814325"/>
            <a:ext cx="36576" cy="36576"/>
          </a:xfrm>
          <a:prstGeom prst="ellipse">
            <a:avLst/>
          </a:prstGeom>
          <a:solidFill>
            <a:srgbClr val="0F7B8A"/>
          </a:solidFill>
          <a:ln/>
        </p:spPr>
        <p:txBody>
          <a:bodyPr/>
          <a:lstStyle/>
          <a:p>
            <a:endParaRPr lang="en-US"/>
          </a:p>
        </p:txBody>
      </p:sp>
      <p:sp>
        <p:nvSpPr>
          <p:cNvPr id="239" name="Shape 237"/>
          <p:cNvSpPr/>
          <p:nvPr/>
        </p:nvSpPr>
        <p:spPr>
          <a:xfrm>
            <a:off x="10808878" y="2812981"/>
            <a:ext cx="36576" cy="36576"/>
          </a:xfrm>
          <a:prstGeom prst="ellipse">
            <a:avLst/>
          </a:prstGeom>
          <a:solidFill>
            <a:srgbClr val="0F7B8A"/>
          </a:solidFill>
          <a:ln/>
        </p:spPr>
        <p:txBody>
          <a:bodyPr/>
          <a:lstStyle/>
          <a:p>
            <a:endParaRPr lang="en-US"/>
          </a:p>
        </p:txBody>
      </p:sp>
      <p:sp>
        <p:nvSpPr>
          <p:cNvPr id="240" name="Shape 238"/>
          <p:cNvSpPr/>
          <p:nvPr/>
        </p:nvSpPr>
        <p:spPr>
          <a:xfrm>
            <a:off x="10827452" y="2813066"/>
            <a:ext cx="36576" cy="36576"/>
          </a:xfrm>
          <a:prstGeom prst="ellipse">
            <a:avLst/>
          </a:prstGeom>
          <a:solidFill>
            <a:srgbClr val="0F7B8A"/>
          </a:solidFill>
          <a:ln/>
        </p:spPr>
        <p:txBody>
          <a:bodyPr/>
          <a:lstStyle/>
          <a:p>
            <a:endParaRPr lang="en-US"/>
          </a:p>
        </p:txBody>
      </p:sp>
      <p:sp>
        <p:nvSpPr>
          <p:cNvPr id="241" name="Shape 239"/>
          <p:cNvSpPr/>
          <p:nvPr/>
        </p:nvSpPr>
        <p:spPr>
          <a:xfrm>
            <a:off x="10886481" y="2806940"/>
            <a:ext cx="36576" cy="36576"/>
          </a:xfrm>
          <a:prstGeom prst="ellipse">
            <a:avLst/>
          </a:prstGeom>
          <a:solidFill>
            <a:srgbClr val="0F7B8A"/>
          </a:solidFill>
          <a:ln/>
        </p:spPr>
        <p:txBody>
          <a:bodyPr/>
          <a:lstStyle/>
          <a:p>
            <a:endParaRPr lang="en-US"/>
          </a:p>
        </p:txBody>
      </p:sp>
      <p:sp>
        <p:nvSpPr>
          <p:cNvPr id="242" name="Shape 240"/>
          <p:cNvSpPr/>
          <p:nvPr/>
        </p:nvSpPr>
        <p:spPr>
          <a:xfrm>
            <a:off x="11008983" y="2814641"/>
            <a:ext cx="36576" cy="36576"/>
          </a:xfrm>
          <a:prstGeom prst="ellipse">
            <a:avLst/>
          </a:prstGeom>
          <a:solidFill>
            <a:srgbClr val="0F7B8A"/>
          </a:solidFill>
          <a:ln/>
        </p:spPr>
        <p:txBody>
          <a:bodyPr/>
          <a:lstStyle/>
          <a:p>
            <a:endParaRPr lang="en-US"/>
          </a:p>
        </p:txBody>
      </p:sp>
      <p:sp>
        <p:nvSpPr>
          <p:cNvPr id="243" name="Shape 241"/>
          <p:cNvSpPr/>
          <p:nvPr/>
        </p:nvSpPr>
        <p:spPr>
          <a:xfrm>
            <a:off x="11040105" y="2807459"/>
            <a:ext cx="36576" cy="36576"/>
          </a:xfrm>
          <a:prstGeom prst="ellipse">
            <a:avLst/>
          </a:prstGeom>
          <a:solidFill>
            <a:srgbClr val="0F7B8A"/>
          </a:solidFill>
          <a:ln/>
        </p:spPr>
        <p:txBody>
          <a:bodyPr/>
          <a:lstStyle/>
          <a:p>
            <a:endParaRPr lang="en-US"/>
          </a:p>
        </p:txBody>
      </p:sp>
      <p:sp>
        <p:nvSpPr>
          <p:cNvPr id="244" name="Shape 242"/>
          <p:cNvSpPr/>
          <p:nvPr/>
        </p:nvSpPr>
        <p:spPr>
          <a:xfrm>
            <a:off x="11153117" y="2818872"/>
            <a:ext cx="36576" cy="36576"/>
          </a:xfrm>
          <a:prstGeom prst="ellipse">
            <a:avLst/>
          </a:prstGeom>
          <a:solidFill>
            <a:srgbClr val="0F7B8A"/>
          </a:solidFill>
          <a:ln/>
        </p:spPr>
        <p:txBody>
          <a:bodyPr/>
          <a:lstStyle/>
          <a:p>
            <a:endParaRPr lang="en-US"/>
          </a:p>
        </p:txBody>
      </p:sp>
      <p:sp>
        <p:nvSpPr>
          <p:cNvPr id="245" name="Shape 243"/>
          <p:cNvSpPr/>
          <p:nvPr/>
        </p:nvSpPr>
        <p:spPr>
          <a:xfrm>
            <a:off x="11178817" y="2818134"/>
            <a:ext cx="36576" cy="36576"/>
          </a:xfrm>
          <a:prstGeom prst="ellipse">
            <a:avLst/>
          </a:prstGeom>
          <a:solidFill>
            <a:srgbClr val="0F7B8A"/>
          </a:solidFill>
          <a:ln/>
        </p:spPr>
        <p:txBody>
          <a:bodyPr/>
          <a:lstStyle/>
          <a:p>
            <a:endParaRPr lang="en-US"/>
          </a:p>
        </p:txBody>
      </p:sp>
      <p:sp>
        <p:nvSpPr>
          <p:cNvPr id="246" name="Shape 244"/>
          <p:cNvSpPr/>
          <p:nvPr/>
        </p:nvSpPr>
        <p:spPr>
          <a:xfrm>
            <a:off x="9327985" y="3331296"/>
            <a:ext cx="36576" cy="36576"/>
          </a:xfrm>
          <a:prstGeom prst="ellipse">
            <a:avLst/>
          </a:prstGeom>
          <a:solidFill>
            <a:srgbClr val="0F7B8A"/>
          </a:solidFill>
          <a:ln/>
        </p:spPr>
        <p:txBody>
          <a:bodyPr/>
          <a:lstStyle/>
          <a:p>
            <a:endParaRPr lang="en-US"/>
          </a:p>
        </p:txBody>
      </p:sp>
      <p:sp>
        <p:nvSpPr>
          <p:cNvPr id="247" name="Shape 245"/>
          <p:cNvSpPr/>
          <p:nvPr/>
        </p:nvSpPr>
        <p:spPr>
          <a:xfrm>
            <a:off x="9375415" y="3351560"/>
            <a:ext cx="36576" cy="36576"/>
          </a:xfrm>
          <a:prstGeom prst="ellipse">
            <a:avLst/>
          </a:prstGeom>
          <a:solidFill>
            <a:srgbClr val="0F7B8A"/>
          </a:solidFill>
          <a:ln/>
        </p:spPr>
        <p:txBody>
          <a:bodyPr/>
          <a:lstStyle/>
          <a:p>
            <a:endParaRPr lang="en-US"/>
          </a:p>
        </p:txBody>
      </p:sp>
      <p:sp>
        <p:nvSpPr>
          <p:cNvPr id="248" name="Shape 246"/>
          <p:cNvSpPr/>
          <p:nvPr/>
        </p:nvSpPr>
        <p:spPr>
          <a:xfrm>
            <a:off x="9399180" y="3337506"/>
            <a:ext cx="36576" cy="36576"/>
          </a:xfrm>
          <a:prstGeom prst="ellipse">
            <a:avLst/>
          </a:prstGeom>
          <a:solidFill>
            <a:srgbClr val="0F7B8A"/>
          </a:solidFill>
          <a:ln/>
        </p:spPr>
        <p:txBody>
          <a:bodyPr/>
          <a:lstStyle/>
          <a:p>
            <a:endParaRPr lang="en-US"/>
          </a:p>
        </p:txBody>
      </p:sp>
      <p:sp>
        <p:nvSpPr>
          <p:cNvPr id="249" name="Shape 247"/>
          <p:cNvSpPr/>
          <p:nvPr/>
        </p:nvSpPr>
        <p:spPr>
          <a:xfrm>
            <a:off x="9397904" y="3350967"/>
            <a:ext cx="36576" cy="36576"/>
          </a:xfrm>
          <a:prstGeom prst="ellipse">
            <a:avLst/>
          </a:prstGeom>
          <a:solidFill>
            <a:srgbClr val="0F7B8A"/>
          </a:solidFill>
          <a:ln/>
        </p:spPr>
        <p:txBody>
          <a:bodyPr/>
          <a:lstStyle/>
          <a:p>
            <a:endParaRPr lang="en-US"/>
          </a:p>
        </p:txBody>
      </p:sp>
      <p:sp>
        <p:nvSpPr>
          <p:cNvPr id="250" name="Shape 248"/>
          <p:cNvSpPr/>
          <p:nvPr/>
        </p:nvSpPr>
        <p:spPr>
          <a:xfrm>
            <a:off x="9453399" y="3342228"/>
            <a:ext cx="36576" cy="36576"/>
          </a:xfrm>
          <a:prstGeom prst="ellipse">
            <a:avLst/>
          </a:prstGeom>
          <a:solidFill>
            <a:srgbClr val="0F7B8A"/>
          </a:solidFill>
          <a:ln/>
        </p:spPr>
        <p:txBody>
          <a:bodyPr/>
          <a:lstStyle/>
          <a:p>
            <a:endParaRPr lang="en-US"/>
          </a:p>
        </p:txBody>
      </p:sp>
      <p:sp>
        <p:nvSpPr>
          <p:cNvPr id="251" name="Shape 249"/>
          <p:cNvSpPr/>
          <p:nvPr/>
        </p:nvSpPr>
        <p:spPr>
          <a:xfrm>
            <a:off x="9481801" y="3332905"/>
            <a:ext cx="36576" cy="36576"/>
          </a:xfrm>
          <a:prstGeom prst="ellipse">
            <a:avLst/>
          </a:prstGeom>
          <a:solidFill>
            <a:srgbClr val="0F7B8A"/>
          </a:solidFill>
          <a:ln/>
        </p:spPr>
        <p:txBody>
          <a:bodyPr/>
          <a:lstStyle/>
          <a:p>
            <a:endParaRPr lang="en-US"/>
          </a:p>
        </p:txBody>
      </p:sp>
      <p:sp>
        <p:nvSpPr>
          <p:cNvPr id="252" name="Shape 250"/>
          <p:cNvSpPr/>
          <p:nvPr/>
        </p:nvSpPr>
        <p:spPr>
          <a:xfrm>
            <a:off x="9513279" y="3346351"/>
            <a:ext cx="36576" cy="36576"/>
          </a:xfrm>
          <a:prstGeom prst="ellipse">
            <a:avLst/>
          </a:prstGeom>
          <a:solidFill>
            <a:srgbClr val="0F7B8A"/>
          </a:solidFill>
          <a:ln/>
        </p:spPr>
        <p:txBody>
          <a:bodyPr/>
          <a:lstStyle/>
          <a:p>
            <a:endParaRPr lang="en-US"/>
          </a:p>
        </p:txBody>
      </p:sp>
      <p:sp>
        <p:nvSpPr>
          <p:cNvPr id="253" name="Shape 251"/>
          <p:cNvSpPr/>
          <p:nvPr/>
        </p:nvSpPr>
        <p:spPr>
          <a:xfrm>
            <a:off x="9535608" y="3333499"/>
            <a:ext cx="36576" cy="36576"/>
          </a:xfrm>
          <a:prstGeom prst="ellipse">
            <a:avLst/>
          </a:prstGeom>
          <a:solidFill>
            <a:srgbClr val="0F7B8A"/>
          </a:solidFill>
          <a:ln/>
        </p:spPr>
        <p:txBody>
          <a:bodyPr/>
          <a:lstStyle/>
          <a:p>
            <a:endParaRPr lang="en-US"/>
          </a:p>
        </p:txBody>
      </p:sp>
      <p:sp>
        <p:nvSpPr>
          <p:cNvPr id="254" name="Shape 252"/>
          <p:cNvSpPr/>
          <p:nvPr/>
        </p:nvSpPr>
        <p:spPr>
          <a:xfrm>
            <a:off x="9559746" y="3354852"/>
            <a:ext cx="36576" cy="36576"/>
          </a:xfrm>
          <a:prstGeom prst="ellipse">
            <a:avLst/>
          </a:prstGeom>
          <a:solidFill>
            <a:srgbClr val="0F7B8A"/>
          </a:solidFill>
          <a:ln/>
        </p:spPr>
        <p:txBody>
          <a:bodyPr/>
          <a:lstStyle/>
          <a:p>
            <a:endParaRPr lang="en-US"/>
          </a:p>
        </p:txBody>
      </p:sp>
      <p:sp>
        <p:nvSpPr>
          <p:cNvPr id="255" name="Shape 253"/>
          <p:cNvSpPr/>
          <p:nvPr/>
        </p:nvSpPr>
        <p:spPr>
          <a:xfrm>
            <a:off x="9613491" y="3331105"/>
            <a:ext cx="36576" cy="36576"/>
          </a:xfrm>
          <a:prstGeom prst="ellipse">
            <a:avLst/>
          </a:prstGeom>
          <a:solidFill>
            <a:srgbClr val="0F7B8A"/>
          </a:solidFill>
          <a:ln/>
        </p:spPr>
        <p:txBody>
          <a:bodyPr/>
          <a:lstStyle/>
          <a:p>
            <a:endParaRPr lang="en-US"/>
          </a:p>
        </p:txBody>
      </p:sp>
      <p:sp>
        <p:nvSpPr>
          <p:cNvPr id="256" name="Shape 254"/>
          <p:cNvSpPr/>
          <p:nvPr/>
        </p:nvSpPr>
        <p:spPr>
          <a:xfrm>
            <a:off x="9622085" y="3339693"/>
            <a:ext cx="36576" cy="36576"/>
          </a:xfrm>
          <a:prstGeom prst="ellipse">
            <a:avLst/>
          </a:prstGeom>
          <a:solidFill>
            <a:srgbClr val="0F7B8A"/>
          </a:solidFill>
          <a:ln/>
        </p:spPr>
        <p:txBody>
          <a:bodyPr/>
          <a:lstStyle/>
          <a:p>
            <a:endParaRPr lang="en-US"/>
          </a:p>
        </p:txBody>
      </p:sp>
      <p:sp>
        <p:nvSpPr>
          <p:cNvPr id="257" name="Shape 255"/>
          <p:cNvSpPr/>
          <p:nvPr/>
        </p:nvSpPr>
        <p:spPr>
          <a:xfrm>
            <a:off x="9660399" y="3329086"/>
            <a:ext cx="36576" cy="36576"/>
          </a:xfrm>
          <a:prstGeom prst="ellipse">
            <a:avLst/>
          </a:prstGeom>
          <a:solidFill>
            <a:srgbClr val="0F7B8A"/>
          </a:solidFill>
          <a:ln/>
        </p:spPr>
        <p:txBody>
          <a:bodyPr/>
          <a:lstStyle/>
          <a:p>
            <a:endParaRPr lang="en-US"/>
          </a:p>
        </p:txBody>
      </p:sp>
      <p:sp>
        <p:nvSpPr>
          <p:cNvPr id="258" name="Shape 256"/>
          <p:cNvSpPr/>
          <p:nvPr/>
        </p:nvSpPr>
        <p:spPr>
          <a:xfrm>
            <a:off x="9690345" y="3349187"/>
            <a:ext cx="36576" cy="36576"/>
          </a:xfrm>
          <a:prstGeom prst="ellipse">
            <a:avLst/>
          </a:prstGeom>
          <a:solidFill>
            <a:srgbClr val="0F7B8A"/>
          </a:solidFill>
          <a:ln/>
        </p:spPr>
        <p:txBody>
          <a:bodyPr/>
          <a:lstStyle/>
          <a:p>
            <a:endParaRPr lang="en-US"/>
          </a:p>
        </p:txBody>
      </p:sp>
      <p:sp>
        <p:nvSpPr>
          <p:cNvPr id="259" name="Shape 257"/>
          <p:cNvSpPr/>
          <p:nvPr/>
        </p:nvSpPr>
        <p:spPr>
          <a:xfrm>
            <a:off x="9706690" y="3346936"/>
            <a:ext cx="36576" cy="36576"/>
          </a:xfrm>
          <a:prstGeom prst="ellipse">
            <a:avLst/>
          </a:prstGeom>
          <a:solidFill>
            <a:srgbClr val="0F7B8A"/>
          </a:solidFill>
          <a:ln/>
        </p:spPr>
        <p:txBody>
          <a:bodyPr/>
          <a:lstStyle/>
          <a:p>
            <a:endParaRPr lang="en-US"/>
          </a:p>
        </p:txBody>
      </p:sp>
      <p:sp>
        <p:nvSpPr>
          <p:cNvPr id="260" name="Shape 258"/>
          <p:cNvSpPr/>
          <p:nvPr/>
        </p:nvSpPr>
        <p:spPr>
          <a:xfrm>
            <a:off x="9735600" y="3355660"/>
            <a:ext cx="36576" cy="36576"/>
          </a:xfrm>
          <a:prstGeom prst="ellipse">
            <a:avLst/>
          </a:prstGeom>
          <a:solidFill>
            <a:srgbClr val="0F7B8A"/>
          </a:solidFill>
          <a:ln/>
        </p:spPr>
        <p:txBody>
          <a:bodyPr/>
          <a:lstStyle/>
          <a:p>
            <a:endParaRPr lang="en-US"/>
          </a:p>
        </p:txBody>
      </p:sp>
      <p:sp>
        <p:nvSpPr>
          <p:cNvPr id="261" name="Shape 259"/>
          <p:cNvSpPr/>
          <p:nvPr/>
        </p:nvSpPr>
        <p:spPr>
          <a:xfrm>
            <a:off x="9785123" y="3355045"/>
            <a:ext cx="36576" cy="36576"/>
          </a:xfrm>
          <a:prstGeom prst="ellipse">
            <a:avLst/>
          </a:prstGeom>
          <a:solidFill>
            <a:srgbClr val="0F7B8A"/>
          </a:solidFill>
          <a:ln/>
        </p:spPr>
        <p:txBody>
          <a:bodyPr/>
          <a:lstStyle/>
          <a:p>
            <a:endParaRPr lang="en-US"/>
          </a:p>
        </p:txBody>
      </p:sp>
      <p:sp>
        <p:nvSpPr>
          <p:cNvPr id="262" name="Shape 260"/>
          <p:cNvSpPr/>
          <p:nvPr/>
        </p:nvSpPr>
        <p:spPr>
          <a:xfrm>
            <a:off x="9787187" y="3344645"/>
            <a:ext cx="36576" cy="36576"/>
          </a:xfrm>
          <a:prstGeom prst="ellipse">
            <a:avLst/>
          </a:prstGeom>
          <a:solidFill>
            <a:srgbClr val="0F7B8A"/>
          </a:solidFill>
          <a:ln/>
        </p:spPr>
        <p:txBody>
          <a:bodyPr/>
          <a:lstStyle/>
          <a:p>
            <a:endParaRPr lang="en-US"/>
          </a:p>
        </p:txBody>
      </p:sp>
      <p:sp>
        <p:nvSpPr>
          <p:cNvPr id="263" name="Shape 261"/>
          <p:cNvSpPr/>
          <p:nvPr/>
        </p:nvSpPr>
        <p:spPr>
          <a:xfrm>
            <a:off x="9837032" y="3346986"/>
            <a:ext cx="36576" cy="36576"/>
          </a:xfrm>
          <a:prstGeom prst="ellipse">
            <a:avLst/>
          </a:prstGeom>
          <a:solidFill>
            <a:srgbClr val="0F7B8A"/>
          </a:solidFill>
          <a:ln/>
        </p:spPr>
        <p:txBody>
          <a:bodyPr/>
          <a:lstStyle/>
          <a:p>
            <a:endParaRPr lang="en-US"/>
          </a:p>
        </p:txBody>
      </p:sp>
      <p:sp>
        <p:nvSpPr>
          <p:cNvPr id="264" name="Shape 262"/>
          <p:cNvSpPr/>
          <p:nvPr/>
        </p:nvSpPr>
        <p:spPr>
          <a:xfrm>
            <a:off x="9866695" y="3351925"/>
            <a:ext cx="36576" cy="36576"/>
          </a:xfrm>
          <a:prstGeom prst="ellipse">
            <a:avLst/>
          </a:prstGeom>
          <a:solidFill>
            <a:srgbClr val="0F7B8A"/>
          </a:solidFill>
          <a:ln/>
        </p:spPr>
        <p:txBody>
          <a:bodyPr/>
          <a:lstStyle/>
          <a:p>
            <a:endParaRPr lang="en-US"/>
          </a:p>
        </p:txBody>
      </p:sp>
      <p:sp>
        <p:nvSpPr>
          <p:cNvPr id="265" name="Shape 263"/>
          <p:cNvSpPr/>
          <p:nvPr/>
        </p:nvSpPr>
        <p:spPr>
          <a:xfrm>
            <a:off x="9892583" y="3354086"/>
            <a:ext cx="36576" cy="36576"/>
          </a:xfrm>
          <a:prstGeom prst="ellipse">
            <a:avLst/>
          </a:prstGeom>
          <a:solidFill>
            <a:srgbClr val="0F7B8A"/>
          </a:solidFill>
          <a:ln/>
        </p:spPr>
        <p:txBody>
          <a:bodyPr/>
          <a:lstStyle/>
          <a:p>
            <a:endParaRPr lang="en-US"/>
          </a:p>
        </p:txBody>
      </p:sp>
      <p:sp>
        <p:nvSpPr>
          <p:cNvPr id="266" name="Shape 264"/>
          <p:cNvSpPr/>
          <p:nvPr/>
        </p:nvSpPr>
        <p:spPr>
          <a:xfrm>
            <a:off x="9918825" y="3337004"/>
            <a:ext cx="36576" cy="36576"/>
          </a:xfrm>
          <a:prstGeom prst="ellipse">
            <a:avLst/>
          </a:prstGeom>
          <a:solidFill>
            <a:srgbClr val="0F7B8A"/>
          </a:solidFill>
          <a:ln/>
        </p:spPr>
        <p:txBody>
          <a:bodyPr/>
          <a:lstStyle/>
          <a:p>
            <a:endParaRPr lang="en-US"/>
          </a:p>
        </p:txBody>
      </p:sp>
      <p:sp>
        <p:nvSpPr>
          <p:cNvPr id="267" name="Shape 265"/>
          <p:cNvSpPr/>
          <p:nvPr/>
        </p:nvSpPr>
        <p:spPr>
          <a:xfrm>
            <a:off x="9958312" y="3343056"/>
            <a:ext cx="36576" cy="36576"/>
          </a:xfrm>
          <a:prstGeom prst="ellipse">
            <a:avLst/>
          </a:prstGeom>
          <a:solidFill>
            <a:srgbClr val="0F7B8A"/>
          </a:solidFill>
          <a:ln/>
        </p:spPr>
        <p:txBody>
          <a:bodyPr/>
          <a:lstStyle/>
          <a:p>
            <a:endParaRPr lang="en-US"/>
          </a:p>
        </p:txBody>
      </p:sp>
      <p:sp>
        <p:nvSpPr>
          <p:cNvPr id="268" name="Shape 266"/>
          <p:cNvSpPr/>
          <p:nvPr/>
        </p:nvSpPr>
        <p:spPr>
          <a:xfrm>
            <a:off x="9992776" y="3349111"/>
            <a:ext cx="36576" cy="36576"/>
          </a:xfrm>
          <a:prstGeom prst="ellipse">
            <a:avLst/>
          </a:prstGeom>
          <a:solidFill>
            <a:srgbClr val="0F7B8A"/>
          </a:solidFill>
          <a:ln/>
        </p:spPr>
        <p:txBody>
          <a:bodyPr/>
          <a:lstStyle/>
          <a:p>
            <a:endParaRPr lang="en-US"/>
          </a:p>
        </p:txBody>
      </p:sp>
      <p:sp>
        <p:nvSpPr>
          <p:cNvPr id="269" name="Shape 267"/>
          <p:cNvSpPr/>
          <p:nvPr/>
        </p:nvSpPr>
        <p:spPr>
          <a:xfrm>
            <a:off x="9994095" y="3347850"/>
            <a:ext cx="36576" cy="36576"/>
          </a:xfrm>
          <a:prstGeom prst="ellipse">
            <a:avLst/>
          </a:prstGeom>
          <a:solidFill>
            <a:srgbClr val="0F7B8A"/>
          </a:solidFill>
          <a:ln/>
        </p:spPr>
        <p:txBody>
          <a:bodyPr/>
          <a:lstStyle/>
          <a:p>
            <a:endParaRPr lang="en-US"/>
          </a:p>
        </p:txBody>
      </p:sp>
      <p:sp>
        <p:nvSpPr>
          <p:cNvPr id="270" name="Shape 268"/>
          <p:cNvSpPr/>
          <p:nvPr/>
        </p:nvSpPr>
        <p:spPr>
          <a:xfrm>
            <a:off x="10023177" y="3340884"/>
            <a:ext cx="36576" cy="36576"/>
          </a:xfrm>
          <a:prstGeom prst="ellipse">
            <a:avLst/>
          </a:prstGeom>
          <a:solidFill>
            <a:srgbClr val="0F7B8A"/>
          </a:solidFill>
          <a:ln/>
        </p:spPr>
        <p:txBody>
          <a:bodyPr/>
          <a:lstStyle/>
          <a:p>
            <a:endParaRPr lang="en-US"/>
          </a:p>
        </p:txBody>
      </p:sp>
      <p:sp>
        <p:nvSpPr>
          <p:cNvPr id="271" name="Shape 269"/>
          <p:cNvSpPr/>
          <p:nvPr/>
        </p:nvSpPr>
        <p:spPr>
          <a:xfrm>
            <a:off x="10048463" y="3332417"/>
            <a:ext cx="36576" cy="36576"/>
          </a:xfrm>
          <a:prstGeom prst="ellipse">
            <a:avLst/>
          </a:prstGeom>
          <a:solidFill>
            <a:srgbClr val="0F7B8A"/>
          </a:solidFill>
          <a:ln/>
        </p:spPr>
        <p:txBody>
          <a:bodyPr/>
          <a:lstStyle/>
          <a:p>
            <a:endParaRPr lang="en-US"/>
          </a:p>
        </p:txBody>
      </p:sp>
      <p:sp>
        <p:nvSpPr>
          <p:cNvPr id="272" name="Shape 270"/>
          <p:cNvSpPr/>
          <p:nvPr/>
        </p:nvSpPr>
        <p:spPr>
          <a:xfrm>
            <a:off x="10098949" y="3331552"/>
            <a:ext cx="36576" cy="36576"/>
          </a:xfrm>
          <a:prstGeom prst="ellipse">
            <a:avLst/>
          </a:prstGeom>
          <a:solidFill>
            <a:srgbClr val="0F7B8A"/>
          </a:solidFill>
          <a:ln/>
        </p:spPr>
        <p:txBody>
          <a:bodyPr/>
          <a:lstStyle/>
          <a:p>
            <a:endParaRPr lang="en-US"/>
          </a:p>
        </p:txBody>
      </p:sp>
      <p:sp>
        <p:nvSpPr>
          <p:cNvPr id="273" name="Shape 271"/>
          <p:cNvSpPr/>
          <p:nvPr/>
        </p:nvSpPr>
        <p:spPr>
          <a:xfrm>
            <a:off x="10125349" y="3339513"/>
            <a:ext cx="36576" cy="36576"/>
          </a:xfrm>
          <a:prstGeom prst="ellipse">
            <a:avLst/>
          </a:prstGeom>
          <a:solidFill>
            <a:srgbClr val="0F7B8A"/>
          </a:solidFill>
          <a:ln/>
        </p:spPr>
        <p:txBody>
          <a:bodyPr/>
          <a:lstStyle/>
          <a:p>
            <a:endParaRPr lang="en-US"/>
          </a:p>
        </p:txBody>
      </p:sp>
      <p:sp>
        <p:nvSpPr>
          <p:cNvPr id="274" name="Shape 272"/>
          <p:cNvSpPr/>
          <p:nvPr/>
        </p:nvSpPr>
        <p:spPr>
          <a:xfrm>
            <a:off x="10149222" y="3350633"/>
            <a:ext cx="36576" cy="36576"/>
          </a:xfrm>
          <a:prstGeom prst="ellipse">
            <a:avLst/>
          </a:prstGeom>
          <a:solidFill>
            <a:srgbClr val="0F7B8A"/>
          </a:solidFill>
          <a:ln/>
        </p:spPr>
        <p:txBody>
          <a:bodyPr/>
          <a:lstStyle/>
          <a:p>
            <a:endParaRPr lang="en-US"/>
          </a:p>
        </p:txBody>
      </p:sp>
      <p:sp>
        <p:nvSpPr>
          <p:cNvPr id="275" name="Shape 273"/>
          <p:cNvSpPr/>
          <p:nvPr/>
        </p:nvSpPr>
        <p:spPr>
          <a:xfrm>
            <a:off x="10168925" y="3341885"/>
            <a:ext cx="36576" cy="36576"/>
          </a:xfrm>
          <a:prstGeom prst="ellipse">
            <a:avLst/>
          </a:prstGeom>
          <a:solidFill>
            <a:srgbClr val="0F7B8A"/>
          </a:solidFill>
          <a:ln/>
        </p:spPr>
        <p:txBody>
          <a:bodyPr/>
          <a:lstStyle/>
          <a:p>
            <a:endParaRPr lang="en-US"/>
          </a:p>
        </p:txBody>
      </p:sp>
      <p:sp>
        <p:nvSpPr>
          <p:cNvPr id="276" name="Shape 274"/>
          <p:cNvSpPr/>
          <p:nvPr/>
        </p:nvSpPr>
        <p:spPr>
          <a:xfrm>
            <a:off x="10204977" y="3339426"/>
            <a:ext cx="36576" cy="36576"/>
          </a:xfrm>
          <a:prstGeom prst="ellipse">
            <a:avLst/>
          </a:prstGeom>
          <a:solidFill>
            <a:srgbClr val="0F7B8A"/>
          </a:solidFill>
          <a:ln/>
        </p:spPr>
        <p:txBody>
          <a:bodyPr/>
          <a:lstStyle/>
          <a:p>
            <a:endParaRPr lang="en-US"/>
          </a:p>
        </p:txBody>
      </p:sp>
      <p:sp>
        <p:nvSpPr>
          <p:cNvPr id="277" name="Shape 275"/>
          <p:cNvSpPr/>
          <p:nvPr/>
        </p:nvSpPr>
        <p:spPr>
          <a:xfrm>
            <a:off x="10237522" y="3329719"/>
            <a:ext cx="36576" cy="36576"/>
          </a:xfrm>
          <a:prstGeom prst="ellipse">
            <a:avLst/>
          </a:prstGeom>
          <a:solidFill>
            <a:srgbClr val="0F7B8A"/>
          </a:solidFill>
          <a:ln/>
        </p:spPr>
        <p:txBody>
          <a:bodyPr/>
          <a:lstStyle/>
          <a:p>
            <a:endParaRPr lang="en-US"/>
          </a:p>
        </p:txBody>
      </p:sp>
      <p:sp>
        <p:nvSpPr>
          <p:cNvPr id="278" name="Shape 276"/>
          <p:cNvSpPr/>
          <p:nvPr/>
        </p:nvSpPr>
        <p:spPr>
          <a:xfrm>
            <a:off x="10259995" y="3354752"/>
            <a:ext cx="36576" cy="36576"/>
          </a:xfrm>
          <a:prstGeom prst="ellipse">
            <a:avLst/>
          </a:prstGeom>
          <a:solidFill>
            <a:srgbClr val="0F7B8A"/>
          </a:solidFill>
          <a:ln/>
        </p:spPr>
        <p:txBody>
          <a:bodyPr/>
          <a:lstStyle/>
          <a:p>
            <a:endParaRPr lang="en-US"/>
          </a:p>
        </p:txBody>
      </p:sp>
      <p:sp>
        <p:nvSpPr>
          <p:cNvPr id="279" name="Shape 277"/>
          <p:cNvSpPr/>
          <p:nvPr/>
        </p:nvSpPr>
        <p:spPr>
          <a:xfrm>
            <a:off x="10288234" y="3338691"/>
            <a:ext cx="36576" cy="36576"/>
          </a:xfrm>
          <a:prstGeom prst="ellipse">
            <a:avLst/>
          </a:prstGeom>
          <a:solidFill>
            <a:srgbClr val="0F7B8A"/>
          </a:solidFill>
          <a:ln/>
        </p:spPr>
        <p:txBody>
          <a:bodyPr/>
          <a:lstStyle/>
          <a:p>
            <a:endParaRPr lang="en-US"/>
          </a:p>
        </p:txBody>
      </p:sp>
      <p:sp>
        <p:nvSpPr>
          <p:cNvPr id="280" name="Shape 278"/>
          <p:cNvSpPr/>
          <p:nvPr/>
        </p:nvSpPr>
        <p:spPr>
          <a:xfrm>
            <a:off x="10311646" y="3355019"/>
            <a:ext cx="36576" cy="36576"/>
          </a:xfrm>
          <a:prstGeom prst="ellipse">
            <a:avLst/>
          </a:prstGeom>
          <a:solidFill>
            <a:srgbClr val="0F7B8A"/>
          </a:solidFill>
          <a:ln/>
        </p:spPr>
        <p:txBody>
          <a:bodyPr/>
          <a:lstStyle/>
          <a:p>
            <a:endParaRPr lang="en-US"/>
          </a:p>
        </p:txBody>
      </p:sp>
      <p:sp>
        <p:nvSpPr>
          <p:cNvPr id="281" name="Shape 279"/>
          <p:cNvSpPr/>
          <p:nvPr/>
        </p:nvSpPr>
        <p:spPr>
          <a:xfrm>
            <a:off x="10340189" y="3352329"/>
            <a:ext cx="36576" cy="36576"/>
          </a:xfrm>
          <a:prstGeom prst="ellipse">
            <a:avLst/>
          </a:prstGeom>
          <a:solidFill>
            <a:srgbClr val="0F7B8A"/>
          </a:solidFill>
          <a:ln/>
        </p:spPr>
        <p:txBody>
          <a:bodyPr/>
          <a:lstStyle/>
          <a:p>
            <a:endParaRPr lang="en-US"/>
          </a:p>
        </p:txBody>
      </p:sp>
      <p:sp>
        <p:nvSpPr>
          <p:cNvPr id="282" name="Shape 280"/>
          <p:cNvSpPr/>
          <p:nvPr/>
        </p:nvSpPr>
        <p:spPr>
          <a:xfrm>
            <a:off x="10386915" y="3336807"/>
            <a:ext cx="36576" cy="36576"/>
          </a:xfrm>
          <a:prstGeom prst="ellipse">
            <a:avLst/>
          </a:prstGeom>
          <a:solidFill>
            <a:srgbClr val="0F7B8A"/>
          </a:solidFill>
          <a:ln/>
        </p:spPr>
        <p:txBody>
          <a:bodyPr/>
          <a:lstStyle/>
          <a:p>
            <a:endParaRPr lang="en-US"/>
          </a:p>
        </p:txBody>
      </p:sp>
      <p:sp>
        <p:nvSpPr>
          <p:cNvPr id="283" name="Shape 281"/>
          <p:cNvSpPr/>
          <p:nvPr/>
        </p:nvSpPr>
        <p:spPr>
          <a:xfrm>
            <a:off x="10390557" y="3352332"/>
            <a:ext cx="36576" cy="36576"/>
          </a:xfrm>
          <a:prstGeom prst="ellipse">
            <a:avLst/>
          </a:prstGeom>
          <a:solidFill>
            <a:srgbClr val="0F7B8A"/>
          </a:solidFill>
          <a:ln/>
        </p:spPr>
        <p:txBody>
          <a:bodyPr/>
          <a:lstStyle/>
          <a:p>
            <a:endParaRPr lang="en-US"/>
          </a:p>
        </p:txBody>
      </p:sp>
      <p:sp>
        <p:nvSpPr>
          <p:cNvPr id="284" name="Shape 282"/>
          <p:cNvSpPr/>
          <p:nvPr/>
        </p:nvSpPr>
        <p:spPr>
          <a:xfrm>
            <a:off x="10453735" y="3343329"/>
            <a:ext cx="36576" cy="36576"/>
          </a:xfrm>
          <a:prstGeom prst="ellipse">
            <a:avLst/>
          </a:prstGeom>
          <a:solidFill>
            <a:srgbClr val="0F7B8A"/>
          </a:solidFill>
          <a:ln/>
        </p:spPr>
        <p:txBody>
          <a:bodyPr/>
          <a:lstStyle/>
          <a:p>
            <a:endParaRPr lang="en-US"/>
          </a:p>
        </p:txBody>
      </p:sp>
      <p:sp>
        <p:nvSpPr>
          <p:cNvPr id="285" name="Shape 283"/>
          <p:cNvSpPr/>
          <p:nvPr/>
        </p:nvSpPr>
        <p:spPr>
          <a:xfrm>
            <a:off x="10462660" y="3328775"/>
            <a:ext cx="36576" cy="36576"/>
          </a:xfrm>
          <a:prstGeom prst="ellipse">
            <a:avLst/>
          </a:prstGeom>
          <a:solidFill>
            <a:srgbClr val="0F7B8A"/>
          </a:solidFill>
          <a:ln/>
        </p:spPr>
        <p:txBody>
          <a:bodyPr/>
          <a:lstStyle/>
          <a:p>
            <a:endParaRPr lang="en-US"/>
          </a:p>
        </p:txBody>
      </p:sp>
      <p:sp>
        <p:nvSpPr>
          <p:cNvPr id="286" name="Shape 284"/>
          <p:cNvSpPr/>
          <p:nvPr/>
        </p:nvSpPr>
        <p:spPr>
          <a:xfrm>
            <a:off x="8589892" y="2823818"/>
            <a:ext cx="36576" cy="36576"/>
          </a:xfrm>
          <a:prstGeom prst="ellipse">
            <a:avLst/>
          </a:prstGeom>
          <a:solidFill>
            <a:srgbClr val="0F7B8A"/>
          </a:solidFill>
          <a:ln/>
        </p:spPr>
        <p:txBody>
          <a:bodyPr/>
          <a:lstStyle/>
          <a:p>
            <a:endParaRPr lang="en-US"/>
          </a:p>
        </p:txBody>
      </p:sp>
      <p:sp>
        <p:nvSpPr>
          <p:cNvPr id="287" name="Shape 285"/>
          <p:cNvSpPr/>
          <p:nvPr/>
        </p:nvSpPr>
        <p:spPr>
          <a:xfrm>
            <a:off x="8607650" y="2829899"/>
            <a:ext cx="36576" cy="36576"/>
          </a:xfrm>
          <a:prstGeom prst="ellipse">
            <a:avLst/>
          </a:prstGeom>
          <a:solidFill>
            <a:srgbClr val="0F7B8A"/>
          </a:solidFill>
          <a:ln/>
        </p:spPr>
        <p:txBody>
          <a:bodyPr/>
          <a:lstStyle/>
          <a:p>
            <a:endParaRPr lang="en-US"/>
          </a:p>
        </p:txBody>
      </p:sp>
      <p:sp>
        <p:nvSpPr>
          <p:cNvPr id="288" name="Shape 286"/>
          <p:cNvSpPr/>
          <p:nvPr/>
        </p:nvSpPr>
        <p:spPr>
          <a:xfrm>
            <a:off x="8628788" y="2843504"/>
            <a:ext cx="36576" cy="36576"/>
          </a:xfrm>
          <a:prstGeom prst="ellipse">
            <a:avLst/>
          </a:prstGeom>
          <a:solidFill>
            <a:srgbClr val="0F7B8A"/>
          </a:solidFill>
          <a:ln/>
        </p:spPr>
        <p:txBody>
          <a:bodyPr/>
          <a:lstStyle/>
          <a:p>
            <a:endParaRPr lang="en-US"/>
          </a:p>
        </p:txBody>
      </p:sp>
      <p:sp>
        <p:nvSpPr>
          <p:cNvPr id="289" name="Shape 287"/>
          <p:cNvSpPr/>
          <p:nvPr/>
        </p:nvSpPr>
        <p:spPr>
          <a:xfrm>
            <a:off x="8630237" y="2850436"/>
            <a:ext cx="36576" cy="36576"/>
          </a:xfrm>
          <a:prstGeom prst="ellipse">
            <a:avLst/>
          </a:prstGeom>
          <a:solidFill>
            <a:srgbClr val="0F7B8A"/>
          </a:solidFill>
          <a:ln/>
        </p:spPr>
        <p:txBody>
          <a:bodyPr/>
          <a:lstStyle/>
          <a:p>
            <a:endParaRPr lang="en-US"/>
          </a:p>
        </p:txBody>
      </p:sp>
      <p:sp>
        <p:nvSpPr>
          <p:cNvPr id="290" name="Shape 288"/>
          <p:cNvSpPr/>
          <p:nvPr/>
        </p:nvSpPr>
        <p:spPr>
          <a:xfrm>
            <a:off x="8651384" y="2860796"/>
            <a:ext cx="36576" cy="36576"/>
          </a:xfrm>
          <a:prstGeom prst="ellipse">
            <a:avLst/>
          </a:prstGeom>
          <a:solidFill>
            <a:srgbClr val="0F7B8A"/>
          </a:solidFill>
          <a:ln/>
        </p:spPr>
        <p:txBody>
          <a:bodyPr/>
          <a:lstStyle/>
          <a:p>
            <a:endParaRPr lang="en-US"/>
          </a:p>
        </p:txBody>
      </p:sp>
      <p:sp>
        <p:nvSpPr>
          <p:cNvPr id="291" name="Shape 289"/>
          <p:cNvSpPr/>
          <p:nvPr/>
        </p:nvSpPr>
        <p:spPr>
          <a:xfrm>
            <a:off x="8692023" y="2898998"/>
            <a:ext cx="36576" cy="36576"/>
          </a:xfrm>
          <a:prstGeom prst="ellipse">
            <a:avLst/>
          </a:prstGeom>
          <a:solidFill>
            <a:srgbClr val="0F7B8A"/>
          </a:solidFill>
          <a:ln/>
        </p:spPr>
        <p:txBody>
          <a:bodyPr/>
          <a:lstStyle/>
          <a:p>
            <a:endParaRPr lang="en-US"/>
          </a:p>
        </p:txBody>
      </p:sp>
      <p:sp>
        <p:nvSpPr>
          <p:cNvPr id="292" name="Shape 290"/>
          <p:cNvSpPr/>
          <p:nvPr/>
        </p:nvSpPr>
        <p:spPr>
          <a:xfrm>
            <a:off x="8685684" y="2906205"/>
            <a:ext cx="36576" cy="36576"/>
          </a:xfrm>
          <a:prstGeom prst="ellipse">
            <a:avLst/>
          </a:prstGeom>
          <a:solidFill>
            <a:srgbClr val="0F7B8A"/>
          </a:solidFill>
          <a:ln/>
        </p:spPr>
        <p:txBody>
          <a:bodyPr/>
          <a:lstStyle/>
          <a:p>
            <a:endParaRPr lang="en-US"/>
          </a:p>
        </p:txBody>
      </p:sp>
      <p:sp>
        <p:nvSpPr>
          <p:cNvPr id="293" name="Shape 291"/>
          <p:cNvSpPr/>
          <p:nvPr/>
        </p:nvSpPr>
        <p:spPr>
          <a:xfrm>
            <a:off x="8701863" y="2918324"/>
            <a:ext cx="36576" cy="36576"/>
          </a:xfrm>
          <a:prstGeom prst="ellipse">
            <a:avLst/>
          </a:prstGeom>
          <a:solidFill>
            <a:srgbClr val="0F7B8A"/>
          </a:solidFill>
          <a:ln/>
        </p:spPr>
        <p:txBody>
          <a:bodyPr/>
          <a:lstStyle/>
          <a:p>
            <a:endParaRPr lang="en-US"/>
          </a:p>
        </p:txBody>
      </p:sp>
      <p:sp>
        <p:nvSpPr>
          <p:cNvPr id="294" name="Shape 292"/>
          <p:cNvSpPr/>
          <p:nvPr/>
        </p:nvSpPr>
        <p:spPr>
          <a:xfrm>
            <a:off x="8726554" y="2930821"/>
            <a:ext cx="36576" cy="36576"/>
          </a:xfrm>
          <a:prstGeom prst="ellipse">
            <a:avLst/>
          </a:prstGeom>
          <a:solidFill>
            <a:srgbClr val="0F7B8A"/>
          </a:solidFill>
          <a:ln/>
        </p:spPr>
        <p:txBody>
          <a:bodyPr/>
          <a:lstStyle/>
          <a:p>
            <a:endParaRPr lang="en-US"/>
          </a:p>
        </p:txBody>
      </p:sp>
      <p:sp>
        <p:nvSpPr>
          <p:cNvPr id="295" name="Shape 293"/>
          <p:cNvSpPr/>
          <p:nvPr/>
        </p:nvSpPr>
        <p:spPr>
          <a:xfrm>
            <a:off x="8762182" y="2943870"/>
            <a:ext cx="36576" cy="36576"/>
          </a:xfrm>
          <a:prstGeom prst="ellipse">
            <a:avLst/>
          </a:prstGeom>
          <a:solidFill>
            <a:srgbClr val="0F7B8A"/>
          </a:solidFill>
          <a:ln/>
        </p:spPr>
        <p:txBody>
          <a:bodyPr/>
          <a:lstStyle/>
          <a:p>
            <a:endParaRPr lang="en-US"/>
          </a:p>
        </p:txBody>
      </p:sp>
      <p:sp>
        <p:nvSpPr>
          <p:cNvPr id="296" name="Shape 294"/>
          <p:cNvSpPr/>
          <p:nvPr/>
        </p:nvSpPr>
        <p:spPr>
          <a:xfrm>
            <a:off x="8759524" y="2956051"/>
            <a:ext cx="36576" cy="36576"/>
          </a:xfrm>
          <a:prstGeom prst="ellipse">
            <a:avLst/>
          </a:prstGeom>
          <a:solidFill>
            <a:srgbClr val="0F7B8A"/>
          </a:solidFill>
          <a:ln/>
        </p:spPr>
        <p:txBody>
          <a:bodyPr/>
          <a:lstStyle/>
          <a:p>
            <a:endParaRPr lang="en-US"/>
          </a:p>
        </p:txBody>
      </p:sp>
      <p:sp>
        <p:nvSpPr>
          <p:cNvPr id="297" name="Shape 295"/>
          <p:cNvSpPr/>
          <p:nvPr/>
        </p:nvSpPr>
        <p:spPr>
          <a:xfrm>
            <a:off x="8781582" y="2978599"/>
            <a:ext cx="36576" cy="36576"/>
          </a:xfrm>
          <a:prstGeom prst="ellipse">
            <a:avLst/>
          </a:prstGeom>
          <a:solidFill>
            <a:srgbClr val="0F7B8A"/>
          </a:solidFill>
          <a:ln/>
        </p:spPr>
        <p:txBody>
          <a:bodyPr/>
          <a:lstStyle/>
          <a:p>
            <a:endParaRPr lang="en-US"/>
          </a:p>
        </p:txBody>
      </p:sp>
      <p:sp>
        <p:nvSpPr>
          <p:cNvPr id="298" name="Shape 296"/>
          <p:cNvSpPr/>
          <p:nvPr/>
        </p:nvSpPr>
        <p:spPr>
          <a:xfrm>
            <a:off x="8801577" y="2984436"/>
            <a:ext cx="36576" cy="36576"/>
          </a:xfrm>
          <a:prstGeom prst="ellipse">
            <a:avLst/>
          </a:prstGeom>
          <a:solidFill>
            <a:srgbClr val="0F7B8A"/>
          </a:solidFill>
          <a:ln/>
        </p:spPr>
        <p:txBody>
          <a:bodyPr/>
          <a:lstStyle/>
          <a:p>
            <a:endParaRPr lang="en-US"/>
          </a:p>
        </p:txBody>
      </p:sp>
      <p:sp>
        <p:nvSpPr>
          <p:cNvPr id="299" name="Shape 297"/>
          <p:cNvSpPr/>
          <p:nvPr/>
        </p:nvSpPr>
        <p:spPr>
          <a:xfrm>
            <a:off x="8842557" y="2995887"/>
            <a:ext cx="36576" cy="36576"/>
          </a:xfrm>
          <a:prstGeom prst="ellipse">
            <a:avLst/>
          </a:prstGeom>
          <a:solidFill>
            <a:srgbClr val="0F7B8A"/>
          </a:solidFill>
          <a:ln/>
        </p:spPr>
        <p:txBody>
          <a:bodyPr/>
          <a:lstStyle/>
          <a:p>
            <a:endParaRPr lang="en-US"/>
          </a:p>
        </p:txBody>
      </p:sp>
      <p:sp>
        <p:nvSpPr>
          <p:cNvPr id="300" name="Shape 298"/>
          <p:cNvSpPr/>
          <p:nvPr/>
        </p:nvSpPr>
        <p:spPr>
          <a:xfrm>
            <a:off x="8847815" y="3010907"/>
            <a:ext cx="36576" cy="36576"/>
          </a:xfrm>
          <a:prstGeom prst="ellipse">
            <a:avLst/>
          </a:prstGeom>
          <a:solidFill>
            <a:srgbClr val="0F7B8A"/>
          </a:solidFill>
          <a:ln/>
        </p:spPr>
        <p:txBody>
          <a:bodyPr/>
          <a:lstStyle/>
          <a:p>
            <a:endParaRPr lang="en-US"/>
          </a:p>
        </p:txBody>
      </p:sp>
      <p:sp>
        <p:nvSpPr>
          <p:cNvPr id="301" name="Shape 299"/>
          <p:cNvSpPr/>
          <p:nvPr/>
        </p:nvSpPr>
        <p:spPr>
          <a:xfrm>
            <a:off x="8875892" y="3034528"/>
            <a:ext cx="36576" cy="36576"/>
          </a:xfrm>
          <a:prstGeom prst="ellipse">
            <a:avLst/>
          </a:prstGeom>
          <a:solidFill>
            <a:srgbClr val="0F7B8A"/>
          </a:solidFill>
          <a:ln/>
        </p:spPr>
        <p:txBody>
          <a:bodyPr/>
          <a:lstStyle/>
          <a:p>
            <a:endParaRPr lang="en-US"/>
          </a:p>
        </p:txBody>
      </p:sp>
      <p:sp>
        <p:nvSpPr>
          <p:cNvPr id="302" name="Shape 300"/>
          <p:cNvSpPr/>
          <p:nvPr/>
        </p:nvSpPr>
        <p:spPr>
          <a:xfrm>
            <a:off x="8866244" y="3040637"/>
            <a:ext cx="36576" cy="36576"/>
          </a:xfrm>
          <a:prstGeom prst="ellipse">
            <a:avLst/>
          </a:prstGeom>
          <a:solidFill>
            <a:srgbClr val="0F7B8A"/>
          </a:solidFill>
          <a:ln/>
        </p:spPr>
        <p:txBody>
          <a:bodyPr/>
          <a:lstStyle/>
          <a:p>
            <a:endParaRPr lang="en-US"/>
          </a:p>
        </p:txBody>
      </p:sp>
      <p:sp>
        <p:nvSpPr>
          <p:cNvPr id="303" name="Shape 301"/>
          <p:cNvSpPr/>
          <p:nvPr/>
        </p:nvSpPr>
        <p:spPr>
          <a:xfrm>
            <a:off x="8904429" y="3032960"/>
            <a:ext cx="36576" cy="36576"/>
          </a:xfrm>
          <a:prstGeom prst="ellipse">
            <a:avLst/>
          </a:prstGeom>
          <a:solidFill>
            <a:srgbClr val="0F7B8A"/>
          </a:solidFill>
          <a:ln/>
        </p:spPr>
        <p:txBody>
          <a:bodyPr/>
          <a:lstStyle/>
          <a:p>
            <a:endParaRPr lang="en-US"/>
          </a:p>
        </p:txBody>
      </p:sp>
      <p:sp>
        <p:nvSpPr>
          <p:cNvPr id="304" name="Shape 302"/>
          <p:cNvSpPr/>
          <p:nvPr/>
        </p:nvSpPr>
        <p:spPr>
          <a:xfrm>
            <a:off x="8916032" y="3060187"/>
            <a:ext cx="36576" cy="36576"/>
          </a:xfrm>
          <a:prstGeom prst="ellipse">
            <a:avLst/>
          </a:prstGeom>
          <a:solidFill>
            <a:srgbClr val="0F7B8A"/>
          </a:solidFill>
          <a:ln/>
        </p:spPr>
        <p:txBody>
          <a:bodyPr/>
          <a:lstStyle/>
          <a:p>
            <a:endParaRPr lang="en-US"/>
          </a:p>
        </p:txBody>
      </p:sp>
      <p:sp>
        <p:nvSpPr>
          <p:cNvPr id="305" name="Shape 303"/>
          <p:cNvSpPr/>
          <p:nvPr/>
        </p:nvSpPr>
        <p:spPr>
          <a:xfrm>
            <a:off x="8929916" y="3077619"/>
            <a:ext cx="36576" cy="36576"/>
          </a:xfrm>
          <a:prstGeom prst="ellipse">
            <a:avLst/>
          </a:prstGeom>
          <a:solidFill>
            <a:srgbClr val="0F7B8A"/>
          </a:solidFill>
          <a:ln/>
        </p:spPr>
        <p:txBody>
          <a:bodyPr/>
          <a:lstStyle/>
          <a:p>
            <a:endParaRPr lang="en-US"/>
          </a:p>
        </p:txBody>
      </p:sp>
      <p:sp>
        <p:nvSpPr>
          <p:cNvPr id="306" name="Shape 304"/>
          <p:cNvSpPr/>
          <p:nvPr/>
        </p:nvSpPr>
        <p:spPr>
          <a:xfrm>
            <a:off x="8951124" y="3082254"/>
            <a:ext cx="36576" cy="36576"/>
          </a:xfrm>
          <a:prstGeom prst="ellipse">
            <a:avLst/>
          </a:prstGeom>
          <a:solidFill>
            <a:srgbClr val="0F7B8A"/>
          </a:solidFill>
          <a:ln/>
        </p:spPr>
        <p:txBody>
          <a:bodyPr/>
          <a:lstStyle/>
          <a:p>
            <a:endParaRPr lang="en-US"/>
          </a:p>
        </p:txBody>
      </p:sp>
      <p:sp>
        <p:nvSpPr>
          <p:cNvPr id="307" name="Shape 305"/>
          <p:cNvSpPr/>
          <p:nvPr/>
        </p:nvSpPr>
        <p:spPr>
          <a:xfrm>
            <a:off x="8983079" y="3106625"/>
            <a:ext cx="36576" cy="36576"/>
          </a:xfrm>
          <a:prstGeom prst="ellipse">
            <a:avLst/>
          </a:prstGeom>
          <a:solidFill>
            <a:srgbClr val="0F7B8A"/>
          </a:solidFill>
          <a:ln/>
        </p:spPr>
        <p:txBody>
          <a:bodyPr/>
          <a:lstStyle/>
          <a:p>
            <a:endParaRPr lang="en-US"/>
          </a:p>
        </p:txBody>
      </p:sp>
      <p:sp>
        <p:nvSpPr>
          <p:cNvPr id="308" name="Shape 306"/>
          <p:cNvSpPr/>
          <p:nvPr/>
        </p:nvSpPr>
        <p:spPr>
          <a:xfrm>
            <a:off x="8993586" y="3117797"/>
            <a:ext cx="36576" cy="36576"/>
          </a:xfrm>
          <a:prstGeom prst="ellipse">
            <a:avLst/>
          </a:prstGeom>
          <a:solidFill>
            <a:srgbClr val="0F7B8A"/>
          </a:solidFill>
          <a:ln/>
        </p:spPr>
        <p:txBody>
          <a:bodyPr/>
          <a:lstStyle/>
          <a:p>
            <a:endParaRPr lang="en-US"/>
          </a:p>
        </p:txBody>
      </p:sp>
      <p:sp>
        <p:nvSpPr>
          <p:cNvPr id="309" name="Shape 307"/>
          <p:cNvSpPr/>
          <p:nvPr/>
        </p:nvSpPr>
        <p:spPr>
          <a:xfrm>
            <a:off x="9011264" y="3117775"/>
            <a:ext cx="36576" cy="36576"/>
          </a:xfrm>
          <a:prstGeom prst="ellipse">
            <a:avLst/>
          </a:prstGeom>
          <a:solidFill>
            <a:srgbClr val="0F7B8A"/>
          </a:solidFill>
          <a:ln/>
        </p:spPr>
        <p:txBody>
          <a:bodyPr/>
          <a:lstStyle/>
          <a:p>
            <a:endParaRPr lang="en-US"/>
          </a:p>
        </p:txBody>
      </p:sp>
      <p:sp>
        <p:nvSpPr>
          <p:cNvPr id="310" name="Shape 308"/>
          <p:cNvSpPr/>
          <p:nvPr/>
        </p:nvSpPr>
        <p:spPr>
          <a:xfrm>
            <a:off x="9031933" y="3137957"/>
            <a:ext cx="36576" cy="36576"/>
          </a:xfrm>
          <a:prstGeom prst="ellipse">
            <a:avLst/>
          </a:prstGeom>
          <a:solidFill>
            <a:srgbClr val="0F7B8A"/>
          </a:solidFill>
          <a:ln/>
        </p:spPr>
        <p:txBody>
          <a:bodyPr/>
          <a:lstStyle/>
          <a:p>
            <a:endParaRPr lang="en-US"/>
          </a:p>
        </p:txBody>
      </p:sp>
      <p:sp>
        <p:nvSpPr>
          <p:cNvPr id="311" name="Shape 309"/>
          <p:cNvSpPr/>
          <p:nvPr/>
        </p:nvSpPr>
        <p:spPr>
          <a:xfrm>
            <a:off x="9038818" y="3157276"/>
            <a:ext cx="36576" cy="36576"/>
          </a:xfrm>
          <a:prstGeom prst="ellipse">
            <a:avLst/>
          </a:prstGeom>
          <a:solidFill>
            <a:srgbClr val="0F7B8A"/>
          </a:solidFill>
          <a:ln/>
        </p:spPr>
        <p:txBody>
          <a:bodyPr/>
          <a:lstStyle/>
          <a:p>
            <a:endParaRPr lang="en-US"/>
          </a:p>
        </p:txBody>
      </p:sp>
      <p:sp>
        <p:nvSpPr>
          <p:cNvPr id="312" name="Shape 310"/>
          <p:cNvSpPr/>
          <p:nvPr/>
        </p:nvSpPr>
        <p:spPr>
          <a:xfrm>
            <a:off x="9067246" y="3170095"/>
            <a:ext cx="36576" cy="36576"/>
          </a:xfrm>
          <a:prstGeom prst="ellipse">
            <a:avLst/>
          </a:prstGeom>
          <a:solidFill>
            <a:srgbClr val="0F7B8A"/>
          </a:solidFill>
          <a:ln/>
        </p:spPr>
        <p:txBody>
          <a:bodyPr/>
          <a:lstStyle/>
          <a:p>
            <a:endParaRPr lang="en-US"/>
          </a:p>
        </p:txBody>
      </p:sp>
      <p:sp>
        <p:nvSpPr>
          <p:cNvPr id="313" name="Shape 311"/>
          <p:cNvSpPr/>
          <p:nvPr/>
        </p:nvSpPr>
        <p:spPr>
          <a:xfrm>
            <a:off x="9097346" y="3165621"/>
            <a:ext cx="36576" cy="36576"/>
          </a:xfrm>
          <a:prstGeom prst="ellipse">
            <a:avLst/>
          </a:prstGeom>
          <a:solidFill>
            <a:srgbClr val="0F7B8A"/>
          </a:solidFill>
          <a:ln/>
        </p:spPr>
        <p:txBody>
          <a:bodyPr/>
          <a:lstStyle/>
          <a:p>
            <a:endParaRPr lang="en-US"/>
          </a:p>
        </p:txBody>
      </p:sp>
      <p:sp>
        <p:nvSpPr>
          <p:cNvPr id="314" name="Shape 312"/>
          <p:cNvSpPr/>
          <p:nvPr/>
        </p:nvSpPr>
        <p:spPr>
          <a:xfrm>
            <a:off x="9110468" y="3204391"/>
            <a:ext cx="36576" cy="36576"/>
          </a:xfrm>
          <a:prstGeom prst="ellipse">
            <a:avLst/>
          </a:prstGeom>
          <a:solidFill>
            <a:srgbClr val="0F7B8A"/>
          </a:solidFill>
          <a:ln/>
        </p:spPr>
        <p:txBody>
          <a:bodyPr/>
          <a:lstStyle/>
          <a:p>
            <a:endParaRPr lang="en-US"/>
          </a:p>
        </p:txBody>
      </p:sp>
      <p:sp>
        <p:nvSpPr>
          <p:cNvPr id="315" name="Shape 313"/>
          <p:cNvSpPr/>
          <p:nvPr/>
        </p:nvSpPr>
        <p:spPr>
          <a:xfrm>
            <a:off x="9116153" y="3193691"/>
            <a:ext cx="36576" cy="36576"/>
          </a:xfrm>
          <a:prstGeom prst="ellipse">
            <a:avLst/>
          </a:prstGeom>
          <a:solidFill>
            <a:srgbClr val="0F7B8A"/>
          </a:solidFill>
          <a:ln/>
        </p:spPr>
        <p:txBody>
          <a:bodyPr/>
          <a:lstStyle/>
          <a:p>
            <a:endParaRPr lang="en-US"/>
          </a:p>
        </p:txBody>
      </p:sp>
      <p:sp>
        <p:nvSpPr>
          <p:cNvPr id="316" name="Shape 314"/>
          <p:cNvSpPr/>
          <p:nvPr/>
        </p:nvSpPr>
        <p:spPr>
          <a:xfrm>
            <a:off x="9147608" y="3218481"/>
            <a:ext cx="36576" cy="36576"/>
          </a:xfrm>
          <a:prstGeom prst="ellipse">
            <a:avLst/>
          </a:prstGeom>
          <a:solidFill>
            <a:srgbClr val="0F7B8A"/>
          </a:solidFill>
          <a:ln/>
        </p:spPr>
        <p:txBody>
          <a:bodyPr/>
          <a:lstStyle/>
          <a:p>
            <a:endParaRPr lang="en-US"/>
          </a:p>
        </p:txBody>
      </p:sp>
      <p:sp>
        <p:nvSpPr>
          <p:cNvPr id="317" name="Shape 315"/>
          <p:cNvSpPr/>
          <p:nvPr/>
        </p:nvSpPr>
        <p:spPr>
          <a:xfrm>
            <a:off x="9168679" y="3234281"/>
            <a:ext cx="36576" cy="36576"/>
          </a:xfrm>
          <a:prstGeom prst="ellipse">
            <a:avLst/>
          </a:prstGeom>
          <a:solidFill>
            <a:srgbClr val="0F7B8A"/>
          </a:solidFill>
          <a:ln/>
        </p:spPr>
        <p:txBody>
          <a:bodyPr/>
          <a:lstStyle/>
          <a:p>
            <a:endParaRPr lang="en-US"/>
          </a:p>
        </p:txBody>
      </p:sp>
      <p:sp>
        <p:nvSpPr>
          <p:cNvPr id="318" name="Shape 316"/>
          <p:cNvSpPr/>
          <p:nvPr/>
        </p:nvSpPr>
        <p:spPr>
          <a:xfrm>
            <a:off x="9192019" y="3259263"/>
            <a:ext cx="36576" cy="36576"/>
          </a:xfrm>
          <a:prstGeom prst="ellipse">
            <a:avLst/>
          </a:prstGeom>
          <a:solidFill>
            <a:srgbClr val="0F7B8A"/>
          </a:solidFill>
          <a:ln/>
        </p:spPr>
        <p:txBody>
          <a:bodyPr/>
          <a:lstStyle/>
          <a:p>
            <a:endParaRPr lang="en-US"/>
          </a:p>
        </p:txBody>
      </p:sp>
      <p:sp>
        <p:nvSpPr>
          <p:cNvPr id="319" name="Shape 317"/>
          <p:cNvSpPr/>
          <p:nvPr/>
        </p:nvSpPr>
        <p:spPr>
          <a:xfrm>
            <a:off x="9206440" y="3266400"/>
            <a:ext cx="36576" cy="36576"/>
          </a:xfrm>
          <a:prstGeom prst="ellipse">
            <a:avLst/>
          </a:prstGeom>
          <a:solidFill>
            <a:srgbClr val="0F7B8A"/>
          </a:solidFill>
          <a:ln/>
        </p:spPr>
        <p:txBody>
          <a:bodyPr/>
          <a:lstStyle/>
          <a:p>
            <a:endParaRPr lang="en-US"/>
          </a:p>
        </p:txBody>
      </p:sp>
      <p:sp>
        <p:nvSpPr>
          <p:cNvPr id="320" name="Shape 318"/>
          <p:cNvSpPr/>
          <p:nvPr/>
        </p:nvSpPr>
        <p:spPr>
          <a:xfrm>
            <a:off x="9226562" y="3268756"/>
            <a:ext cx="36576" cy="36576"/>
          </a:xfrm>
          <a:prstGeom prst="ellipse">
            <a:avLst/>
          </a:prstGeom>
          <a:solidFill>
            <a:srgbClr val="0F7B8A"/>
          </a:solidFill>
          <a:ln/>
        </p:spPr>
        <p:txBody>
          <a:bodyPr/>
          <a:lstStyle/>
          <a:p>
            <a:endParaRPr lang="en-US"/>
          </a:p>
        </p:txBody>
      </p:sp>
      <p:sp>
        <p:nvSpPr>
          <p:cNvPr id="321" name="Shape 319"/>
          <p:cNvSpPr/>
          <p:nvPr/>
        </p:nvSpPr>
        <p:spPr>
          <a:xfrm>
            <a:off x="9217682" y="3288411"/>
            <a:ext cx="36576" cy="36576"/>
          </a:xfrm>
          <a:prstGeom prst="ellipse">
            <a:avLst/>
          </a:prstGeom>
          <a:solidFill>
            <a:srgbClr val="0F7B8A"/>
          </a:solidFill>
          <a:ln/>
        </p:spPr>
        <p:txBody>
          <a:bodyPr/>
          <a:lstStyle/>
          <a:p>
            <a:endParaRPr lang="en-US"/>
          </a:p>
        </p:txBody>
      </p:sp>
      <p:sp>
        <p:nvSpPr>
          <p:cNvPr id="322" name="Shape 320"/>
          <p:cNvSpPr/>
          <p:nvPr/>
        </p:nvSpPr>
        <p:spPr>
          <a:xfrm>
            <a:off x="9239486" y="3281930"/>
            <a:ext cx="36576" cy="36576"/>
          </a:xfrm>
          <a:prstGeom prst="ellipse">
            <a:avLst/>
          </a:prstGeom>
          <a:solidFill>
            <a:srgbClr val="0F7B8A"/>
          </a:solidFill>
          <a:ln/>
        </p:spPr>
        <p:txBody>
          <a:bodyPr/>
          <a:lstStyle/>
          <a:p>
            <a:endParaRPr lang="en-US"/>
          </a:p>
        </p:txBody>
      </p:sp>
      <p:sp>
        <p:nvSpPr>
          <p:cNvPr id="323" name="Shape 321"/>
          <p:cNvSpPr/>
          <p:nvPr/>
        </p:nvSpPr>
        <p:spPr>
          <a:xfrm>
            <a:off x="9254659" y="3296335"/>
            <a:ext cx="36576" cy="36576"/>
          </a:xfrm>
          <a:prstGeom prst="ellipse">
            <a:avLst/>
          </a:prstGeom>
          <a:solidFill>
            <a:srgbClr val="0F7B8A"/>
          </a:solidFill>
          <a:ln/>
        </p:spPr>
        <p:txBody>
          <a:bodyPr/>
          <a:lstStyle/>
          <a:p>
            <a:endParaRPr lang="en-US"/>
          </a:p>
        </p:txBody>
      </p:sp>
      <p:sp>
        <p:nvSpPr>
          <p:cNvPr id="324" name="Shape 322"/>
          <p:cNvSpPr/>
          <p:nvPr/>
        </p:nvSpPr>
        <p:spPr>
          <a:xfrm>
            <a:off x="9285754" y="3321501"/>
            <a:ext cx="36576" cy="36576"/>
          </a:xfrm>
          <a:prstGeom prst="ellipse">
            <a:avLst/>
          </a:prstGeom>
          <a:solidFill>
            <a:srgbClr val="0F7B8A"/>
          </a:solidFill>
          <a:ln/>
        </p:spPr>
        <p:txBody>
          <a:bodyPr/>
          <a:lstStyle/>
          <a:p>
            <a:endParaRPr lang="en-US"/>
          </a:p>
        </p:txBody>
      </p:sp>
      <p:sp>
        <p:nvSpPr>
          <p:cNvPr id="325" name="Shape 323"/>
          <p:cNvSpPr/>
          <p:nvPr/>
        </p:nvSpPr>
        <p:spPr>
          <a:xfrm>
            <a:off x="9314241" y="3323895"/>
            <a:ext cx="36576" cy="36576"/>
          </a:xfrm>
          <a:prstGeom prst="ellipse">
            <a:avLst/>
          </a:prstGeom>
          <a:solidFill>
            <a:srgbClr val="0F7B8A"/>
          </a:solidFill>
          <a:ln/>
        </p:spPr>
        <p:txBody>
          <a:bodyPr/>
          <a:lstStyle/>
          <a:p>
            <a:endParaRPr lang="en-US"/>
          </a:p>
        </p:txBody>
      </p:sp>
      <p:sp>
        <p:nvSpPr>
          <p:cNvPr id="326" name="Shape 324"/>
          <p:cNvSpPr/>
          <p:nvPr/>
        </p:nvSpPr>
        <p:spPr>
          <a:xfrm>
            <a:off x="11229470" y="2820250"/>
            <a:ext cx="36576" cy="36576"/>
          </a:xfrm>
          <a:prstGeom prst="ellipse">
            <a:avLst/>
          </a:prstGeom>
          <a:solidFill>
            <a:srgbClr val="0F7B8A"/>
          </a:solidFill>
          <a:ln/>
        </p:spPr>
        <p:txBody>
          <a:bodyPr/>
          <a:lstStyle/>
          <a:p>
            <a:endParaRPr lang="en-US"/>
          </a:p>
        </p:txBody>
      </p:sp>
      <p:sp>
        <p:nvSpPr>
          <p:cNvPr id="327" name="Shape 325"/>
          <p:cNvSpPr/>
          <p:nvPr/>
        </p:nvSpPr>
        <p:spPr>
          <a:xfrm>
            <a:off x="11218265" y="2885147"/>
            <a:ext cx="36576" cy="36576"/>
          </a:xfrm>
          <a:prstGeom prst="ellipse">
            <a:avLst/>
          </a:prstGeom>
          <a:solidFill>
            <a:srgbClr val="0F7B8A"/>
          </a:solidFill>
          <a:ln/>
        </p:spPr>
        <p:txBody>
          <a:bodyPr/>
          <a:lstStyle/>
          <a:p>
            <a:endParaRPr lang="en-US"/>
          </a:p>
        </p:txBody>
      </p:sp>
      <p:sp>
        <p:nvSpPr>
          <p:cNvPr id="328" name="Shape 326"/>
          <p:cNvSpPr/>
          <p:nvPr/>
        </p:nvSpPr>
        <p:spPr>
          <a:xfrm>
            <a:off x="11241260" y="2942657"/>
            <a:ext cx="36576" cy="36576"/>
          </a:xfrm>
          <a:prstGeom prst="ellipse">
            <a:avLst/>
          </a:prstGeom>
          <a:solidFill>
            <a:srgbClr val="0F7B8A"/>
          </a:solidFill>
          <a:ln/>
        </p:spPr>
        <p:txBody>
          <a:bodyPr/>
          <a:lstStyle/>
          <a:p>
            <a:endParaRPr lang="en-US"/>
          </a:p>
        </p:txBody>
      </p:sp>
      <p:sp>
        <p:nvSpPr>
          <p:cNvPr id="329" name="Shape 327"/>
          <p:cNvSpPr/>
          <p:nvPr/>
        </p:nvSpPr>
        <p:spPr>
          <a:xfrm>
            <a:off x="11223094" y="3014813"/>
            <a:ext cx="36576" cy="36576"/>
          </a:xfrm>
          <a:prstGeom prst="ellipse">
            <a:avLst/>
          </a:prstGeom>
          <a:solidFill>
            <a:srgbClr val="0F7B8A"/>
          </a:solidFill>
          <a:ln/>
        </p:spPr>
        <p:txBody>
          <a:bodyPr/>
          <a:lstStyle/>
          <a:p>
            <a:endParaRPr lang="en-US"/>
          </a:p>
        </p:txBody>
      </p:sp>
      <p:sp>
        <p:nvSpPr>
          <p:cNvPr id="330" name="Shape 328"/>
          <p:cNvSpPr/>
          <p:nvPr/>
        </p:nvSpPr>
        <p:spPr>
          <a:xfrm>
            <a:off x="11236319" y="3061597"/>
            <a:ext cx="36576" cy="36576"/>
          </a:xfrm>
          <a:prstGeom prst="ellipse">
            <a:avLst/>
          </a:prstGeom>
          <a:solidFill>
            <a:srgbClr val="0F7B8A"/>
          </a:solidFill>
          <a:ln/>
        </p:spPr>
        <p:txBody>
          <a:bodyPr/>
          <a:lstStyle/>
          <a:p>
            <a:endParaRPr lang="en-US"/>
          </a:p>
        </p:txBody>
      </p:sp>
      <p:sp>
        <p:nvSpPr>
          <p:cNvPr id="331" name="Shape 329"/>
          <p:cNvSpPr/>
          <p:nvPr/>
        </p:nvSpPr>
        <p:spPr>
          <a:xfrm>
            <a:off x="11236346" y="3112350"/>
            <a:ext cx="36576" cy="36576"/>
          </a:xfrm>
          <a:prstGeom prst="ellipse">
            <a:avLst/>
          </a:prstGeom>
          <a:solidFill>
            <a:srgbClr val="0F7B8A"/>
          </a:solidFill>
          <a:ln/>
        </p:spPr>
        <p:txBody>
          <a:bodyPr/>
          <a:lstStyle/>
          <a:p>
            <a:endParaRPr lang="en-US"/>
          </a:p>
        </p:txBody>
      </p:sp>
      <p:sp>
        <p:nvSpPr>
          <p:cNvPr id="332" name="Shape 330"/>
          <p:cNvSpPr/>
          <p:nvPr/>
        </p:nvSpPr>
        <p:spPr>
          <a:xfrm>
            <a:off x="11223616" y="3157636"/>
            <a:ext cx="36576" cy="36576"/>
          </a:xfrm>
          <a:prstGeom prst="ellipse">
            <a:avLst/>
          </a:prstGeom>
          <a:solidFill>
            <a:srgbClr val="0F7B8A"/>
          </a:solidFill>
          <a:ln/>
        </p:spPr>
        <p:txBody>
          <a:bodyPr/>
          <a:lstStyle/>
          <a:p>
            <a:endParaRPr lang="en-US"/>
          </a:p>
        </p:txBody>
      </p:sp>
      <p:sp>
        <p:nvSpPr>
          <p:cNvPr id="333" name="Shape 331"/>
          <p:cNvSpPr/>
          <p:nvPr/>
        </p:nvSpPr>
        <p:spPr>
          <a:xfrm>
            <a:off x="11236593" y="3199586"/>
            <a:ext cx="36576" cy="36576"/>
          </a:xfrm>
          <a:prstGeom prst="ellipse">
            <a:avLst/>
          </a:prstGeom>
          <a:solidFill>
            <a:srgbClr val="0F7B8A"/>
          </a:solidFill>
          <a:ln/>
        </p:spPr>
        <p:txBody>
          <a:bodyPr/>
          <a:lstStyle/>
          <a:p>
            <a:endParaRPr lang="en-US"/>
          </a:p>
        </p:txBody>
      </p:sp>
      <p:sp>
        <p:nvSpPr>
          <p:cNvPr id="334" name="Shape 332"/>
          <p:cNvSpPr/>
          <p:nvPr/>
        </p:nvSpPr>
        <p:spPr>
          <a:xfrm>
            <a:off x="11219200" y="3284958"/>
            <a:ext cx="36576" cy="36576"/>
          </a:xfrm>
          <a:prstGeom prst="ellipse">
            <a:avLst/>
          </a:prstGeom>
          <a:solidFill>
            <a:srgbClr val="0F7B8A"/>
          </a:solidFill>
          <a:ln/>
        </p:spPr>
        <p:txBody>
          <a:bodyPr/>
          <a:lstStyle/>
          <a:p>
            <a:endParaRPr lang="en-US"/>
          </a:p>
        </p:txBody>
      </p:sp>
      <p:sp>
        <p:nvSpPr>
          <p:cNvPr id="335" name="Shape 333"/>
          <p:cNvSpPr/>
          <p:nvPr/>
        </p:nvSpPr>
        <p:spPr>
          <a:xfrm>
            <a:off x="11234533" y="3334633"/>
            <a:ext cx="36576" cy="36576"/>
          </a:xfrm>
          <a:prstGeom prst="ellipse">
            <a:avLst/>
          </a:prstGeom>
          <a:solidFill>
            <a:srgbClr val="0F7B8A"/>
          </a:solidFill>
          <a:ln/>
        </p:spPr>
        <p:txBody>
          <a:bodyPr/>
          <a:lstStyle/>
          <a:p>
            <a:endParaRPr lang="en-US"/>
          </a:p>
        </p:txBody>
      </p:sp>
      <p:sp>
        <p:nvSpPr>
          <p:cNvPr id="336" name="Shape 334"/>
          <p:cNvSpPr/>
          <p:nvPr/>
        </p:nvSpPr>
        <p:spPr>
          <a:xfrm>
            <a:off x="11218786" y="3357236"/>
            <a:ext cx="36576" cy="36576"/>
          </a:xfrm>
          <a:prstGeom prst="ellipse">
            <a:avLst/>
          </a:prstGeom>
          <a:solidFill>
            <a:srgbClr val="0F7B8A"/>
          </a:solidFill>
          <a:ln/>
        </p:spPr>
        <p:txBody>
          <a:bodyPr/>
          <a:lstStyle/>
          <a:p>
            <a:endParaRPr lang="en-US"/>
          </a:p>
        </p:txBody>
      </p:sp>
      <p:sp>
        <p:nvSpPr>
          <p:cNvPr id="337" name="Shape 335"/>
          <p:cNvSpPr/>
          <p:nvPr/>
        </p:nvSpPr>
        <p:spPr>
          <a:xfrm>
            <a:off x="11227942" y="3396690"/>
            <a:ext cx="36576" cy="36576"/>
          </a:xfrm>
          <a:prstGeom prst="ellipse">
            <a:avLst/>
          </a:prstGeom>
          <a:solidFill>
            <a:srgbClr val="0F7B8A"/>
          </a:solidFill>
          <a:ln/>
        </p:spPr>
        <p:txBody>
          <a:bodyPr/>
          <a:lstStyle/>
          <a:p>
            <a:endParaRPr lang="en-US"/>
          </a:p>
        </p:txBody>
      </p:sp>
      <p:sp>
        <p:nvSpPr>
          <p:cNvPr id="338" name="Shape 336"/>
          <p:cNvSpPr/>
          <p:nvPr/>
        </p:nvSpPr>
        <p:spPr>
          <a:xfrm>
            <a:off x="11216235" y="3469008"/>
            <a:ext cx="36576" cy="36576"/>
          </a:xfrm>
          <a:prstGeom prst="ellipse">
            <a:avLst/>
          </a:prstGeom>
          <a:solidFill>
            <a:srgbClr val="0F7B8A"/>
          </a:solidFill>
          <a:ln/>
        </p:spPr>
        <p:txBody>
          <a:bodyPr/>
          <a:lstStyle/>
          <a:p>
            <a:endParaRPr lang="en-US"/>
          </a:p>
        </p:txBody>
      </p:sp>
      <p:sp>
        <p:nvSpPr>
          <p:cNvPr id="339" name="Shape 337"/>
          <p:cNvSpPr/>
          <p:nvPr/>
        </p:nvSpPr>
        <p:spPr>
          <a:xfrm>
            <a:off x="11228885" y="3541063"/>
            <a:ext cx="36576" cy="36576"/>
          </a:xfrm>
          <a:prstGeom prst="ellipse">
            <a:avLst/>
          </a:prstGeom>
          <a:solidFill>
            <a:srgbClr val="0F7B8A"/>
          </a:solidFill>
          <a:ln/>
        </p:spPr>
        <p:txBody>
          <a:bodyPr/>
          <a:lstStyle/>
          <a:p>
            <a:endParaRPr lang="en-US"/>
          </a:p>
        </p:txBody>
      </p:sp>
      <p:sp>
        <p:nvSpPr>
          <p:cNvPr id="340" name="Shape 338"/>
          <p:cNvSpPr/>
          <p:nvPr/>
        </p:nvSpPr>
        <p:spPr>
          <a:xfrm>
            <a:off x="11237780" y="3565647"/>
            <a:ext cx="36576" cy="36576"/>
          </a:xfrm>
          <a:prstGeom prst="ellipse">
            <a:avLst/>
          </a:prstGeom>
          <a:solidFill>
            <a:srgbClr val="0F7B8A"/>
          </a:solidFill>
          <a:ln/>
        </p:spPr>
        <p:txBody>
          <a:bodyPr/>
          <a:lstStyle/>
          <a:p>
            <a:endParaRPr lang="en-US"/>
          </a:p>
        </p:txBody>
      </p:sp>
      <p:sp>
        <p:nvSpPr>
          <p:cNvPr id="341" name="Shape 339"/>
          <p:cNvSpPr/>
          <p:nvPr/>
        </p:nvSpPr>
        <p:spPr>
          <a:xfrm>
            <a:off x="11230413" y="3634362"/>
            <a:ext cx="36576" cy="36576"/>
          </a:xfrm>
          <a:prstGeom prst="ellipse">
            <a:avLst/>
          </a:prstGeom>
          <a:solidFill>
            <a:srgbClr val="0F7B8A"/>
          </a:solidFill>
          <a:ln/>
        </p:spPr>
        <p:txBody>
          <a:bodyPr/>
          <a:lstStyle/>
          <a:p>
            <a:endParaRPr lang="en-US"/>
          </a:p>
        </p:txBody>
      </p:sp>
      <p:sp>
        <p:nvSpPr>
          <p:cNvPr id="342" name="Shape 340"/>
          <p:cNvSpPr/>
          <p:nvPr/>
        </p:nvSpPr>
        <p:spPr>
          <a:xfrm>
            <a:off x="11238595" y="3653572"/>
            <a:ext cx="36576" cy="36576"/>
          </a:xfrm>
          <a:prstGeom prst="ellipse">
            <a:avLst/>
          </a:prstGeom>
          <a:solidFill>
            <a:srgbClr val="0F7B8A"/>
          </a:solidFill>
          <a:ln/>
        </p:spPr>
        <p:txBody>
          <a:bodyPr/>
          <a:lstStyle/>
          <a:p>
            <a:endParaRPr lang="en-US"/>
          </a:p>
        </p:txBody>
      </p:sp>
      <p:sp>
        <p:nvSpPr>
          <p:cNvPr id="343" name="Shape 341"/>
          <p:cNvSpPr/>
          <p:nvPr/>
        </p:nvSpPr>
        <p:spPr>
          <a:xfrm>
            <a:off x="11221524" y="3734013"/>
            <a:ext cx="36576" cy="36576"/>
          </a:xfrm>
          <a:prstGeom prst="ellipse">
            <a:avLst/>
          </a:prstGeom>
          <a:solidFill>
            <a:srgbClr val="0F7B8A"/>
          </a:solidFill>
          <a:ln/>
        </p:spPr>
        <p:txBody>
          <a:bodyPr/>
          <a:lstStyle/>
          <a:p>
            <a:endParaRPr lang="en-US"/>
          </a:p>
        </p:txBody>
      </p:sp>
      <p:sp>
        <p:nvSpPr>
          <p:cNvPr id="344" name="Shape 342"/>
          <p:cNvSpPr/>
          <p:nvPr/>
        </p:nvSpPr>
        <p:spPr>
          <a:xfrm>
            <a:off x="11240758" y="3800059"/>
            <a:ext cx="36576" cy="36576"/>
          </a:xfrm>
          <a:prstGeom prst="ellipse">
            <a:avLst/>
          </a:prstGeom>
          <a:solidFill>
            <a:srgbClr val="0F7B8A"/>
          </a:solidFill>
          <a:ln/>
        </p:spPr>
        <p:txBody>
          <a:bodyPr/>
          <a:lstStyle/>
          <a:p>
            <a:endParaRPr lang="en-US"/>
          </a:p>
        </p:txBody>
      </p:sp>
      <p:sp>
        <p:nvSpPr>
          <p:cNvPr id="345" name="Shape 343"/>
          <p:cNvSpPr/>
          <p:nvPr/>
        </p:nvSpPr>
        <p:spPr>
          <a:xfrm>
            <a:off x="11224216" y="3844526"/>
            <a:ext cx="36576" cy="36576"/>
          </a:xfrm>
          <a:prstGeom prst="ellipse">
            <a:avLst/>
          </a:prstGeom>
          <a:solidFill>
            <a:srgbClr val="0F7B8A"/>
          </a:solidFill>
          <a:ln/>
        </p:spPr>
        <p:txBody>
          <a:bodyPr/>
          <a:lstStyle/>
          <a:p>
            <a:endParaRPr lang="en-US"/>
          </a:p>
        </p:txBody>
      </p:sp>
      <p:sp>
        <p:nvSpPr>
          <p:cNvPr id="346" name="Shape 344"/>
          <p:cNvSpPr/>
          <p:nvPr/>
        </p:nvSpPr>
        <p:spPr>
          <a:xfrm>
            <a:off x="11234953" y="3894757"/>
            <a:ext cx="36576" cy="36576"/>
          </a:xfrm>
          <a:prstGeom prst="ellipse">
            <a:avLst/>
          </a:prstGeom>
          <a:solidFill>
            <a:srgbClr val="0F7B8A"/>
          </a:solidFill>
          <a:ln/>
        </p:spPr>
        <p:txBody>
          <a:bodyPr/>
          <a:lstStyle/>
          <a:p>
            <a:endParaRPr lang="en-US"/>
          </a:p>
        </p:txBody>
      </p:sp>
      <p:sp>
        <p:nvSpPr>
          <p:cNvPr id="347" name="Shape 345"/>
          <p:cNvSpPr/>
          <p:nvPr/>
        </p:nvSpPr>
        <p:spPr>
          <a:xfrm>
            <a:off x="11232320" y="3924426"/>
            <a:ext cx="36576" cy="36576"/>
          </a:xfrm>
          <a:prstGeom prst="ellipse">
            <a:avLst/>
          </a:prstGeom>
          <a:solidFill>
            <a:srgbClr val="0F7B8A"/>
          </a:solidFill>
          <a:ln/>
        </p:spPr>
        <p:txBody>
          <a:bodyPr/>
          <a:lstStyle/>
          <a:p>
            <a:endParaRPr lang="en-US"/>
          </a:p>
        </p:txBody>
      </p:sp>
      <p:sp>
        <p:nvSpPr>
          <p:cNvPr id="348" name="Shape 346"/>
          <p:cNvSpPr/>
          <p:nvPr/>
        </p:nvSpPr>
        <p:spPr>
          <a:xfrm>
            <a:off x="11220023" y="3969299"/>
            <a:ext cx="36576" cy="36576"/>
          </a:xfrm>
          <a:prstGeom prst="ellipse">
            <a:avLst/>
          </a:prstGeom>
          <a:solidFill>
            <a:srgbClr val="0F7B8A"/>
          </a:solidFill>
          <a:ln/>
        </p:spPr>
        <p:txBody>
          <a:bodyPr/>
          <a:lstStyle/>
          <a:p>
            <a:endParaRPr lang="en-US"/>
          </a:p>
        </p:txBody>
      </p:sp>
      <p:sp>
        <p:nvSpPr>
          <p:cNvPr id="349" name="Shape 347"/>
          <p:cNvSpPr/>
          <p:nvPr/>
        </p:nvSpPr>
        <p:spPr>
          <a:xfrm>
            <a:off x="11238180" y="4039826"/>
            <a:ext cx="36576" cy="36576"/>
          </a:xfrm>
          <a:prstGeom prst="ellipse">
            <a:avLst/>
          </a:prstGeom>
          <a:solidFill>
            <a:srgbClr val="0F7B8A"/>
          </a:solidFill>
          <a:ln/>
        </p:spPr>
        <p:txBody>
          <a:bodyPr/>
          <a:lstStyle/>
          <a:p>
            <a:endParaRPr lang="en-US"/>
          </a:p>
        </p:txBody>
      </p:sp>
      <p:sp>
        <p:nvSpPr>
          <p:cNvPr id="350" name="Shape 348"/>
          <p:cNvSpPr/>
          <p:nvPr/>
        </p:nvSpPr>
        <p:spPr>
          <a:xfrm>
            <a:off x="11229954" y="4092106"/>
            <a:ext cx="36576" cy="36576"/>
          </a:xfrm>
          <a:prstGeom prst="ellipse">
            <a:avLst/>
          </a:prstGeom>
          <a:solidFill>
            <a:srgbClr val="0F7B8A"/>
          </a:solidFill>
          <a:ln/>
        </p:spPr>
        <p:txBody>
          <a:bodyPr/>
          <a:lstStyle/>
          <a:p>
            <a:endParaRPr lang="en-US"/>
          </a:p>
        </p:txBody>
      </p:sp>
      <p:sp>
        <p:nvSpPr>
          <p:cNvPr id="351" name="Shape 349"/>
          <p:cNvSpPr/>
          <p:nvPr/>
        </p:nvSpPr>
        <p:spPr>
          <a:xfrm>
            <a:off x="11241636" y="4120889"/>
            <a:ext cx="36576" cy="36576"/>
          </a:xfrm>
          <a:prstGeom prst="ellipse">
            <a:avLst/>
          </a:prstGeom>
          <a:solidFill>
            <a:srgbClr val="0F7B8A"/>
          </a:solidFill>
          <a:ln/>
        </p:spPr>
        <p:txBody>
          <a:bodyPr/>
          <a:lstStyle/>
          <a:p>
            <a:endParaRPr lang="en-US"/>
          </a:p>
        </p:txBody>
      </p:sp>
      <p:sp>
        <p:nvSpPr>
          <p:cNvPr id="352" name="Shape 350"/>
          <p:cNvSpPr/>
          <p:nvPr/>
        </p:nvSpPr>
        <p:spPr>
          <a:xfrm>
            <a:off x="11218896" y="4185485"/>
            <a:ext cx="36576" cy="36576"/>
          </a:xfrm>
          <a:prstGeom prst="ellipse">
            <a:avLst/>
          </a:prstGeom>
          <a:solidFill>
            <a:srgbClr val="0F7B8A"/>
          </a:solidFill>
          <a:ln/>
        </p:spPr>
        <p:txBody>
          <a:bodyPr/>
          <a:lstStyle/>
          <a:p>
            <a:endParaRPr lang="en-US"/>
          </a:p>
        </p:txBody>
      </p:sp>
      <p:sp>
        <p:nvSpPr>
          <p:cNvPr id="353" name="Shape 351"/>
          <p:cNvSpPr/>
          <p:nvPr/>
        </p:nvSpPr>
        <p:spPr>
          <a:xfrm>
            <a:off x="11236420" y="4288750"/>
            <a:ext cx="36576" cy="36576"/>
          </a:xfrm>
          <a:prstGeom prst="ellipse">
            <a:avLst/>
          </a:prstGeom>
          <a:solidFill>
            <a:srgbClr val="0F7B8A"/>
          </a:solidFill>
          <a:ln/>
        </p:spPr>
        <p:txBody>
          <a:bodyPr/>
          <a:lstStyle/>
          <a:p>
            <a:endParaRPr lang="en-US"/>
          </a:p>
        </p:txBody>
      </p:sp>
      <p:sp>
        <p:nvSpPr>
          <p:cNvPr id="354" name="Shape 352"/>
          <p:cNvSpPr/>
          <p:nvPr/>
        </p:nvSpPr>
        <p:spPr>
          <a:xfrm>
            <a:off x="11223009" y="4289582"/>
            <a:ext cx="36576" cy="36576"/>
          </a:xfrm>
          <a:prstGeom prst="ellipse">
            <a:avLst/>
          </a:prstGeom>
          <a:solidFill>
            <a:srgbClr val="0F7B8A"/>
          </a:solidFill>
          <a:ln/>
        </p:spPr>
        <p:txBody>
          <a:bodyPr/>
          <a:lstStyle/>
          <a:p>
            <a:endParaRPr lang="en-US"/>
          </a:p>
        </p:txBody>
      </p:sp>
      <p:sp>
        <p:nvSpPr>
          <p:cNvPr id="355" name="Shape 353"/>
          <p:cNvSpPr/>
          <p:nvPr/>
        </p:nvSpPr>
        <p:spPr>
          <a:xfrm>
            <a:off x="11223240" y="4371963"/>
            <a:ext cx="36576" cy="36576"/>
          </a:xfrm>
          <a:prstGeom prst="ellipse">
            <a:avLst/>
          </a:prstGeom>
          <a:solidFill>
            <a:srgbClr val="0F7B8A"/>
          </a:solidFill>
          <a:ln/>
        </p:spPr>
        <p:txBody>
          <a:bodyPr/>
          <a:lstStyle/>
          <a:p>
            <a:endParaRPr lang="en-US"/>
          </a:p>
        </p:txBody>
      </p:sp>
      <p:sp>
        <p:nvSpPr>
          <p:cNvPr id="356" name="Shape 354"/>
          <p:cNvSpPr/>
          <p:nvPr/>
        </p:nvSpPr>
        <p:spPr>
          <a:xfrm>
            <a:off x="11226299" y="4403589"/>
            <a:ext cx="36576" cy="36576"/>
          </a:xfrm>
          <a:prstGeom prst="ellipse">
            <a:avLst/>
          </a:prstGeom>
          <a:solidFill>
            <a:srgbClr val="0F7B8A"/>
          </a:solidFill>
          <a:ln/>
        </p:spPr>
        <p:txBody>
          <a:bodyPr/>
          <a:lstStyle/>
          <a:p>
            <a:endParaRPr lang="en-US"/>
          </a:p>
        </p:txBody>
      </p:sp>
      <p:sp>
        <p:nvSpPr>
          <p:cNvPr id="357" name="Shape 355"/>
          <p:cNvSpPr/>
          <p:nvPr/>
        </p:nvSpPr>
        <p:spPr>
          <a:xfrm>
            <a:off x="11228623" y="4462262"/>
            <a:ext cx="36576" cy="36576"/>
          </a:xfrm>
          <a:prstGeom prst="ellipse">
            <a:avLst/>
          </a:prstGeom>
          <a:solidFill>
            <a:srgbClr val="0F7B8A"/>
          </a:solidFill>
          <a:ln/>
        </p:spPr>
        <p:txBody>
          <a:bodyPr/>
          <a:lstStyle/>
          <a:p>
            <a:endParaRPr lang="en-US"/>
          </a:p>
        </p:txBody>
      </p:sp>
      <p:sp>
        <p:nvSpPr>
          <p:cNvPr id="358" name="Shape 356"/>
          <p:cNvSpPr/>
          <p:nvPr/>
        </p:nvSpPr>
        <p:spPr>
          <a:xfrm>
            <a:off x="11216913" y="4512369"/>
            <a:ext cx="36576" cy="36576"/>
          </a:xfrm>
          <a:prstGeom prst="ellipse">
            <a:avLst/>
          </a:prstGeom>
          <a:solidFill>
            <a:srgbClr val="0F7B8A"/>
          </a:solidFill>
          <a:ln/>
        </p:spPr>
        <p:txBody>
          <a:bodyPr/>
          <a:lstStyle/>
          <a:p>
            <a:endParaRPr lang="en-US"/>
          </a:p>
        </p:txBody>
      </p:sp>
      <p:sp>
        <p:nvSpPr>
          <p:cNvPr id="359" name="Shape 357"/>
          <p:cNvSpPr/>
          <p:nvPr/>
        </p:nvSpPr>
        <p:spPr>
          <a:xfrm>
            <a:off x="11227644" y="4594207"/>
            <a:ext cx="36576" cy="36576"/>
          </a:xfrm>
          <a:prstGeom prst="ellipse">
            <a:avLst/>
          </a:prstGeom>
          <a:solidFill>
            <a:srgbClr val="0F7B8A"/>
          </a:solidFill>
          <a:ln/>
        </p:spPr>
        <p:txBody>
          <a:bodyPr/>
          <a:lstStyle/>
          <a:p>
            <a:endParaRPr lang="en-US"/>
          </a:p>
        </p:txBody>
      </p:sp>
      <p:sp>
        <p:nvSpPr>
          <p:cNvPr id="360" name="Shape 358"/>
          <p:cNvSpPr/>
          <p:nvPr/>
        </p:nvSpPr>
        <p:spPr>
          <a:xfrm>
            <a:off x="11232168" y="4628536"/>
            <a:ext cx="36576" cy="36576"/>
          </a:xfrm>
          <a:prstGeom prst="ellipse">
            <a:avLst/>
          </a:prstGeom>
          <a:solidFill>
            <a:srgbClr val="0F7B8A"/>
          </a:solidFill>
          <a:ln/>
        </p:spPr>
        <p:txBody>
          <a:bodyPr/>
          <a:lstStyle/>
          <a:p>
            <a:endParaRPr lang="en-US"/>
          </a:p>
        </p:txBody>
      </p:sp>
      <p:sp>
        <p:nvSpPr>
          <p:cNvPr id="361" name="Shape 359"/>
          <p:cNvSpPr/>
          <p:nvPr/>
        </p:nvSpPr>
        <p:spPr>
          <a:xfrm>
            <a:off x="11221335" y="4693733"/>
            <a:ext cx="36576" cy="36576"/>
          </a:xfrm>
          <a:prstGeom prst="ellipse">
            <a:avLst/>
          </a:prstGeom>
          <a:solidFill>
            <a:srgbClr val="0F7B8A"/>
          </a:solidFill>
          <a:ln/>
        </p:spPr>
        <p:txBody>
          <a:bodyPr/>
          <a:lstStyle/>
          <a:p>
            <a:endParaRPr lang="en-US"/>
          </a:p>
        </p:txBody>
      </p:sp>
      <p:sp>
        <p:nvSpPr>
          <p:cNvPr id="362" name="Shape 360"/>
          <p:cNvSpPr/>
          <p:nvPr/>
        </p:nvSpPr>
        <p:spPr>
          <a:xfrm>
            <a:off x="11224297" y="4726496"/>
            <a:ext cx="36576" cy="36576"/>
          </a:xfrm>
          <a:prstGeom prst="ellipse">
            <a:avLst/>
          </a:prstGeom>
          <a:solidFill>
            <a:srgbClr val="0F7B8A"/>
          </a:solidFill>
          <a:ln/>
        </p:spPr>
        <p:txBody>
          <a:bodyPr/>
          <a:lstStyle/>
          <a:p>
            <a:endParaRPr lang="en-US"/>
          </a:p>
        </p:txBody>
      </p:sp>
      <p:sp>
        <p:nvSpPr>
          <p:cNvPr id="363" name="Shape 361"/>
          <p:cNvSpPr/>
          <p:nvPr/>
        </p:nvSpPr>
        <p:spPr>
          <a:xfrm>
            <a:off x="11220953" y="4759964"/>
            <a:ext cx="36576" cy="36576"/>
          </a:xfrm>
          <a:prstGeom prst="ellipse">
            <a:avLst/>
          </a:prstGeom>
          <a:solidFill>
            <a:srgbClr val="0F7B8A"/>
          </a:solidFill>
          <a:ln/>
        </p:spPr>
        <p:txBody>
          <a:bodyPr/>
          <a:lstStyle/>
          <a:p>
            <a:endParaRPr lang="en-US"/>
          </a:p>
        </p:txBody>
      </p:sp>
      <p:sp>
        <p:nvSpPr>
          <p:cNvPr id="364" name="Shape 362"/>
          <p:cNvSpPr/>
          <p:nvPr/>
        </p:nvSpPr>
        <p:spPr>
          <a:xfrm>
            <a:off x="11218320" y="4876351"/>
            <a:ext cx="36576" cy="36576"/>
          </a:xfrm>
          <a:prstGeom prst="ellipse">
            <a:avLst/>
          </a:prstGeom>
          <a:solidFill>
            <a:srgbClr val="0F7B8A"/>
          </a:solidFill>
          <a:ln/>
        </p:spPr>
        <p:txBody>
          <a:bodyPr/>
          <a:lstStyle/>
          <a:p>
            <a:endParaRPr lang="en-US"/>
          </a:p>
        </p:txBody>
      </p:sp>
      <p:sp>
        <p:nvSpPr>
          <p:cNvPr id="365" name="Shape 363"/>
          <p:cNvSpPr/>
          <p:nvPr/>
        </p:nvSpPr>
        <p:spPr>
          <a:xfrm>
            <a:off x="11218843" y="4863637"/>
            <a:ext cx="36576" cy="36576"/>
          </a:xfrm>
          <a:prstGeom prst="ellipse">
            <a:avLst/>
          </a:prstGeom>
          <a:solidFill>
            <a:srgbClr val="0F7B8A"/>
          </a:solidFill>
          <a:ln/>
        </p:spPr>
        <p:txBody>
          <a:bodyPr/>
          <a:lstStyle/>
          <a:p>
            <a:endParaRPr lang="en-US"/>
          </a:p>
        </p:txBody>
      </p:sp>
      <p:sp>
        <p:nvSpPr>
          <p:cNvPr id="366" name="Shape 364"/>
          <p:cNvSpPr/>
          <p:nvPr/>
        </p:nvSpPr>
        <p:spPr>
          <a:xfrm>
            <a:off x="10474464" y="3338042"/>
            <a:ext cx="36576" cy="36576"/>
          </a:xfrm>
          <a:prstGeom prst="ellipse">
            <a:avLst/>
          </a:prstGeom>
          <a:solidFill>
            <a:srgbClr val="0F7B8A"/>
          </a:solidFill>
          <a:ln/>
        </p:spPr>
        <p:txBody>
          <a:bodyPr/>
          <a:lstStyle/>
          <a:p>
            <a:endParaRPr lang="en-US"/>
          </a:p>
        </p:txBody>
      </p:sp>
      <p:sp>
        <p:nvSpPr>
          <p:cNvPr id="367" name="Shape 365"/>
          <p:cNvSpPr/>
          <p:nvPr/>
        </p:nvSpPr>
        <p:spPr>
          <a:xfrm>
            <a:off x="10480813" y="3401581"/>
            <a:ext cx="36576" cy="36576"/>
          </a:xfrm>
          <a:prstGeom prst="ellipse">
            <a:avLst/>
          </a:prstGeom>
          <a:solidFill>
            <a:srgbClr val="0F7B8A"/>
          </a:solidFill>
          <a:ln/>
        </p:spPr>
        <p:txBody>
          <a:bodyPr/>
          <a:lstStyle/>
          <a:p>
            <a:endParaRPr lang="en-US"/>
          </a:p>
        </p:txBody>
      </p:sp>
      <p:sp>
        <p:nvSpPr>
          <p:cNvPr id="368" name="Shape 366"/>
          <p:cNvSpPr/>
          <p:nvPr/>
        </p:nvSpPr>
        <p:spPr>
          <a:xfrm>
            <a:off x="10493346" y="3415292"/>
            <a:ext cx="36576" cy="36576"/>
          </a:xfrm>
          <a:prstGeom prst="ellipse">
            <a:avLst/>
          </a:prstGeom>
          <a:solidFill>
            <a:srgbClr val="0F7B8A"/>
          </a:solidFill>
          <a:ln/>
        </p:spPr>
        <p:txBody>
          <a:bodyPr/>
          <a:lstStyle/>
          <a:p>
            <a:endParaRPr lang="en-US"/>
          </a:p>
        </p:txBody>
      </p:sp>
      <p:sp>
        <p:nvSpPr>
          <p:cNvPr id="369" name="Shape 367"/>
          <p:cNvSpPr/>
          <p:nvPr/>
        </p:nvSpPr>
        <p:spPr>
          <a:xfrm>
            <a:off x="10486296" y="3437582"/>
            <a:ext cx="36576" cy="36576"/>
          </a:xfrm>
          <a:prstGeom prst="ellipse">
            <a:avLst/>
          </a:prstGeom>
          <a:solidFill>
            <a:srgbClr val="0F7B8A"/>
          </a:solidFill>
          <a:ln/>
        </p:spPr>
        <p:txBody>
          <a:bodyPr/>
          <a:lstStyle/>
          <a:p>
            <a:endParaRPr lang="en-US"/>
          </a:p>
        </p:txBody>
      </p:sp>
      <p:sp>
        <p:nvSpPr>
          <p:cNvPr id="370" name="Shape 368"/>
          <p:cNvSpPr/>
          <p:nvPr/>
        </p:nvSpPr>
        <p:spPr>
          <a:xfrm>
            <a:off x="10496168" y="3460512"/>
            <a:ext cx="36576" cy="36576"/>
          </a:xfrm>
          <a:prstGeom prst="ellipse">
            <a:avLst/>
          </a:prstGeom>
          <a:solidFill>
            <a:srgbClr val="0F7B8A"/>
          </a:solidFill>
          <a:ln/>
        </p:spPr>
        <p:txBody>
          <a:bodyPr/>
          <a:lstStyle/>
          <a:p>
            <a:endParaRPr lang="en-US"/>
          </a:p>
        </p:txBody>
      </p:sp>
      <p:sp>
        <p:nvSpPr>
          <p:cNvPr id="371" name="Shape 369"/>
          <p:cNvSpPr/>
          <p:nvPr/>
        </p:nvSpPr>
        <p:spPr>
          <a:xfrm>
            <a:off x="10474544" y="3487838"/>
            <a:ext cx="36576" cy="36576"/>
          </a:xfrm>
          <a:prstGeom prst="ellipse">
            <a:avLst/>
          </a:prstGeom>
          <a:solidFill>
            <a:srgbClr val="0F7B8A"/>
          </a:solidFill>
          <a:ln/>
        </p:spPr>
        <p:txBody>
          <a:bodyPr/>
          <a:lstStyle/>
          <a:p>
            <a:endParaRPr lang="en-US"/>
          </a:p>
        </p:txBody>
      </p:sp>
      <p:sp>
        <p:nvSpPr>
          <p:cNvPr id="372" name="Shape 370"/>
          <p:cNvSpPr/>
          <p:nvPr/>
        </p:nvSpPr>
        <p:spPr>
          <a:xfrm>
            <a:off x="10495715" y="3520266"/>
            <a:ext cx="36576" cy="36576"/>
          </a:xfrm>
          <a:prstGeom prst="ellipse">
            <a:avLst/>
          </a:prstGeom>
          <a:solidFill>
            <a:srgbClr val="0F7B8A"/>
          </a:solidFill>
          <a:ln/>
        </p:spPr>
        <p:txBody>
          <a:bodyPr/>
          <a:lstStyle/>
          <a:p>
            <a:endParaRPr lang="en-US"/>
          </a:p>
        </p:txBody>
      </p:sp>
      <p:sp>
        <p:nvSpPr>
          <p:cNvPr id="373" name="Shape 371"/>
          <p:cNvSpPr/>
          <p:nvPr/>
        </p:nvSpPr>
        <p:spPr>
          <a:xfrm>
            <a:off x="10496435" y="3517389"/>
            <a:ext cx="36576" cy="36576"/>
          </a:xfrm>
          <a:prstGeom prst="ellipse">
            <a:avLst/>
          </a:prstGeom>
          <a:solidFill>
            <a:srgbClr val="0F7B8A"/>
          </a:solidFill>
          <a:ln/>
        </p:spPr>
        <p:txBody>
          <a:bodyPr/>
          <a:lstStyle/>
          <a:p>
            <a:endParaRPr lang="en-US"/>
          </a:p>
        </p:txBody>
      </p:sp>
      <p:sp>
        <p:nvSpPr>
          <p:cNvPr id="374" name="Shape 372"/>
          <p:cNvSpPr/>
          <p:nvPr/>
        </p:nvSpPr>
        <p:spPr>
          <a:xfrm>
            <a:off x="10494774" y="3562413"/>
            <a:ext cx="36576" cy="36576"/>
          </a:xfrm>
          <a:prstGeom prst="ellipse">
            <a:avLst/>
          </a:prstGeom>
          <a:solidFill>
            <a:srgbClr val="0F7B8A"/>
          </a:solidFill>
          <a:ln/>
        </p:spPr>
        <p:txBody>
          <a:bodyPr/>
          <a:lstStyle/>
          <a:p>
            <a:endParaRPr lang="en-US"/>
          </a:p>
        </p:txBody>
      </p:sp>
      <p:sp>
        <p:nvSpPr>
          <p:cNvPr id="375" name="Shape 373"/>
          <p:cNvSpPr/>
          <p:nvPr/>
        </p:nvSpPr>
        <p:spPr>
          <a:xfrm>
            <a:off x="10490930" y="3585225"/>
            <a:ext cx="36576" cy="36576"/>
          </a:xfrm>
          <a:prstGeom prst="ellipse">
            <a:avLst/>
          </a:prstGeom>
          <a:solidFill>
            <a:srgbClr val="0F7B8A"/>
          </a:solidFill>
          <a:ln/>
        </p:spPr>
        <p:txBody>
          <a:bodyPr/>
          <a:lstStyle/>
          <a:p>
            <a:endParaRPr lang="en-US"/>
          </a:p>
        </p:txBody>
      </p:sp>
      <p:sp>
        <p:nvSpPr>
          <p:cNvPr id="376" name="Shape 374"/>
          <p:cNvSpPr/>
          <p:nvPr/>
        </p:nvSpPr>
        <p:spPr>
          <a:xfrm>
            <a:off x="10478672" y="3627073"/>
            <a:ext cx="36576" cy="36576"/>
          </a:xfrm>
          <a:prstGeom prst="ellipse">
            <a:avLst/>
          </a:prstGeom>
          <a:solidFill>
            <a:srgbClr val="0F7B8A"/>
          </a:solidFill>
          <a:ln/>
        </p:spPr>
        <p:txBody>
          <a:bodyPr/>
          <a:lstStyle/>
          <a:p>
            <a:endParaRPr lang="en-US"/>
          </a:p>
        </p:txBody>
      </p:sp>
      <p:sp>
        <p:nvSpPr>
          <p:cNvPr id="377" name="Shape 375"/>
          <p:cNvSpPr/>
          <p:nvPr/>
        </p:nvSpPr>
        <p:spPr>
          <a:xfrm>
            <a:off x="10499805" y="3654188"/>
            <a:ext cx="36576" cy="36576"/>
          </a:xfrm>
          <a:prstGeom prst="ellipse">
            <a:avLst/>
          </a:prstGeom>
          <a:solidFill>
            <a:srgbClr val="0F7B8A"/>
          </a:solidFill>
          <a:ln/>
        </p:spPr>
        <p:txBody>
          <a:bodyPr/>
          <a:lstStyle/>
          <a:p>
            <a:endParaRPr lang="en-US"/>
          </a:p>
        </p:txBody>
      </p:sp>
      <p:sp>
        <p:nvSpPr>
          <p:cNvPr id="378" name="Shape 376"/>
          <p:cNvSpPr/>
          <p:nvPr/>
        </p:nvSpPr>
        <p:spPr>
          <a:xfrm>
            <a:off x="10479907" y="3674669"/>
            <a:ext cx="36576" cy="36576"/>
          </a:xfrm>
          <a:prstGeom prst="ellipse">
            <a:avLst/>
          </a:prstGeom>
          <a:solidFill>
            <a:srgbClr val="0F7B8A"/>
          </a:solidFill>
          <a:ln/>
        </p:spPr>
        <p:txBody>
          <a:bodyPr/>
          <a:lstStyle/>
          <a:p>
            <a:endParaRPr lang="en-US"/>
          </a:p>
        </p:txBody>
      </p:sp>
      <p:sp>
        <p:nvSpPr>
          <p:cNvPr id="379" name="Shape 377"/>
          <p:cNvSpPr/>
          <p:nvPr/>
        </p:nvSpPr>
        <p:spPr>
          <a:xfrm>
            <a:off x="10485163" y="3697983"/>
            <a:ext cx="36576" cy="36576"/>
          </a:xfrm>
          <a:prstGeom prst="ellipse">
            <a:avLst/>
          </a:prstGeom>
          <a:solidFill>
            <a:srgbClr val="0F7B8A"/>
          </a:solidFill>
          <a:ln/>
        </p:spPr>
        <p:txBody>
          <a:bodyPr/>
          <a:lstStyle/>
          <a:p>
            <a:endParaRPr lang="en-US"/>
          </a:p>
        </p:txBody>
      </p:sp>
      <p:sp>
        <p:nvSpPr>
          <p:cNvPr id="380" name="Shape 378"/>
          <p:cNvSpPr/>
          <p:nvPr/>
        </p:nvSpPr>
        <p:spPr>
          <a:xfrm>
            <a:off x="10480509" y="3710588"/>
            <a:ext cx="36576" cy="36576"/>
          </a:xfrm>
          <a:prstGeom prst="ellipse">
            <a:avLst/>
          </a:prstGeom>
          <a:solidFill>
            <a:srgbClr val="0F7B8A"/>
          </a:solidFill>
          <a:ln/>
        </p:spPr>
        <p:txBody>
          <a:bodyPr/>
          <a:lstStyle/>
          <a:p>
            <a:endParaRPr lang="en-US"/>
          </a:p>
        </p:txBody>
      </p:sp>
      <p:sp>
        <p:nvSpPr>
          <p:cNvPr id="381" name="Shape 379"/>
          <p:cNvSpPr/>
          <p:nvPr/>
        </p:nvSpPr>
        <p:spPr>
          <a:xfrm>
            <a:off x="10482799" y="3742225"/>
            <a:ext cx="36576" cy="36576"/>
          </a:xfrm>
          <a:prstGeom prst="ellipse">
            <a:avLst/>
          </a:prstGeom>
          <a:solidFill>
            <a:srgbClr val="0F7B8A"/>
          </a:solidFill>
          <a:ln/>
        </p:spPr>
        <p:txBody>
          <a:bodyPr/>
          <a:lstStyle/>
          <a:p>
            <a:endParaRPr lang="en-US"/>
          </a:p>
        </p:txBody>
      </p:sp>
      <p:sp>
        <p:nvSpPr>
          <p:cNvPr id="382" name="Shape 380"/>
          <p:cNvSpPr/>
          <p:nvPr/>
        </p:nvSpPr>
        <p:spPr>
          <a:xfrm>
            <a:off x="10473023" y="3770140"/>
            <a:ext cx="36576" cy="36576"/>
          </a:xfrm>
          <a:prstGeom prst="ellipse">
            <a:avLst/>
          </a:prstGeom>
          <a:solidFill>
            <a:srgbClr val="0F7B8A"/>
          </a:solidFill>
          <a:ln/>
        </p:spPr>
        <p:txBody>
          <a:bodyPr/>
          <a:lstStyle/>
          <a:p>
            <a:endParaRPr lang="en-US"/>
          </a:p>
        </p:txBody>
      </p:sp>
      <p:sp>
        <p:nvSpPr>
          <p:cNvPr id="383" name="Shape 381"/>
          <p:cNvSpPr/>
          <p:nvPr/>
        </p:nvSpPr>
        <p:spPr>
          <a:xfrm>
            <a:off x="10473671" y="3825998"/>
            <a:ext cx="36576" cy="36576"/>
          </a:xfrm>
          <a:prstGeom prst="ellipse">
            <a:avLst/>
          </a:prstGeom>
          <a:solidFill>
            <a:srgbClr val="0F7B8A"/>
          </a:solidFill>
          <a:ln/>
        </p:spPr>
        <p:txBody>
          <a:bodyPr/>
          <a:lstStyle/>
          <a:p>
            <a:endParaRPr lang="en-US"/>
          </a:p>
        </p:txBody>
      </p:sp>
      <p:sp>
        <p:nvSpPr>
          <p:cNvPr id="384" name="Shape 382"/>
          <p:cNvSpPr/>
          <p:nvPr/>
        </p:nvSpPr>
        <p:spPr>
          <a:xfrm>
            <a:off x="10497957" y="3834521"/>
            <a:ext cx="36576" cy="36576"/>
          </a:xfrm>
          <a:prstGeom prst="ellipse">
            <a:avLst/>
          </a:prstGeom>
          <a:solidFill>
            <a:srgbClr val="0F7B8A"/>
          </a:solidFill>
          <a:ln/>
        </p:spPr>
        <p:txBody>
          <a:bodyPr/>
          <a:lstStyle/>
          <a:p>
            <a:endParaRPr lang="en-US"/>
          </a:p>
        </p:txBody>
      </p:sp>
      <p:sp>
        <p:nvSpPr>
          <p:cNvPr id="385" name="Shape 383"/>
          <p:cNvSpPr/>
          <p:nvPr/>
        </p:nvSpPr>
        <p:spPr>
          <a:xfrm>
            <a:off x="10484195" y="3853245"/>
            <a:ext cx="36576" cy="36576"/>
          </a:xfrm>
          <a:prstGeom prst="ellipse">
            <a:avLst/>
          </a:prstGeom>
          <a:solidFill>
            <a:srgbClr val="0F7B8A"/>
          </a:solidFill>
          <a:ln/>
        </p:spPr>
        <p:txBody>
          <a:bodyPr/>
          <a:lstStyle/>
          <a:p>
            <a:endParaRPr lang="en-US"/>
          </a:p>
        </p:txBody>
      </p:sp>
      <p:sp>
        <p:nvSpPr>
          <p:cNvPr id="386" name="Shape 384"/>
          <p:cNvSpPr/>
          <p:nvPr/>
        </p:nvSpPr>
        <p:spPr>
          <a:xfrm>
            <a:off x="10491317" y="3869830"/>
            <a:ext cx="36576" cy="36576"/>
          </a:xfrm>
          <a:prstGeom prst="ellipse">
            <a:avLst/>
          </a:prstGeom>
          <a:solidFill>
            <a:srgbClr val="0F7B8A"/>
          </a:solidFill>
          <a:ln/>
        </p:spPr>
        <p:txBody>
          <a:bodyPr/>
          <a:lstStyle/>
          <a:p>
            <a:endParaRPr lang="en-US"/>
          </a:p>
        </p:txBody>
      </p:sp>
      <p:sp>
        <p:nvSpPr>
          <p:cNvPr id="387" name="Shape 385"/>
          <p:cNvSpPr/>
          <p:nvPr/>
        </p:nvSpPr>
        <p:spPr>
          <a:xfrm>
            <a:off x="10495561" y="3916562"/>
            <a:ext cx="36576" cy="36576"/>
          </a:xfrm>
          <a:prstGeom prst="ellipse">
            <a:avLst/>
          </a:prstGeom>
          <a:solidFill>
            <a:srgbClr val="0F7B8A"/>
          </a:solidFill>
          <a:ln/>
        </p:spPr>
        <p:txBody>
          <a:bodyPr/>
          <a:lstStyle/>
          <a:p>
            <a:endParaRPr lang="en-US"/>
          </a:p>
        </p:txBody>
      </p:sp>
      <p:sp>
        <p:nvSpPr>
          <p:cNvPr id="388" name="Shape 386"/>
          <p:cNvSpPr/>
          <p:nvPr/>
        </p:nvSpPr>
        <p:spPr>
          <a:xfrm>
            <a:off x="10477757" y="3946536"/>
            <a:ext cx="36576" cy="36576"/>
          </a:xfrm>
          <a:prstGeom prst="ellipse">
            <a:avLst/>
          </a:prstGeom>
          <a:solidFill>
            <a:srgbClr val="0F7B8A"/>
          </a:solidFill>
          <a:ln/>
        </p:spPr>
        <p:txBody>
          <a:bodyPr/>
          <a:lstStyle/>
          <a:p>
            <a:endParaRPr lang="en-US"/>
          </a:p>
        </p:txBody>
      </p:sp>
      <p:sp>
        <p:nvSpPr>
          <p:cNvPr id="389" name="Shape 387"/>
          <p:cNvSpPr/>
          <p:nvPr/>
        </p:nvSpPr>
        <p:spPr>
          <a:xfrm>
            <a:off x="10480330" y="3960738"/>
            <a:ext cx="36576" cy="36576"/>
          </a:xfrm>
          <a:prstGeom prst="ellipse">
            <a:avLst/>
          </a:prstGeom>
          <a:solidFill>
            <a:srgbClr val="0F7B8A"/>
          </a:solidFill>
          <a:ln/>
        </p:spPr>
        <p:txBody>
          <a:bodyPr/>
          <a:lstStyle/>
          <a:p>
            <a:endParaRPr lang="en-US"/>
          </a:p>
        </p:txBody>
      </p:sp>
      <p:sp>
        <p:nvSpPr>
          <p:cNvPr id="390" name="Shape 388"/>
          <p:cNvSpPr/>
          <p:nvPr/>
        </p:nvSpPr>
        <p:spPr>
          <a:xfrm>
            <a:off x="10492743" y="3980954"/>
            <a:ext cx="36576" cy="36576"/>
          </a:xfrm>
          <a:prstGeom prst="ellipse">
            <a:avLst/>
          </a:prstGeom>
          <a:solidFill>
            <a:srgbClr val="0F7B8A"/>
          </a:solidFill>
          <a:ln/>
        </p:spPr>
        <p:txBody>
          <a:bodyPr/>
          <a:lstStyle/>
          <a:p>
            <a:endParaRPr lang="en-US"/>
          </a:p>
        </p:txBody>
      </p:sp>
      <p:sp>
        <p:nvSpPr>
          <p:cNvPr id="391" name="Shape 389"/>
          <p:cNvSpPr/>
          <p:nvPr/>
        </p:nvSpPr>
        <p:spPr>
          <a:xfrm>
            <a:off x="10496836" y="4028776"/>
            <a:ext cx="36576" cy="36576"/>
          </a:xfrm>
          <a:prstGeom prst="ellipse">
            <a:avLst/>
          </a:prstGeom>
          <a:solidFill>
            <a:srgbClr val="0F7B8A"/>
          </a:solidFill>
          <a:ln/>
        </p:spPr>
        <p:txBody>
          <a:bodyPr/>
          <a:lstStyle/>
          <a:p>
            <a:endParaRPr lang="en-US"/>
          </a:p>
        </p:txBody>
      </p:sp>
      <p:sp>
        <p:nvSpPr>
          <p:cNvPr id="392" name="Shape 390"/>
          <p:cNvSpPr/>
          <p:nvPr/>
        </p:nvSpPr>
        <p:spPr>
          <a:xfrm>
            <a:off x="10484019" y="4038395"/>
            <a:ext cx="36576" cy="36576"/>
          </a:xfrm>
          <a:prstGeom prst="ellipse">
            <a:avLst/>
          </a:prstGeom>
          <a:solidFill>
            <a:srgbClr val="0F7B8A"/>
          </a:solidFill>
          <a:ln/>
        </p:spPr>
        <p:txBody>
          <a:bodyPr/>
          <a:lstStyle/>
          <a:p>
            <a:endParaRPr lang="en-US"/>
          </a:p>
        </p:txBody>
      </p:sp>
      <p:sp>
        <p:nvSpPr>
          <p:cNvPr id="393" name="Shape 391"/>
          <p:cNvSpPr/>
          <p:nvPr/>
        </p:nvSpPr>
        <p:spPr>
          <a:xfrm>
            <a:off x="10487253" y="4061964"/>
            <a:ext cx="36576" cy="36576"/>
          </a:xfrm>
          <a:prstGeom prst="ellipse">
            <a:avLst/>
          </a:prstGeom>
          <a:solidFill>
            <a:srgbClr val="0F7B8A"/>
          </a:solidFill>
          <a:ln/>
        </p:spPr>
        <p:txBody>
          <a:bodyPr/>
          <a:lstStyle/>
          <a:p>
            <a:endParaRPr lang="en-US"/>
          </a:p>
        </p:txBody>
      </p:sp>
      <p:sp>
        <p:nvSpPr>
          <p:cNvPr id="394" name="Shape 392"/>
          <p:cNvSpPr/>
          <p:nvPr/>
        </p:nvSpPr>
        <p:spPr>
          <a:xfrm>
            <a:off x="10488356" y="4084163"/>
            <a:ext cx="36576" cy="36576"/>
          </a:xfrm>
          <a:prstGeom prst="ellipse">
            <a:avLst/>
          </a:prstGeom>
          <a:solidFill>
            <a:srgbClr val="0F7B8A"/>
          </a:solidFill>
          <a:ln/>
        </p:spPr>
        <p:txBody>
          <a:bodyPr/>
          <a:lstStyle/>
          <a:p>
            <a:endParaRPr lang="en-US"/>
          </a:p>
        </p:txBody>
      </p:sp>
      <p:sp>
        <p:nvSpPr>
          <p:cNvPr id="395" name="Shape 393"/>
          <p:cNvSpPr/>
          <p:nvPr/>
        </p:nvSpPr>
        <p:spPr>
          <a:xfrm>
            <a:off x="10483835" y="4109140"/>
            <a:ext cx="36576" cy="36576"/>
          </a:xfrm>
          <a:prstGeom prst="ellipse">
            <a:avLst/>
          </a:prstGeom>
          <a:solidFill>
            <a:srgbClr val="0F7B8A"/>
          </a:solidFill>
          <a:ln/>
        </p:spPr>
        <p:txBody>
          <a:bodyPr/>
          <a:lstStyle/>
          <a:p>
            <a:endParaRPr lang="en-US"/>
          </a:p>
        </p:txBody>
      </p:sp>
      <p:sp>
        <p:nvSpPr>
          <p:cNvPr id="396" name="Shape 394"/>
          <p:cNvSpPr/>
          <p:nvPr/>
        </p:nvSpPr>
        <p:spPr>
          <a:xfrm>
            <a:off x="10497442" y="4137312"/>
            <a:ext cx="36576" cy="36576"/>
          </a:xfrm>
          <a:prstGeom prst="ellipse">
            <a:avLst/>
          </a:prstGeom>
          <a:solidFill>
            <a:srgbClr val="0F7B8A"/>
          </a:solidFill>
          <a:ln/>
        </p:spPr>
        <p:txBody>
          <a:bodyPr/>
          <a:lstStyle/>
          <a:p>
            <a:endParaRPr lang="en-US"/>
          </a:p>
        </p:txBody>
      </p:sp>
      <p:sp>
        <p:nvSpPr>
          <p:cNvPr id="397" name="Shape 395"/>
          <p:cNvSpPr/>
          <p:nvPr/>
        </p:nvSpPr>
        <p:spPr>
          <a:xfrm>
            <a:off x="10495534" y="4156373"/>
            <a:ext cx="36576" cy="36576"/>
          </a:xfrm>
          <a:prstGeom prst="ellipse">
            <a:avLst/>
          </a:prstGeom>
          <a:solidFill>
            <a:srgbClr val="0F7B8A"/>
          </a:solidFill>
          <a:ln/>
        </p:spPr>
        <p:txBody>
          <a:bodyPr/>
          <a:lstStyle/>
          <a:p>
            <a:endParaRPr lang="en-US"/>
          </a:p>
        </p:txBody>
      </p:sp>
      <p:sp>
        <p:nvSpPr>
          <p:cNvPr id="398" name="Shape 396"/>
          <p:cNvSpPr/>
          <p:nvPr/>
        </p:nvSpPr>
        <p:spPr>
          <a:xfrm>
            <a:off x="10495593" y="4179021"/>
            <a:ext cx="36576" cy="36576"/>
          </a:xfrm>
          <a:prstGeom prst="ellipse">
            <a:avLst/>
          </a:prstGeom>
          <a:solidFill>
            <a:srgbClr val="0F7B8A"/>
          </a:solidFill>
          <a:ln/>
        </p:spPr>
        <p:txBody>
          <a:bodyPr/>
          <a:lstStyle/>
          <a:p>
            <a:endParaRPr lang="en-US"/>
          </a:p>
        </p:txBody>
      </p:sp>
      <p:sp>
        <p:nvSpPr>
          <p:cNvPr id="399" name="Shape 397"/>
          <p:cNvSpPr/>
          <p:nvPr/>
        </p:nvSpPr>
        <p:spPr>
          <a:xfrm>
            <a:off x="10481242" y="4206169"/>
            <a:ext cx="36576" cy="36576"/>
          </a:xfrm>
          <a:prstGeom prst="ellipse">
            <a:avLst/>
          </a:prstGeom>
          <a:solidFill>
            <a:srgbClr val="0F7B8A"/>
          </a:solidFill>
          <a:ln/>
        </p:spPr>
        <p:txBody>
          <a:bodyPr/>
          <a:lstStyle/>
          <a:p>
            <a:endParaRPr lang="en-US"/>
          </a:p>
        </p:txBody>
      </p:sp>
      <p:sp>
        <p:nvSpPr>
          <p:cNvPr id="400" name="Shape 398"/>
          <p:cNvSpPr/>
          <p:nvPr/>
        </p:nvSpPr>
        <p:spPr>
          <a:xfrm>
            <a:off x="10487405" y="4265217"/>
            <a:ext cx="36576" cy="36576"/>
          </a:xfrm>
          <a:prstGeom prst="ellipse">
            <a:avLst/>
          </a:prstGeom>
          <a:solidFill>
            <a:srgbClr val="0F7B8A"/>
          </a:solidFill>
          <a:ln/>
        </p:spPr>
        <p:txBody>
          <a:bodyPr/>
          <a:lstStyle/>
          <a:p>
            <a:endParaRPr lang="en-US"/>
          </a:p>
        </p:txBody>
      </p:sp>
      <p:sp>
        <p:nvSpPr>
          <p:cNvPr id="401" name="Shape 399"/>
          <p:cNvSpPr/>
          <p:nvPr/>
        </p:nvSpPr>
        <p:spPr>
          <a:xfrm>
            <a:off x="10496076" y="4269767"/>
            <a:ext cx="36576" cy="36576"/>
          </a:xfrm>
          <a:prstGeom prst="ellipse">
            <a:avLst/>
          </a:prstGeom>
          <a:solidFill>
            <a:srgbClr val="0F7B8A"/>
          </a:solidFill>
          <a:ln/>
        </p:spPr>
        <p:txBody>
          <a:bodyPr/>
          <a:lstStyle/>
          <a:p>
            <a:endParaRPr lang="en-US"/>
          </a:p>
        </p:txBody>
      </p:sp>
      <p:sp>
        <p:nvSpPr>
          <p:cNvPr id="402" name="Shape 400"/>
          <p:cNvSpPr/>
          <p:nvPr/>
        </p:nvSpPr>
        <p:spPr>
          <a:xfrm>
            <a:off x="10478385" y="4307253"/>
            <a:ext cx="36576" cy="36576"/>
          </a:xfrm>
          <a:prstGeom prst="ellipse">
            <a:avLst/>
          </a:prstGeom>
          <a:solidFill>
            <a:srgbClr val="0F7B8A"/>
          </a:solidFill>
          <a:ln/>
        </p:spPr>
        <p:txBody>
          <a:bodyPr/>
          <a:lstStyle/>
          <a:p>
            <a:endParaRPr lang="en-US"/>
          </a:p>
        </p:txBody>
      </p:sp>
      <p:sp>
        <p:nvSpPr>
          <p:cNvPr id="403" name="Shape 401"/>
          <p:cNvSpPr/>
          <p:nvPr/>
        </p:nvSpPr>
        <p:spPr>
          <a:xfrm>
            <a:off x="10479108" y="4328362"/>
            <a:ext cx="36576" cy="36576"/>
          </a:xfrm>
          <a:prstGeom prst="ellipse">
            <a:avLst/>
          </a:prstGeom>
          <a:solidFill>
            <a:srgbClr val="0F7B8A"/>
          </a:solidFill>
          <a:ln/>
        </p:spPr>
        <p:txBody>
          <a:bodyPr/>
          <a:lstStyle/>
          <a:p>
            <a:endParaRPr lang="en-US"/>
          </a:p>
        </p:txBody>
      </p:sp>
      <p:sp>
        <p:nvSpPr>
          <p:cNvPr id="404" name="Shape 402"/>
          <p:cNvSpPr/>
          <p:nvPr/>
        </p:nvSpPr>
        <p:spPr>
          <a:xfrm>
            <a:off x="10478160" y="4362843"/>
            <a:ext cx="36576" cy="36576"/>
          </a:xfrm>
          <a:prstGeom prst="ellipse">
            <a:avLst/>
          </a:prstGeom>
          <a:solidFill>
            <a:srgbClr val="0F7B8A"/>
          </a:solidFill>
          <a:ln/>
        </p:spPr>
        <p:txBody>
          <a:bodyPr/>
          <a:lstStyle/>
          <a:p>
            <a:endParaRPr lang="en-US"/>
          </a:p>
        </p:txBody>
      </p:sp>
      <p:sp>
        <p:nvSpPr>
          <p:cNvPr id="405" name="Shape 403"/>
          <p:cNvSpPr/>
          <p:nvPr/>
        </p:nvSpPr>
        <p:spPr>
          <a:xfrm>
            <a:off x="10474624" y="4370690"/>
            <a:ext cx="36576" cy="36576"/>
          </a:xfrm>
          <a:prstGeom prst="ellipse">
            <a:avLst/>
          </a:prstGeom>
          <a:solidFill>
            <a:srgbClr val="0F7B8A"/>
          </a:solidFill>
          <a:ln/>
        </p:spPr>
        <p:txBody>
          <a:bodyPr/>
          <a:lstStyle/>
          <a:p>
            <a:endParaRPr lang="en-US"/>
          </a:p>
        </p:txBody>
      </p:sp>
      <p:sp>
        <p:nvSpPr>
          <p:cNvPr id="406" name="Shape 404"/>
          <p:cNvSpPr/>
          <p:nvPr/>
        </p:nvSpPr>
        <p:spPr>
          <a:xfrm>
            <a:off x="11216558" y="2820392"/>
            <a:ext cx="36576" cy="36576"/>
          </a:xfrm>
          <a:prstGeom prst="ellipse">
            <a:avLst/>
          </a:prstGeom>
          <a:solidFill>
            <a:srgbClr val="0F7B8A"/>
          </a:solidFill>
          <a:ln/>
        </p:spPr>
        <p:txBody>
          <a:bodyPr/>
          <a:lstStyle/>
          <a:p>
            <a:endParaRPr lang="en-US"/>
          </a:p>
        </p:txBody>
      </p:sp>
      <p:sp>
        <p:nvSpPr>
          <p:cNvPr id="407" name="Shape 405"/>
          <p:cNvSpPr/>
          <p:nvPr/>
        </p:nvSpPr>
        <p:spPr>
          <a:xfrm>
            <a:off x="11185232" y="2831735"/>
            <a:ext cx="36576" cy="36576"/>
          </a:xfrm>
          <a:prstGeom prst="ellipse">
            <a:avLst/>
          </a:prstGeom>
          <a:solidFill>
            <a:srgbClr val="0F7B8A"/>
          </a:solidFill>
          <a:ln/>
        </p:spPr>
        <p:txBody>
          <a:bodyPr/>
          <a:lstStyle/>
          <a:p>
            <a:endParaRPr lang="en-US"/>
          </a:p>
        </p:txBody>
      </p:sp>
      <p:sp>
        <p:nvSpPr>
          <p:cNvPr id="408" name="Shape 406"/>
          <p:cNvSpPr/>
          <p:nvPr/>
        </p:nvSpPr>
        <p:spPr>
          <a:xfrm>
            <a:off x="11188032" y="2840144"/>
            <a:ext cx="36576" cy="36576"/>
          </a:xfrm>
          <a:prstGeom prst="ellipse">
            <a:avLst/>
          </a:prstGeom>
          <a:solidFill>
            <a:srgbClr val="0F7B8A"/>
          </a:solidFill>
          <a:ln/>
        </p:spPr>
        <p:txBody>
          <a:bodyPr/>
          <a:lstStyle/>
          <a:p>
            <a:endParaRPr lang="en-US"/>
          </a:p>
        </p:txBody>
      </p:sp>
      <p:sp>
        <p:nvSpPr>
          <p:cNvPr id="409" name="Shape 407"/>
          <p:cNvSpPr/>
          <p:nvPr/>
        </p:nvSpPr>
        <p:spPr>
          <a:xfrm>
            <a:off x="11170718" y="2863497"/>
            <a:ext cx="36576" cy="36576"/>
          </a:xfrm>
          <a:prstGeom prst="ellipse">
            <a:avLst/>
          </a:prstGeom>
          <a:solidFill>
            <a:srgbClr val="0F7B8A"/>
          </a:solidFill>
          <a:ln/>
        </p:spPr>
        <p:txBody>
          <a:bodyPr/>
          <a:lstStyle/>
          <a:p>
            <a:endParaRPr lang="en-US"/>
          </a:p>
        </p:txBody>
      </p:sp>
      <p:sp>
        <p:nvSpPr>
          <p:cNvPr id="410" name="Shape 408"/>
          <p:cNvSpPr/>
          <p:nvPr/>
        </p:nvSpPr>
        <p:spPr>
          <a:xfrm>
            <a:off x="11139525" y="2884142"/>
            <a:ext cx="36576" cy="36576"/>
          </a:xfrm>
          <a:prstGeom prst="ellipse">
            <a:avLst/>
          </a:prstGeom>
          <a:solidFill>
            <a:srgbClr val="0F7B8A"/>
          </a:solidFill>
          <a:ln/>
        </p:spPr>
        <p:txBody>
          <a:bodyPr/>
          <a:lstStyle/>
          <a:p>
            <a:endParaRPr lang="en-US"/>
          </a:p>
        </p:txBody>
      </p:sp>
      <p:sp>
        <p:nvSpPr>
          <p:cNvPr id="411" name="Shape 409"/>
          <p:cNvSpPr/>
          <p:nvPr/>
        </p:nvSpPr>
        <p:spPr>
          <a:xfrm>
            <a:off x="11118416" y="2875425"/>
            <a:ext cx="36576" cy="36576"/>
          </a:xfrm>
          <a:prstGeom prst="ellipse">
            <a:avLst/>
          </a:prstGeom>
          <a:solidFill>
            <a:srgbClr val="0F7B8A"/>
          </a:solidFill>
          <a:ln/>
        </p:spPr>
        <p:txBody>
          <a:bodyPr/>
          <a:lstStyle/>
          <a:p>
            <a:endParaRPr lang="en-US"/>
          </a:p>
        </p:txBody>
      </p:sp>
      <p:sp>
        <p:nvSpPr>
          <p:cNvPr id="412" name="Shape 410"/>
          <p:cNvSpPr/>
          <p:nvPr/>
        </p:nvSpPr>
        <p:spPr>
          <a:xfrm>
            <a:off x="11110716" y="2888848"/>
            <a:ext cx="36576" cy="36576"/>
          </a:xfrm>
          <a:prstGeom prst="ellipse">
            <a:avLst/>
          </a:prstGeom>
          <a:solidFill>
            <a:srgbClr val="0F7B8A"/>
          </a:solidFill>
          <a:ln/>
        </p:spPr>
        <p:txBody>
          <a:bodyPr/>
          <a:lstStyle/>
          <a:p>
            <a:endParaRPr lang="en-US"/>
          </a:p>
        </p:txBody>
      </p:sp>
      <p:sp>
        <p:nvSpPr>
          <p:cNvPr id="413" name="Shape 411"/>
          <p:cNvSpPr/>
          <p:nvPr/>
        </p:nvSpPr>
        <p:spPr>
          <a:xfrm>
            <a:off x="11096717" y="2902766"/>
            <a:ext cx="36576" cy="36576"/>
          </a:xfrm>
          <a:prstGeom prst="ellipse">
            <a:avLst/>
          </a:prstGeom>
          <a:solidFill>
            <a:srgbClr val="0F7B8A"/>
          </a:solidFill>
          <a:ln/>
        </p:spPr>
        <p:txBody>
          <a:bodyPr/>
          <a:lstStyle/>
          <a:p>
            <a:endParaRPr lang="en-US"/>
          </a:p>
        </p:txBody>
      </p:sp>
      <p:sp>
        <p:nvSpPr>
          <p:cNvPr id="414" name="Shape 412"/>
          <p:cNvSpPr/>
          <p:nvPr/>
        </p:nvSpPr>
        <p:spPr>
          <a:xfrm>
            <a:off x="11063400" y="2922061"/>
            <a:ext cx="36576" cy="36576"/>
          </a:xfrm>
          <a:prstGeom prst="ellipse">
            <a:avLst/>
          </a:prstGeom>
          <a:solidFill>
            <a:srgbClr val="0F7B8A"/>
          </a:solidFill>
          <a:ln/>
        </p:spPr>
        <p:txBody>
          <a:bodyPr/>
          <a:lstStyle/>
          <a:p>
            <a:endParaRPr lang="en-US"/>
          </a:p>
        </p:txBody>
      </p:sp>
      <p:sp>
        <p:nvSpPr>
          <p:cNvPr id="415" name="Shape 413"/>
          <p:cNvSpPr/>
          <p:nvPr/>
        </p:nvSpPr>
        <p:spPr>
          <a:xfrm>
            <a:off x="11056936" y="2944894"/>
            <a:ext cx="36576" cy="36576"/>
          </a:xfrm>
          <a:prstGeom prst="ellipse">
            <a:avLst/>
          </a:prstGeom>
          <a:solidFill>
            <a:srgbClr val="0F7B8A"/>
          </a:solidFill>
          <a:ln/>
        </p:spPr>
        <p:txBody>
          <a:bodyPr/>
          <a:lstStyle/>
          <a:p>
            <a:endParaRPr lang="en-US"/>
          </a:p>
        </p:txBody>
      </p:sp>
      <p:sp>
        <p:nvSpPr>
          <p:cNvPr id="416" name="Shape 414"/>
          <p:cNvSpPr/>
          <p:nvPr/>
        </p:nvSpPr>
        <p:spPr>
          <a:xfrm>
            <a:off x="11048570" y="2937660"/>
            <a:ext cx="36576" cy="36576"/>
          </a:xfrm>
          <a:prstGeom prst="ellipse">
            <a:avLst/>
          </a:prstGeom>
          <a:solidFill>
            <a:srgbClr val="0F7B8A"/>
          </a:solidFill>
          <a:ln/>
        </p:spPr>
        <p:txBody>
          <a:bodyPr/>
          <a:lstStyle/>
          <a:p>
            <a:endParaRPr lang="en-US"/>
          </a:p>
        </p:txBody>
      </p:sp>
      <p:sp>
        <p:nvSpPr>
          <p:cNvPr id="417" name="Shape 415"/>
          <p:cNvSpPr/>
          <p:nvPr/>
        </p:nvSpPr>
        <p:spPr>
          <a:xfrm>
            <a:off x="11023866" y="2971966"/>
            <a:ext cx="36576" cy="36576"/>
          </a:xfrm>
          <a:prstGeom prst="ellipse">
            <a:avLst/>
          </a:prstGeom>
          <a:solidFill>
            <a:srgbClr val="0F7B8A"/>
          </a:solidFill>
          <a:ln/>
        </p:spPr>
        <p:txBody>
          <a:bodyPr/>
          <a:lstStyle/>
          <a:p>
            <a:endParaRPr lang="en-US"/>
          </a:p>
        </p:txBody>
      </p:sp>
      <p:sp>
        <p:nvSpPr>
          <p:cNvPr id="418" name="Shape 416"/>
          <p:cNvSpPr/>
          <p:nvPr/>
        </p:nvSpPr>
        <p:spPr>
          <a:xfrm>
            <a:off x="10988059" y="2995331"/>
            <a:ext cx="36576" cy="36576"/>
          </a:xfrm>
          <a:prstGeom prst="ellipse">
            <a:avLst/>
          </a:prstGeom>
          <a:solidFill>
            <a:srgbClr val="0F7B8A"/>
          </a:solidFill>
          <a:ln/>
        </p:spPr>
        <p:txBody>
          <a:bodyPr/>
          <a:lstStyle/>
          <a:p>
            <a:endParaRPr lang="en-US"/>
          </a:p>
        </p:txBody>
      </p:sp>
      <p:sp>
        <p:nvSpPr>
          <p:cNvPr id="419" name="Shape 417"/>
          <p:cNvSpPr/>
          <p:nvPr/>
        </p:nvSpPr>
        <p:spPr>
          <a:xfrm>
            <a:off x="10995337" y="2986575"/>
            <a:ext cx="36576" cy="36576"/>
          </a:xfrm>
          <a:prstGeom prst="ellipse">
            <a:avLst/>
          </a:prstGeom>
          <a:solidFill>
            <a:srgbClr val="0F7B8A"/>
          </a:solidFill>
          <a:ln/>
        </p:spPr>
        <p:txBody>
          <a:bodyPr/>
          <a:lstStyle/>
          <a:p>
            <a:endParaRPr lang="en-US"/>
          </a:p>
        </p:txBody>
      </p:sp>
      <p:sp>
        <p:nvSpPr>
          <p:cNvPr id="420" name="Shape 418"/>
          <p:cNvSpPr/>
          <p:nvPr/>
        </p:nvSpPr>
        <p:spPr>
          <a:xfrm>
            <a:off x="10965067" y="2996545"/>
            <a:ext cx="36576" cy="36576"/>
          </a:xfrm>
          <a:prstGeom prst="ellipse">
            <a:avLst/>
          </a:prstGeom>
          <a:solidFill>
            <a:srgbClr val="0F7B8A"/>
          </a:solidFill>
          <a:ln/>
        </p:spPr>
        <p:txBody>
          <a:bodyPr/>
          <a:lstStyle/>
          <a:p>
            <a:endParaRPr lang="en-US"/>
          </a:p>
        </p:txBody>
      </p:sp>
      <p:sp>
        <p:nvSpPr>
          <p:cNvPr id="421" name="Shape 419"/>
          <p:cNvSpPr/>
          <p:nvPr/>
        </p:nvSpPr>
        <p:spPr>
          <a:xfrm>
            <a:off x="10952834" y="3008214"/>
            <a:ext cx="36576" cy="36576"/>
          </a:xfrm>
          <a:prstGeom prst="ellipse">
            <a:avLst/>
          </a:prstGeom>
          <a:solidFill>
            <a:srgbClr val="0F7B8A"/>
          </a:solidFill>
          <a:ln/>
        </p:spPr>
        <p:txBody>
          <a:bodyPr/>
          <a:lstStyle/>
          <a:p>
            <a:endParaRPr lang="en-US"/>
          </a:p>
        </p:txBody>
      </p:sp>
      <p:sp>
        <p:nvSpPr>
          <p:cNvPr id="422" name="Shape 420"/>
          <p:cNvSpPr/>
          <p:nvPr/>
        </p:nvSpPr>
        <p:spPr>
          <a:xfrm>
            <a:off x="10909788" y="3040957"/>
            <a:ext cx="36576" cy="36576"/>
          </a:xfrm>
          <a:prstGeom prst="ellipse">
            <a:avLst/>
          </a:prstGeom>
          <a:solidFill>
            <a:srgbClr val="0F7B8A"/>
          </a:solidFill>
          <a:ln/>
        </p:spPr>
        <p:txBody>
          <a:bodyPr/>
          <a:lstStyle/>
          <a:p>
            <a:endParaRPr lang="en-US"/>
          </a:p>
        </p:txBody>
      </p:sp>
      <p:sp>
        <p:nvSpPr>
          <p:cNvPr id="423" name="Shape 421"/>
          <p:cNvSpPr/>
          <p:nvPr/>
        </p:nvSpPr>
        <p:spPr>
          <a:xfrm>
            <a:off x="10903403" y="3032595"/>
            <a:ext cx="36576" cy="36576"/>
          </a:xfrm>
          <a:prstGeom prst="ellipse">
            <a:avLst/>
          </a:prstGeom>
          <a:solidFill>
            <a:srgbClr val="0F7B8A"/>
          </a:solidFill>
          <a:ln/>
        </p:spPr>
        <p:txBody>
          <a:bodyPr/>
          <a:lstStyle/>
          <a:p>
            <a:endParaRPr lang="en-US"/>
          </a:p>
        </p:txBody>
      </p:sp>
      <p:sp>
        <p:nvSpPr>
          <p:cNvPr id="424" name="Shape 422"/>
          <p:cNvSpPr/>
          <p:nvPr/>
        </p:nvSpPr>
        <p:spPr>
          <a:xfrm>
            <a:off x="10875596" y="3054727"/>
            <a:ext cx="36576" cy="36576"/>
          </a:xfrm>
          <a:prstGeom prst="ellipse">
            <a:avLst/>
          </a:prstGeom>
          <a:solidFill>
            <a:srgbClr val="0F7B8A"/>
          </a:solidFill>
          <a:ln/>
        </p:spPr>
        <p:txBody>
          <a:bodyPr/>
          <a:lstStyle/>
          <a:p>
            <a:endParaRPr lang="en-US"/>
          </a:p>
        </p:txBody>
      </p:sp>
      <p:sp>
        <p:nvSpPr>
          <p:cNvPr id="425" name="Shape 423"/>
          <p:cNvSpPr/>
          <p:nvPr/>
        </p:nvSpPr>
        <p:spPr>
          <a:xfrm>
            <a:off x="10865760" y="3089865"/>
            <a:ext cx="36576" cy="36576"/>
          </a:xfrm>
          <a:prstGeom prst="ellipse">
            <a:avLst/>
          </a:prstGeom>
          <a:solidFill>
            <a:srgbClr val="0F7B8A"/>
          </a:solidFill>
          <a:ln/>
        </p:spPr>
        <p:txBody>
          <a:bodyPr/>
          <a:lstStyle/>
          <a:p>
            <a:endParaRPr lang="en-US"/>
          </a:p>
        </p:txBody>
      </p:sp>
      <p:sp>
        <p:nvSpPr>
          <p:cNvPr id="426" name="Shape 424"/>
          <p:cNvSpPr/>
          <p:nvPr/>
        </p:nvSpPr>
        <p:spPr>
          <a:xfrm>
            <a:off x="10858855" y="3088709"/>
            <a:ext cx="36576" cy="36576"/>
          </a:xfrm>
          <a:prstGeom prst="ellipse">
            <a:avLst/>
          </a:prstGeom>
          <a:solidFill>
            <a:srgbClr val="0F7B8A"/>
          </a:solidFill>
          <a:ln/>
        </p:spPr>
        <p:txBody>
          <a:bodyPr/>
          <a:lstStyle/>
          <a:p>
            <a:endParaRPr lang="en-US"/>
          </a:p>
        </p:txBody>
      </p:sp>
      <p:sp>
        <p:nvSpPr>
          <p:cNvPr id="427" name="Shape 425"/>
          <p:cNvSpPr/>
          <p:nvPr/>
        </p:nvSpPr>
        <p:spPr>
          <a:xfrm>
            <a:off x="10838917" y="3104270"/>
            <a:ext cx="36576" cy="36576"/>
          </a:xfrm>
          <a:prstGeom prst="ellipse">
            <a:avLst/>
          </a:prstGeom>
          <a:solidFill>
            <a:srgbClr val="0F7B8A"/>
          </a:solidFill>
          <a:ln/>
        </p:spPr>
        <p:txBody>
          <a:bodyPr/>
          <a:lstStyle/>
          <a:p>
            <a:endParaRPr lang="en-US"/>
          </a:p>
        </p:txBody>
      </p:sp>
      <p:sp>
        <p:nvSpPr>
          <p:cNvPr id="428" name="Shape 426"/>
          <p:cNvSpPr/>
          <p:nvPr/>
        </p:nvSpPr>
        <p:spPr>
          <a:xfrm>
            <a:off x="10800642" y="3106969"/>
            <a:ext cx="36576" cy="36576"/>
          </a:xfrm>
          <a:prstGeom prst="ellipse">
            <a:avLst/>
          </a:prstGeom>
          <a:solidFill>
            <a:srgbClr val="0F7B8A"/>
          </a:solidFill>
          <a:ln/>
        </p:spPr>
        <p:txBody>
          <a:bodyPr/>
          <a:lstStyle/>
          <a:p>
            <a:endParaRPr lang="en-US"/>
          </a:p>
        </p:txBody>
      </p:sp>
      <p:sp>
        <p:nvSpPr>
          <p:cNvPr id="429" name="Shape 427"/>
          <p:cNvSpPr/>
          <p:nvPr/>
        </p:nvSpPr>
        <p:spPr>
          <a:xfrm>
            <a:off x="10777574" y="3137909"/>
            <a:ext cx="36576" cy="36576"/>
          </a:xfrm>
          <a:prstGeom prst="ellipse">
            <a:avLst/>
          </a:prstGeom>
          <a:solidFill>
            <a:srgbClr val="0F7B8A"/>
          </a:solidFill>
          <a:ln/>
        </p:spPr>
        <p:txBody>
          <a:bodyPr/>
          <a:lstStyle/>
          <a:p>
            <a:endParaRPr lang="en-US"/>
          </a:p>
        </p:txBody>
      </p:sp>
      <p:sp>
        <p:nvSpPr>
          <p:cNvPr id="430" name="Shape 428"/>
          <p:cNvSpPr/>
          <p:nvPr/>
        </p:nvSpPr>
        <p:spPr>
          <a:xfrm>
            <a:off x="10777983" y="3145580"/>
            <a:ext cx="36576" cy="36576"/>
          </a:xfrm>
          <a:prstGeom prst="ellipse">
            <a:avLst/>
          </a:prstGeom>
          <a:solidFill>
            <a:srgbClr val="0F7B8A"/>
          </a:solidFill>
          <a:ln/>
        </p:spPr>
        <p:txBody>
          <a:bodyPr/>
          <a:lstStyle/>
          <a:p>
            <a:endParaRPr lang="en-US"/>
          </a:p>
        </p:txBody>
      </p:sp>
      <p:sp>
        <p:nvSpPr>
          <p:cNvPr id="431" name="Shape 429"/>
          <p:cNvSpPr/>
          <p:nvPr/>
        </p:nvSpPr>
        <p:spPr>
          <a:xfrm>
            <a:off x="10739142" y="3162076"/>
            <a:ext cx="36576" cy="36576"/>
          </a:xfrm>
          <a:prstGeom prst="ellipse">
            <a:avLst/>
          </a:prstGeom>
          <a:solidFill>
            <a:srgbClr val="0F7B8A"/>
          </a:solidFill>
          <a:ln/>
        </p:spPr>
        <p:txBody>
          <a:bodyPr/>
          <a:lstStyle/>
          <a:p>
            <a:endParaRPr lang="en-US"/>
          </a:p>
        </p:txBody>
      </p:sp>
      <p:sp>
        <p:nvSpPr>
          <p:cNvPr id="432" name="Shape 430"/>
          <p:cNvSpPr/>
          <p:nvPr/>
        </p:nvSpPr>
        <p:spPr>
          <a:xfrm>
            <a:off x="10733694" y="3174914"/>
            <a:ext cx="36576" cy="36576"/>
          </a:xfrm>
          <a:prstGeom prst="ellipse">
            <a:avLst/>
          </a:prstGeom>
          <a:solidFill>
            <a:srgbClr val="0F7B8A"/>
          </a:solidFill>
          <a:ln/>
        </p:spPr>
        <p:txBody>
          <a:bodyPr/>
          <a:lstStyle/>
          <a:p>
            <a:endParaRPr lang="en-US"/>
          </a:p>
        </p:txBody>
      </p:sp>
      <p:sp>
        <p:nvSpPr>
          <p:cNvPr id="433" name="Shape 431"/>
          <p:cNvSpPr/>
          <p:nvPr/>
        </p:nvSpPr>
        <p:spPr>
          <a:xfrm>
            <a:off x="10721443" y="3164498"/>
            <a:ext cx="36576" cy="36576"/>
          </a:xfrm>
          <a:prstGeom prst="ellipse">
            <a:avLst/>
          </a:prstGeom>
          <a:solidFill>
            <a:srgbClr val="0F7B8A"/>
          </a:solidFill>
          <a:ln/>
        </p:spPr>
        <p:txBody>
          <a:bodyPr/>
          <a:lstStyle/>
          <a:p>
            <a:endParaRPr lang="en-US"/>
          </a:p>
        </p:txBody>
      </p:sp>
      <p:sp>
        <p:nvSpPr>
          <p:cNvPr id="434" name="Shape 432"/>
          <p:cNvSpPr/>
          <p:nvPr/>
        </p:nvSpPr>
        <p:spPr>
          <a:xfrm>
            <a:off x="10684789" y="3184754"/>
            <a:ext cx="36576" cy="36576"/>
          </a:xfrm>
          <a:prstGeom prst="ellipse">
            <a:avLst/>
          </a:prstGeom>
          <a:solidFill>
            <a:srgbClr val="0F7B8A"/>
          </a:solidFill>
          <a:ln/>
        </p:spPr>
        <p:txBody>
          <a:bodyPr/>
          <a:lstStyle/>
          <a:p>
            <a:endParaRPr lang="en-US"/>
          </a:p>
        </p:txBody>
      </p:sp>
      <p:sp>
        <p:nvSpPr>
          <p:cNvPr id="435" name="Shape 433"/>
          <p:cNvSpPr/>
          <p:nvPr/>
        </p:nvSpPr>
        <p:spPr>
          <a:xfrm>
            <a:off x="10684915" y="3189429"/>
            <a:ext cx="36576" cy="36576"/>
          </a:xfrm>
          <a:prstGeom prst="ellipse">
            <a:avLst/>
          </a:prstGeom>
          <a:solidFill>
            <a:srgbClr val="0F7B8A"/>
          </a:solidFill>
          <a:ln/>
        </p:spPr>
        <p:txBody>
          <a:bodyPr/>
          <a:lstStyle/>
          <a:p>
            <a:endParaRPr lang="en-US"/>
          </a:p>
        </p:txBody>
      </p:sp>
      <p:sp>
        <p:nvSpPr>
          <p:cNvPr id="436" name="Shape 434"/>
          <p:cNvSpPr/>
          <p:nvPr/>
        </p:nvSpPr>
        <p:spPr>
          <a:xfrm>
            <a:off x="10672753" y="3203819"/>
            <a:ext cx="36576" cy="36576"/>
          </a:xfrm>
          <a:prstGeom prst="ellipse">
            <a:avLst/>
          </a:prstGeom>
          <a:solidFill>
            <a:srgbClr val="0F7B8A"/>
          </a:solidFill>
          <a:ln/>
        </p:spPr>
        <p:txBody>
          <a:bodyPr/>
          <a:lstStyle/>
          <a:p>
            <a:endParaRPr lang="en-US"/>
          </a:p>
        </p:txBody>
      </p:sp>
      <p:sp>
        <p:nvSpPr>
          <p:cNvPr id="437" name="Shape 435"/>
          <p:cNvSpPr/>
          <p:nvPr/>
        </p:nvSpPr>
        <p:spPr>
          <a:xfrm>
            <a:off x="10653245" y="3227922"/>
            <a:ext cx="36576" cy="36576"/>
          </a:xfrm>
          <a:prstGeom prst="ellipse">
            <a:avLst/>
          </a:prstGeom>
          <a:solidFill>
            <a:srgbClr val="0F7B8A"/>
          </a:solidFill>
          <a:ln/>
        </p:spPr>
        <p:txBody>
          <a:bodyPr/>
          <a:lstStyle/>
          <a:p>
            <a:endParaRPr lang="en-US"/>
          </a:p>
        </p:txBody>
      </p:sp>
      <p:sp>
        <p:nvSpPr>
          <p:cNvPr id="438" name="Shape 436"/>
          <p:cNvSpPr/>
          <p:nvPr/>
        </p:nvSpPr>
        <p:spPr>
          <a:xfrm>
            <a:off x="10622289" y="3240420"/>
            <a:ext cx="36576" cy="36576"/>
          </a:xfrm>
          <a:prstGeom prst="ellipse">
            <a:avLst/>
          </a:prstGeom>
          <a:solidFill>
            <a:srgbClr val="0F7B8A"/>
          </a:solidFill>
          <a:ln/>
        </p:spPr>
        <p:txBody>
          <a:bodyPr/>
          <a:lstStyle/>
          <a:p>
            <a:endParaRPr lang="en-US"/>
          </a:p>
        </p:txBody>
      </p:sp>
      <p:sp>
        <p:nvSpPr>
          <p:cNvPr id="439" name="Shape 437"/>
          <p:cNvSpPr/>
          <p:nvPr/>
        </p:nvSpPr>
        <p:spPr>
          <a:xfrm>
            <a:off x="10609049" y="3249500"/>
            <a:ext cx="36576" cy="36576"/>
          </a:xfrm>
          <a:prstGeom prst="ellipse">
            <a:avLst/>
          </a:prstGeom>
          <a:solidFill>
            <a:srgbClr val="0F7B8A"/>
          </a:solidFill>
          <a:ln/>
        </p:spPr>
        <p:txBody>
          <a:bodyPr/>
          <a:lstStyle/>
          <a:p>
            <a:endParaRPr lang="en-US"/>
          </a:p>
        </p:txBody>
      </p:sp>
      <p:sp>
        <p:nvSpPr>
          <p:cNvPr id="440" name="Shape 438"/>
          <p:cNvSpPr/>
          <p:nvPr/>
        </p:nvSpPr>
        <p:spPr>
          <a:xfrm>
            <a:off x="10578031" y="3270642"/>
            <a:ext cx="36576" cy="36576"/>
          </a:xfrm>
          <a:prstGeom prst="ellipse">
            <a:avLst/>
          </a:prstGeom>
          <a:solidFill>
            <a:srgbClr val="0F7B8A"/>
          </a:solidFill>
          <a:ln/>
        </p:spPr>
        <p:txBody>
          <a:bodyPr/>
          <a:lstStyle/>
          <a:p>
            <a:endParaRPr lang="en-US"/>
          </a:p>
        </p:txBody>
      </p:sp>
      <p:sp>
        <p:nvSpPr>
          <p:cNvPr id="441" name="Shape 439"/>
          <p:cNvSpPr/>
          <p:nvPr/>
        </p:nvSpPr>
        <p:spPr>
          <a:xfrm>
            <a:off x="10565183" y="3284455"/>
            <a:ext cx="36576" cy="36576"/>
          </a:xfrm>
          <a:prstGeom prst="ellipse">
            <a:avLst/>
          </a:prstGeom>
          <a:solidFill>
            <a:srgbClr val="0F7B8A"/>
          </a:solidFill>
          <a:ln/>
        </p:spPr>
        <p:txBody>
          <a:bodyPr/>
          <a:lstStyle/>
          <a:p>
            <a:endParaRPr lang="en-US"/>
          </a:p>
        </p:txBody>
      </p:sp>
      <p:sp>
        <p:nvSpPr>
          <p:cNvPr id="442" name="Shape 440"/>
          <p:cNvSpPr/>
          <p:nvPr/>
        </p:nvSpPr>
        <p:spPr>
          <a:xfrm>
            <a:off x="10538739" y="3305821"/>
            <a:ext cx="36576" cy="36576"/>
          </a:xfrm>
          <a:prstGeom prst="ellipse">
            <a:avLst/>
          </a:prstGeom>
          <a:solidFill>
            <a:srgbClr val="0F7B8A"/>
          </a:solidFill>
          <a:ln/>
        </p:spPr>
        <p:txBody>
          <a:bodyPr/>
          <a:lstStyle/>
          <a:p>
            <a:endParaRPr lang="en-US"/>
          </a:p>
        </p:txBody>
      </p:sp>
      <p:sp>
        <p:nvSpPr>
          <p:cNvPr id="443" name="Shape 441"/>
          <p:cNvSpPr/>
          <p:nvPr/>
        </p:nvSpPr>
        <p:spPr>
          <a:xfrm>
            <a:off x="10529360" y="3298790"/>
            <a:ext cx="36576" cy="36576"/>
          </a:xfrm>
          <a:prstGeom prst="ellipse">
            <a:avLst/>
          </a:prstGeom>
          <a:solidFill>
            <a:srgbClr val="0F7B8A"/>
          </a:solidFill>
          <a:ln/>
        </p:spPr>
        <p:txBody>
          <a:bodyPr/>
          <a:lstStyle/>
          <a:p>
            <a:endParaRPr lang="en-US"/>
          </a:p>
        </p:txBody>
      </p:sp>
      <p:sp>
        <p:nvSpPr>
          <p:cNvPr id="444" name="Shape 442"/>
          <p:cNvSpPr/>
          <p:nvPr/>
        </p:nvSpPr>
        <p:spPr>
          <a:xfrm>
            <a:off x="10519592" y="3320830"/>
            <a:ext cx="36576" cy="36576"/>
          </a:xfrm>
          <a:prstGeom prst="ellipse">
            <a:avLst/>
          </a:prstGeom>
          <a:solidFill>
            <a:srgbClr val="0F7B8A"/>
          </a:solidFill>
          <a:ln/>
        </p:spPr>
        <p:txBody>
          <a:bodyPr/>
          <a:lstStyle/>
          <a:p>
            <a:endParaRPr lang="en-US"/>
          </a:p>
        </p:txBody>
      </p:sp>
      <p:sp>
        <p:nvSpPr>
          <p:cNvPr id="445" name="Shape 443"/>
          <p:cNvSpPr/>
          <p:nvPr/>
        </p:nvSpPr>
        <p:spPr>
          <a:xfrm>
            <a:off x="10510070" y="3330067"/>
            <a:ext cx="36576" cy="36576"/>
          </a:xfrm>
          <a:prstGeom prst="ellipse">
            <a:avLst/>
          </a:prstGeom>
          <a:solidFill>
            <a:srgbClr val="0F7B8A"/>
          </a:solidFill>
          <a:ln/>
        </p:spPr>
        <p:txBody>
          <a:bodyPr/>
          <a:lstStyle/>
          <a:p>
            <a:endParaRPr lang="en-US"/>
          </a:p>
        </p:txBody>
      </p:sp>
      <p:sp>
        <p:nvSpPr>
          <p:cNvPr id="446" name="Shape 444"/>
          <p:cNvSpPr/>
          <p:nvPr/>
        </p:nvSpPr>
        <p:spPr>
          <a:xfrm>
            <a:off x="11167047" y="4932096"/>
            <a:ext cx="36576" cy="36576"/>
          </a:xfrm>
          <a:prstGeom prst="ellipse">
            <a:avLst/>
          </a:prstGeom>
          <a:solidFill>
            <a:srgbClr val="0F7B8A"/>
          </a:solidFill>
          <a:ln/>
        </p:spPr>
        <p:txBody>
          <a:bodyPr/>
          <a:lstStyle/>
          <a:p>
            <a:endParaRPr lang="en-US"/>
          </a:p>
        </p:txBody>
      </p:sp>
      <p:sp>
        <p:nvSpPr>
          <p:cNvPr id="447" name="Shape 445"/>
          <p:cNvSpPr/>
          <p:nvPr/>
        </p:nvSpPr>
        <p:spPr>
          <a:xfrm>
            <a:off x="11167275" y="4916588"/>
            <a:ext cx="36576" cy="36576"/>
          </a:xfrm>
          <a:prstGeom prst="ellipse">
            <a:avLst/>
          </a:prstGeom>
          <a:solidFill>
            <a:srgbClr val="0F7B8A"/>
          </a:solidFill>
          <a:ln/>
        </p:spPr>
        <p:txBody>
          <a:bodyPr/>
          <a:lstStyle/>
          <a:p>
            <a:endParaRPr lang="en-US"/>
          </a:p>
        </p:txBody>
      </p:sp>
      <p:sp>
        <p:nvSpPr>
          <p:cNvPr id="448" name="Shape 446"/>
          <p:cNvSpPr/>
          <p:nvPr/>
        </p:nvSpPr>
        <p:spPr>
          <a:xfrm>
            <a:off x="11066128" y="4927493"/>
            <a:ext cx="36576" cy="36576"/>
          </a:xfrm>
          <a:prstGeom prst="ellipse">
            <a:avLst/>
          </a:prstGeom>
          <a:solidFill>
            <a:srgbClr val="0F7B8A"/>
          </a:solidFill>
          <a:ln/>
        </p:spPr>
        <p:txBody>
          <a:bodyPr/>
          <a:lstStyle/>
          <a:p>
            <a:endParaRPr lang="en-US"/>
          </a:p>
        </p:txBody>
      </p:sp>
      <p:sp>
        <p:nvSpPr>
          <p:cNvPr id="449" name="Shape 447"/>
          <p:cNvSpPr/>
          <p:nvPr/>
        </p:nvSpPr>
        <p:spPr>
          <a:xfrm>
            <a:off x="10977959" y="4924482"/>
            <a:ext cx="36576" cy="36576"/>
          </a:xfrm>
          <a:prstGeom prst="ellipse">
            <a:avLst/>
          </a:prstGeom>
          <a:solidFill>
            <a:srgbClr val="0F7B8A"/>
          </a:solidFill>
          <a:ln/>
        </p:spPr>
        <p:txBody>
          <a:bodyPr/>
          <a:lstStyle/>
          <a:p>
            <a:endParaRPr lang="en-US"/>
          </a:p>
        </p:txBody>
      </p:sp>
      <p:sp>
        <p:nvSpPr>
          <p:cNvPr id="450" name="Shape 448"/>
          <p:cNvSpPr/>
          <p:nvPr/>
        </p:nvSpPr>
        <p:spPr>
          <a:xfrm>
            <a:off x="10959135" y="4922707"/>
            <a:ext cx="36576" cy="36576"/>
          </a:xfrm>
          <a:prstGeom prst="ellipse">
            <a:avLst/>
          </a:prstGeom>
          <a:solidFill>
            <a:srgbClr val="0F7B8A"/>
          </a:solidFill>
          <a:ln/>
        </p:spPr>
        <p:txBody>
          <a:bodyPr/>
          <a:lstStyle/>
          <a:p>
            <a:endParaRPr lang="en-US"/>
          </a:p>
        </p:txBody>
      </p:sp>
      <p:sp>
        <p:nvSpPr>
          <p:cNvPr id="451" name="Shape 449"/>
          <p:cNvSpPr/>
          <p:nvPr/>
        </p:nvSpPr>
        <p:spPr>
          <a:xfrm>
            <a:off x="10869061" y="4912315"/>
            <a:ext cx="36576" cy="36576"/>
          </a:xfrm>
          <a:prstGeom prst="ellipse">
            <a:avLst/>
          </a:prstGeom>
          <a:solidFill>
            <a:srgbClr val="0F7B8A"/>
          </a:solidFill>
          <a:ln/>
        </p:spPr>
        <p:txBody>
          <a:bodyPr/>
          <a:lstStyle/>
          <a:p>
            <a:endParaRPr lang="en-US"/>
          </a:p>
        </p:txBody>
      </p:sp>
      <p:sp>
        <p:nvSpPr>
          <p:cNvPr id="452" name="Shape 450"/>
          <p:cNvSpPr/>
          <p:nvPr/>
        </p:nvSpPr>
        <p:spPr>
          <a:xfrm>
            <a:off x="10811050" y="4916868"/>
            <a:ext cx="36576" cy="36576"/>
          </a:xfrm>
          <a:prstGeom prst="ellipse">
            <a:avLst/>
          </a:prstGeom>
          <a:solidFill>
            <a:srgbClr val="0F7B8A"/>
          </a:solidFill>
          <a:ln/>
        </p:spPr>
        <p:txBody>
          <a:bodyPr/>
          <a:lstStyle/>
          <a:p>
            <a:endParaRPr lang="en-US"/>
          </a:p>
        </p:txBody>
      </p:sp>
      <p:sp>
        <p:nvSpPr>
          <p:cNvPr id="453" name="Shape 451"/>
          <p:cNvSpPr/>
          <p:nvPr/>
        </p:nvSpPr>
        <p:spPr>
          <a:xfrm>
            <a:off x="10760591" y="4926089"/>
            <a:ext cx="36576" cy="36576"/>
          </a:xfrm>
          <a:prstGeom prst="ellipse">
            <a:avLst/>
          </a:prstGeom>
          <a:solidFill>
            <a:srgbClr val="0F7B8A"/>
          </a:solidFill>
          <a:ln/>
        </p:spPr>
        <p:txBody>
          <a:bodyPr/>
          <a:lstStyle/>
          <a:p>
            <a:endParaRPr lang="en-US"/>
          </a:p>
        </p:txBody>
      </p:sp>
      <p:sp>
        <p:nvSpPr>
          <p:cNvPr id="454" name="Shape 452"/>
          <p:cNvSpPr/>
          <p:nvPr/>
        </p:nvSpPr>
        <p:spPr>
          <a:xfrm>
            <a:off x="10655935" y="4906550"/>
            <a:ext cx="36576" cy="36576"/>
          </a:xfrm>
          <a:prstGeom prst="ellipse">
            <a:avLst/>
          </a:prstGeom>
          <a:solidFill>
            <a:srgbClr val="0F7B8A"/>
          </a:solidFill>
          <a:ln/>
        </p:spPr>
        <p:txBody>
          <a:bodyPr/>
          <a:lstStyle/>
          <a:p>
            <a:endParaRPr lang="en-US"/>
          </a:p>
        </p:txBody>
      </p:sp>
      <p:sp>
        <p:nvSpPr>
          <p:cNvPr id="455" name="Shape 453"/>
          <p:cNvSpPr/>
          <p:nvPr/>
        </p:nvSpPr>
        <p:spPr>
          <a:xfrm>
            <a:off x="10608374" y="4927784"/>
            <a:ext cx="36576" cy="36576"/>
          </a:xfrm>
          <a:prstGeom prst="ellipse">
            <a:avLst/>
          </a:prstGeom>
          <a:solidFill>
            <a:srgbClr val="0F7B8A"/>
          </a:solidFill>
          <a:ln/>
        </p:spPr>
        <p:txBody>
          <a:bodyPr/>
          <a:lstStyle/>
          <a:p>
            <a:endParaRPr lang="en-US"/>
          </a:p>
        </p:txBody>
      </p:sp>
      <p:sp>
        <p:nvSpPr>
          <p:cNvPr id="456" name="Shape 454"/>
          <p:cNvSpPr/>
          <p:nvPr/>
        </p:nvSpPr>
        <p:spPr>
          <a:xfrm>
            <a:off x="10561789" y="4923240"/>
            <a:ext cx="36576" cy="36576"/>
          </a:xfrm>
          <a:prstGeom prst="ellipse">
            <a:avLst/>
          </a:prstGeom>
          <a:solidFill>
            <a:srgbClr val="0F7B8A"/>
          </a:solidFill>
          <a:ln/>
        </p:spPr>
        <p:txBody>
          <a:bodyPr/>
          <a:lstStyle/>
          <a:p>
            <a:endParaRPr lang="en-US"/>
          </a:p>
        </p:txBody>
      </p:sp>
      <p:sp>
        <p:nvSpPr>
          <p:cNvPr id="457" name="Shape 455"/>
          <p:cNvSpPr/>
          <p:nvPr/>
        </p:nvSpPr>
        <p:spPr>
          <a:xfrm>
            <a:off x="10503033" y="4914948"/>
            <a:ext cx="36576" cy="36576"/>
          </a:xfrm>
          <a:prstGeom prst="ellipse">
            <a:avLst/>
          </a:prstGeom>
          <a:solidFill>
            <a:srgbClr val="0F7B8A"/>
          </a:solidFill>
          <a:ln/>
        </p:spPr>
        <p:txBody>
          <a:bodyPr/>
          <a:lstStyle/>
          <a:p>
            <a:endParaRPr lang="en-US"/>
          </a:p>
        </p:txBody>
      </p:sp>
      <p:sp>
        <p:nvSpPr>
          <p:cNvPr id="458" name="Shape 456"/>
          <p:cNvSpPr/>
          <p:nvPr/>
        </p:nvSpPr>
        <p:spPr>
          <a:xfrm>
            <a:off x="10378935" y="4921574"/>
            <a:ext cx="36576" cy="36576"/>
          </a:xfrm>
          <a:prstGeom prst="ellipse">
            <a:avLst/>
          </a:prstGeom>
          <a:solidFill>
            <a:srgbClr val="0F7B8A"/>
          </a:solidFill>
          <a:ln/>
        </p:spPr>
        <p:txBody>
          <a:bodyPr/>
          <a:lstStyle/>
          <a:p>
            <a:endParaRPr lang="en-US"/>
          </a:p>
        </p:txBody>
      </p:sp>
      <p:sp>
        <p:nvSpPr>
          <p:cNvPr id="459" name="Shape 457"/>
          <p:cNvSpPr/>
          <p:nvPr/>
        </p:nvSpPr>
        <p:spPr>
          <a:xfrm>
            <a:off x="10322017" y="4926902"/>
            <a:ext cx="36576" cy="36576"/>
          </a:xfrm>
          <a:prstGeom prst="ellipse">
            <a:avLst/>
          </a:prstGeom>
          <a:solidFill>
            <a:srgbClr val="0F7B8A"/>
          </a:solidFill>
          <a:ln/>
        </p:spPr>
        <p:txBody>
          <a:bodyPr/>
          <a:lstStyle/>
          <a:p>
            <a:endParaRPr lang="en-US"/>
          </a:p>
        </p:txBody>
      </p:sp>
      <p:sp>
        <p:nvSpPr>
          <p:cNvPr id="460" name="Shape 458"/>
          <p:cNvSpPr/>
          <p:nvPr/>
        </p:nvSpPr>
        <p:spPr>
          <a:xfrm>
            <a:off x="10246483" y="4917944"/>
            <a:ext cx="36576" cy="36576"/>
          </a:xfrm>
          <a:prstGeom prst="ellipse">
            <a:avLst/>
          </a:prstGeom>
          <a:solidFill>
            <a:srgbClr val="0F7B8A"/>
          </a:solidFill>
          <a:ln/>
        </p:spPr>
        <p:txBody>
          <a:bodyPr/>
          <a:lstStyle/>
          <a:p>
            <a:endParaRPr lang="en-US"/>
          </a:p>
        </p:txBody>
      </p:sp>
      <p:sp>
        <p:nvSpPr>
          <p:cNvPr id="461" name="Shape 459"/>
          <p:cNvSpPr/>
          <p:nvPr/>
        </p:nvSpPr>
        <p:spPr>
          <a:xfrm>
            <a:off x="10227614" y="4919931"/>
            <a:ext cx="36576" cy="36576"/>
          </a:xfrm>
          <a:prstGeom prst="ellipse">
            <a:avLst/>
          </a:prstGeom>
          <a:solidFill>
            <a:srgbClr val="0F7B8A"/>
          </a:solidFill>
          <a:ln/>
        </p:spPr>
        <p:txBody>
          <a:bodyPr/>
          <a:lstStyle/>
          <a:p>
            <a:endParaRPr lang="en-US"/>
          </a:p>
        </p:txBody>
      </p:sp>
      <p:sp>
        <p:nvSpPr>
          <p:cNvPr id="462" name="Shape 460"/>
          <p:cNvSpPr/>
          <p:nvPr/>
        </p:nvSpPr>
        <p:spPr>
          <a:xfrm>
            <a:off x="10114021" y="4931713"/>
            <a:ext cx="36576" cy="36576"/>
          </a:xfrm>
          <a:prstGeom prst="ellipse">
            <a:avLst/>
          </a:prstGeom>
          <a:solidFill>
            <a:srgbClr val="0F7B8A"/>
          </a:solidFill>
          <a:ln/>
        </p:spPr>
        <p:txBody>
          <a:bodyPr/>
          <a:lstStyle/>
          <a:p>
            <a:endParaRPr lang="en-US"/>
          </a:p>
        </p:txBody>
      </p:sp>
      <p:sp>
        <p:nvSpPr>
          <p:cNvPr id="463" name="Shape 461"/>
          <p:cNvSpPr/>
          <p:nvPr/>
        </p:nvSpPr>
        <p:spPr>
          <a:xfrm>
            <a:off x="10111068" y="4908139"/>
            <a:ext cx="36576" cy="36576"/>
          </a:xfrm>
          <a:prstGeom prst="ellipse">
            <a:avLst/>
          </a:prstGeom>
          <a:solidFill>
            <a:srgbClr val="0F7B8A"/>
          </a:solidFill>
          <a:ln/>
        </p:spPr>
        <p:txBody>
          <a:bodyPr/>
          <a:lstStyle/>
          <a:p>
            <a:endParaRPr lang="en-US"/>
          </a:p>
        </p:txBody>
      </p:sp>
      <p:sp>
        <p:nvSpPr>
          <p:cNvPr id="464" name="Shape 462"/>
          <p:cNvSpPr/>
          <p:nvPr/>
        </p:nvSpPr>
        <p:spPr>
          <a:xfrm>
            <a:off x="10024189" y="4912925"/>
            <a:ext cx="36576" cy="36576"/>
          </a:xfrm>
          <a:prstGeom prst="ellipse">
            <a:avLst/>
          </a:prstGeom>
          <a:solidFill>
            <a:srgbClr val="0F7B8A"/>
          </a:solidFill>
          <a:ln/>
        </p:spPr>
        <p:txBody>
          <a:bodyPr/>
          <a:lstStyle/>
          <a:p>
            <a:endParaRPr lang="en-US"/>
          </a:p>
        </p:txBody>
      </p:sp>
      <p:sp>
        <p:nvSpPr>
          <p:cNvPr id="465" name="Shape 463"/>
          <p:cNvSpPr/>
          <p:nvPr/>
        </p:nvSpPr>
        <p:spPr>
          <a:xfrm>
            <a:off x="9964874" y="4910472"/>
            <a:ext cx="36576" cy="36576"/>
          </a:xfrm>
          <a:prstGeom prst="ellipse">
            <a:avLst/>
          </a:prstGeom>
          <a:solidFill>
            <a:srgbClr val="0F7B8A"/>
          </a:solidFill>
          <a:ln/>
        </p:spPr>
        <p:txBody>
          <a:bodyPr/>
          <a:lstStyle/>
          <a:p>
            <a:endParaRPr lang="en-US"/>
          </a:p>
        </p:txBody>
      </p:sp>
      <p:sp>
        <p:nvSpPr>
          <p:cNvPr id="466" name="Shape 464"/>
          <p:cNvSpPr/>
          <p:nvPr/>
        </p:nvSpPr>
        <p:spPr>
          <a:xfrm>
            <a:off x="9860402" y="4906313"/>
            <a:ext cx="36576" cy="36576"/>
          </a:xfrm>
          <a:prstGeom prst="ellipse">
            <a:avLst/>
          </a:prstGeom>
          <a:solidFill>
            <a:srgbClr val="0F7B8A"/>
          </a:solidFill>
          <a:ln/>
        </p:spPr>
        <p:txBody>
          <a:bodyPr/>
          <a:lstStyle/>
          <a:p>
            <a:endParaRPr lang="en-US"/>
          </a:p>
        </p:txBody>
      </p:sp>
      <p:sp>
        <p:nvSpPr>
          <p:cNvPr id="467" name="Shape 465"/>
          <p:cNvSpPr/>
          <p:nvPr/>
        </p:nvSpPr>
        <p:spPr>
          <a:xfrm>
            <a:off x="9818627" y="4914570"/>
            <a:ext cx="36576" cy="36576"/>
          </a:xfrm>
          <a:prstGeom prst="ellipse">
            <a:avLst/>
          </a:prstGeom>
          <a:solidFill>
            <a:srgbClr val="0F7B8A"/>
          </a:solidFill>
          <a:ln/>
        </p:spPr>
        <p:txBody>
          <a:bodyPr/>
          <a:lstStyle/>
          <a:p>
            <a:endParaRPr lang="en-US"/>
          </a:p>
        </p:txBody>
      </p:sp>
      <p:sp>
        <p:nvSpPr>
          <p:cNvPr id="468" name="Shape 466"/>
          <p:cNvSpPr/>
          <p:nvPr/>
        </p:nvSpPr>
        <p:spPr>
          <a:xfrm>
            <a:off x="9718188" y="4917516"/>
            <a:ext cx="36576" cy="36576"/>
          </a:xfrm>
          <a:prstGeom prst="ellipse">
            <a:avLst/>
          </a:prstGeom>
          <a:solidFill>
            <a:srgbClr val="0F7B8A"/>
          </a:solidFill>
          <a:ln/>
        </p:spPr>
        <p:txBody>
          <a:bodyPr/>
          <a:lstStyle/>
          <a:p>
            <a:endParaRPr lang="en-US"/>
          </a:p>
        </p:txBody>
      </p:sp>
      <p:sp>
        <p:nvSpPr>
          <p:cNvPr id="469" name="Shape 467"/>
          <p:cNvSpPr/>
          <p:nvPr/>
        </p:nvSpPr>
        <p:spPr>
          <a:xfrm>
            <a:off x="9659341" y="4908636"/>
            <a:ext cx="36576" cy="36576"/>
          </a:xfrm>
          <a:prstGeom prst="ellipse">
            <a:avLst/>
          </a:prstGeom>
          <a:solidFill>
            <a:srgbClr val="0F7B8A"/>
          </a:solidFill>
          <a:ln/>
        </p:spPr>
        <p:txBody>
          <a:bodyPr/>
          <a:lstStyle/>
          <a:p>
            <a:endParaRPr lang="en-US"/>
          </a:p>
        </p:txBody>
      </p:sp>
      <p:sp>
        <p:nvSpPr>
          <p:cNvPr id="470" name="Shape 468"/>
          <p:cNvSpPr/>
          <p:nvPr/>
        </p:nvSpPr>
        <p:spPr>
          <a:xfrm>
            <a:off x="9602076" y="4910755"/>
            <a:ext cx="36576" cy="36576"/>
          </a:xfrm>
          <a:prstGeom prst="ellipse">
            <a:avLst/>
          </a:prstGeom>
          <a:solidFill>
            <a:srgbClr val="0F7B8A"/>
          </a:solidFill>
          <a:ln/>
        </p:spPr>
        <p:txBody>
          <a:bodyPr/>
          <a:lstStyle/>
          <a:p>
            <a:endParaRPr lang="en-US"/>
          </a:p>
        </p:txBody>
      </p:sp>
      <p:sp>
        <p:nvSpPr>
          <p:cNvPr id="471" name="Shape 469"/>
          <p:cNvSpPr/>
          <p:nvPr/>
        </p:nvSpPr>
        <p:spPr>
          <a:xfrm>
            <a:off x="9547898" y="4932581"/>
            <a:ext cx="36576" cy="36576"/>
          </a:xfrm>
          <a:prstGeom prst="ellipse">
            <a:avLst/>
          </a:prstGeom>
          <a:solidFill>
            <a:srgbClr val="0F7B8A"/>
          </a:solidFill>
          <a:ln/>
        </p:spPr>
        <p:txBody>
          <a:bodyPr/>
          <a:lstStyle/>
          <a:p>
            <a:endParaRPr lang="en-US"/>
          </a:p>
        </p:txBody>
      </p:sp>
      <p:sp>
        <p:nvSpPr>
          <p:cNvPr id="472" name="Shape 470"/>
          <p:cNvSpPr/>
          <p:nvPr/>
        </p:nvSpPr>
        <p:spPr>
          <a:xfrm>
            <a:off x="9491840" y="4908893"/>
            <a:ext cx="36576" cy="36576"/>
          </a:xfrm>
          <a:prstGeom prst="ellipse">
            <a:avLst/>
          </a:prstGeom>
          <a:solidFill>
            <a:srgbClr val="0F7B8A"/>
          </a:solidFill>
          <a:ln/>
        </p:spPr>
        <p:txBody>
          <a:bodyPr/>
          <a:lstStyle/>
          <a:p>
            <a:endParaRPr lang="en-US"/>
          </a:p>
        </p:txBody>
      </p:sp>
      <p:sp>
        <p:nvSpPr>
          <p:cNvPr id="473" name="Shape 471"/>
          <p:cNvSpPr/>
          <p:nvPr/>
        </p:nvSpPr>
        <p:spPr>
          <a:xfrm>
            <a:off x="9411081" y="4925011"/>
            <a:ext cx="36576" cy="36576"/>
          </a:xfrm>
          <a:prstGeom prst="ellipse">
            <a:avLst/>
          </a:prstGeom>
          <a:solidFill>
            <a:srgbClr val="0F7B8A"/>
          </a:solidFill>
          <a:ln/>
        </p:spPr>
        <p:txBody>
          <a:bodyPr/>
          <a:lstStyle/>
          <a:p>
            <a:endParaRPr lang="en-US"/>
          </a:p>
        </p:txBody>
      </p:sp>
      <p:sp>
        <p:nvSpPr>
          <p:cNvPr id="474" name="Shape 472"/>
          <p:cNvSpPr/>
          <p:nvPr/>
        </p:nvSpPr>
        <p:spPr>
          <a:xfrm>
            <a:off x="9345044" y="4922792"/>
            <a:ext cx="36576" cy="36576"/>
          </a:xfrm>
          <a:prstGeom prst="ellipse">
            <a:avLst/>
          </a:prstGeom>
          <a:solidFill>
            <a:srgbClr val="0F7B8A"/>
          </a:solidFill>
          <a:ln/>
        </p:spPr>
        <p:txBody>
          <a:bodyPr/>
          <a:lstStyle/>
          <a:p>
            <a:endParaRPr lang="en-US"/>
          </a:p>
        </p:txBody>
      </p:sp>
      <p:sp>
        <p:nvSpPr>
          <p:cNvPr id="475" name="Shape 473"/>
          <p:cNvSpPr/>
          <p:nvPr/>
        </p:nvSpPr>
        <p:spPr>
          <a:xfrm>
            <a:off x="9275920" y="4930321"/>
            <a:ext cx="36576" cy="36576"/>
          </a:xfrm>
          <a:prstGeom prst="ellipse">
            <a:avLst/>
          </a:prstGeom>
          <a:solidFill>
            <a:srgbClr val="0F7B8A"/>
          </a:solidFill>
          <a:ln/>
        </p:spPr>
        <p:txBody>
          <a:bodyPr/>
          <a:lstStyle/>
          <a:p>
            <a:endParaRPr lang="en-US"/>
          </a:p>
        </p:txBody>
      </p:sp>
      <p:sp>
        <p:nvSpPr>
          <p:cNvPr id="476" name="Shape 474"/>
          <p:cNvSpPr/>
          <p:nvPr/>
        </p:nvSpPr>
        <p:spPr>
          <a:xfrm>
            <a:off x="9187899" y="4911793"/>
            <a:ext cx="36576" cy="36576"/>
          </a:xfrm>
          <a:prstGeom prst="ellipse">
            <a:avLst/>
          </a:prstGeom>
          <a:solidFill>
            <a:srgbClr val="0F7B8A"/>
          </a:solidFill>
          <a:ln/>
        </p:spPr>
        <p:txBody>
          <a:bodyPr/>
          <a:lstStyle/>
          <a:p>
            <a:endParaRPr lang="en-US"/>
          </a:p>
        </p:txBody>
      </p:sp>
      <p:sp>
        <p:nvSpPr>
          <p:cNvPr id="477" name="Shape 475"/>
          <p:cNvSpPr/>
          <p:nvPr/>
        </p:nvSpPr>
        <p:spPr>
          <a:xfrm>
            <a:off x="9127997" y="4923153"/>
            <a:ext cx="36576" cy="36576"/>
          </a:xfrm>
          <a:prstGeom prst="ellipse">
            <a:avLst/>
          </a:prstGeom>
          <a:solidFill>
            <a:srgbClr val="0F7B8A"/>
          </a:solidFill>
          <a:ln/>
        </p:spPr>
        <p:txBody>
          <a:bodyPr/>
          <a:lstStyle/>
          <a:p>
            <a:endParaRPr lang="en-US"/>
          </a:p>
        </p:txBody>
      </p:sp>
      <p:sp>
        <p:nvSpPr>
          <p:cNvPr id="478" name="Shape 476"/>
          <p:cNvSpPr/>
          <p:nvPr/>
        </p:nvSpPr>
        <p:spPr>
          <a:xfrm>
            <a:off x="9097533" y="4926897"/>
            <a:ext cx="36576" cy="36576"/>
          </a:xfrm>
          <a:prstGeom prst="ellipse">
            <a:avLst/>
          </a:prstGeom>
          <a:solidFill>
            <a:srgbClr val="0F7B8A"/>
          </a:solidFill>
          <a:ln/>
        </p:spPr>
        <p:txBody>
          <a:bodyPr/>
          <a:lstStyle/>
          <a:p>
            <a:endParaRPr lang="en-US"/>
          </a:p>
        </p:txBody>
      </p:sp>
      <p:sp>
        <p:nvSpPr>
          <p:cNvPr id="479" name="Shape 477"/>
          <p:cNvSpPr/>
          <p:nvPr/>
        </p:nvSpPr>
        <p:spPr>
          <a:xfrm>
            <a:off x="9014351" y="4926799"/>
            <a:ext cx="36576" cy="36576"/>
          </a:xfrm>
          <a:prstGeom prst="ellipse">
            <a:avLst/>
          </a:prstGeom>
          <a:solidFill>
            <a:srgbClr val="0F7B8A"/>
          </a:solidFill>
          <a:ln/>
        </p:spPr>
        <p:txBody>
          <a:bodyPr/>
          <a:lstStyle/>
          <a:p>
            <a:endParaRPr lang="en-US"/>
          </a:p>
        </p:txBody>
      </p:sp>
      <p:sp>
        <p:nvSpPr>
          <p:cNvPr id="480" name="Shape 478"/>
          <p:cNvSpPr/>
          <p:nvPr/>
        </p:nvSpPr>
        <p:spPr>
          <a:xfrm>
            <a:off x="8926757" y="4923203"/>
            <a:ext cx="36576" cy="36576"/>
          </a:xfrm>
          <a:prstGeom prst="ellipse">
            <a:avLst/>
          </a:prstGeom>
          <a:solidFill>
            <a:srgbClr val="0F7B8A"/>
          </a:solidFill>
          <a:ln/>
        </p:spPr>
        <p:txBody>
          <a:bodyPr/>
          <a:lstStyle/>
          <a:p>
            <a:endParaRPr lang="en-US"/>
          </a:p>
        </p:txBody>
      </p:sp>
      <p:sp>
        <p:nvSpPr>
          <p:cNvPr id="481" name="Shape 479"/>
          <p:cNvSpPr/>
          <p:nvPr/>
        </p:nvSpPr>
        <p:spPr>
          <a:xfrm>
            <a:off x="8866141" y="4922606"/>
            <a:ext cx="36576" cy="36576"/>
          </a:xfrm>
          <a:prstGeom prst="ellipse">
            <a:avLst/>
          </a:prstGeom>
          <a:solidFill>
            <a:srgbClr val="0F7B8A"/>
          </a:solidFill>
          <a:ln/>
        </p:spPr>
        <p:txBody>
          <a:bodyPr/>
          <a:lstStyle/>
          <a:p>
            <a:endParaRPr lang="en-US"/>
          </a:p>
        </p:txBody>
      </p:sp>
      <p:sp>
        <p:nvSpPr>
          <p:cNvPr id="482" name="Shape 480"/>
          <p:cNvSpPr/>
          <p:nvPr/>
        </p:nvSpPr>
        <p:spPr>
          <a:xfrm>
            <a:off x="8795222" y="4925965"/>
            <a:ext cx="36576" cy="36576"/>
          </a:xfrm>
          <a:prstGeom prst="ellipse">
            <a:avLst/>
          </a:prstGeom>
          <a:solidFill>
            <a:srgbClr val="0F7B8A"/>
          </a:solidFill>
          <a:ln/>
        </p:spPr>
        <p:txBody>
          <a:bodyPr/>
          <a:lstStyle/>
          <a:p>
            <a:endParaRPr lang="en-US"/>
          </a:p>
        </p:txBody>
      </p:sp>
      <p:sp>
        <p:nvSpPr>
          <p:cNvPr id="483" name="Shape 481"/>
          <p:cNvSpPr/>
          <p:nvPr/>
        </p:nvSpPr>
        <p:spPr>
          <a:xfrm>
            <a:off x="8707113" y="4916135"/>
            <a:ext cx="36576" cy="36576"/>
          </a:xfrm>
          <a:prstGeom prst="ellipse">
            <a:avLst/>
          </a:prstGeom>
          <a:solidFill>
            <a:srgbClr val="0F7B8A"/>
          </a:solidFill>
          <a:ln/>
        </p:spPr>
        <p:txBody>
          <a:bodyPr/>
          <a:lstStyle/>
          <a:p>
            <a:endParaRPr lang="en-US"/>
          </a:p>
        </p:txBody>
      </p:sp>
      <p:sp>
        <p:nvSpPr>
          <p:cNvPr id="484" name="Shape 482"/>
          <p:cNvSpPr/>
          <p:nvPr/>
        </p:nvSpPr>
        <p:spPr>
          <a:xfrm>
            <a:off x="8647317" y="4932021"/>
            <a:ext cx="36576" cy="36576"/>
          </a:xfrm>
          <a:prstGeom prst="ellipse">
            <a:avLst/>
          </a:prstGeom>
          <a:solidFill>
            <a:srgbClr val="0F7B8A"/>
          </a:solidFill>
          <a:ln/>
        </p:spPr>
        <p:txBody>
          <a:bodyPr/>
          <a:lstStyle/>
          <a:p>
            <a:endParaRPr lang="en-US"/>
          </a:p>
        </p:txBody>
      </p:sp>
      <p:sp>
        <p:nvSpPr>
          <p:cNvPr id="485" name="Shape 483"/>
          <p:cNvSpPr/>
          <p:nvPr/>
        </p:nvSpPr>
        <p:spPr>
          <a:xfrm>
            <a:off x="8626343" y="4907545"/>
            <a:ext cx="36576" cy="36576"/>
          </a:xfrm>
          <a:prstGeom prst="ellipse">
            <a:avLst/>
          </a:prstGeom>
          <a:solidFill>
            <a:srgbClr val="0F7B8A"/>
          </a:solidFill>
          <a:ln/>
        </p:spPr>
        <p:txBody>
          <a:bodyPr/>
          <a:lstStyle/>
          <a:p>
            <a:endParaRPr lang="en-US"/>
          </a:p>
        </p:txBody>
      </p:sp>
      <p:sp>
        <p:nvSpPr>
          <p:cNvPr id="486" name="Shape 484"/>
          <p:cNvSpPr/>
          <p:nvPr/>
        </p:nvSpPr>
        <p:spPr>
          <a:xfrm>
            <a:off x="10483907" y="4380403"/>
            <a:ext cx="36576" cy="36576"/>
          </a:xfrm>
          <a:prstGeom prst="ellipse">
            <a:avLst/>
          </a:prstGeom>
          <a:solidFill>
            <a:srgbClr val="0F7B8A"/>
          </a:solidFill>
          <a:ln/>
        </p:spPr>
        <p:txBody>
          <a:bodyPr/>
          <a:lstStyle/>
          <a:p>
            <a:endParaRPr lang="en-US"/>
          </a:p>
        </p:txBody>
      </p:sp>
      <p:sp>
        <p:nvSpPr>
          <p:cNvPr id="487" name="Shape 485"/>
          <p:cNvSpPr/>
          <p:nvPr/>
        </p:nvSpPr>
        <p:spPr>
          <a:xfrm>
            <a:off x="10444488" y="4389047"/>
            <a:ext cx="36576" cy="36576"/>
          </a:xfrm>
          <a:prstGeom prst="ellipse">
            <a:avLst/>
          </a:prstGeom>
          <a:solidFill>
            <a:srgbClr val="0F7B8A"/>
          </a:solidFill>
          <a:ln/>
        </p:spPr>
        <p:txBody>
          <a:bodyPr/>
          <a:lstStyle/>
          <a:p>
            <a:endParaRPr lang="en-US"/>
          </a:p>
        </p:txBody>
      </p:sp>
      <p:sp>
        <p:nvSpPr>
          <p:cNvPr id="488" name="Shape 486"/>
          <p:cNvSpPr/>
          <p:nvPr/>
        </p:nvSpPr>
        <p:spPr>
          <a:xfrm>
            <a:off x="10398612" y="4380163"/>
            <a:ext cx="36576" cy="36576"/>
          </a:xfrm>
          <a:prstGeom prst="ellipse">
            <a:avLst/>
          </a:prstGeom>
          <a:solidFill>
            <a:srgbClr val="0F7B8A"/>
          </a:solidFill>
          <a:ln/>
        </p:spPr>
        <p:txBody>
          <a:bodyPr/>
          <a:lstStyle/>
          <a:p>
            <a:endParaRPr lang="en-US"/>
          </a:p>
        </p:txBody>
      </p:sp>
      <p:sp>
        <p:nvSpPr>
          <p:cNvPr id="489" name="Shape 487"/>
          <p:cNvSpPr/>
          <p:nvPr/>
        </p:nvSpPr>
        <p:spPr>
          <a:xfrm>
            <a:off x="10382616" y="4398740"/>
            <a:ext cx="36576" cy="36576"/>
          </a:xfrm>
          <a:prstGeom prst="ellipse">
            <a:avLst/>
          </a:prstGeom>
          <a:solidFill>
            <a:srgbClr val="0F7B8A"/>
          </a:solidFill>
          <a:ln/>
        </p:spPr>
        <p:txBody>
          <a:bodyPr/>
          <a:lstStyle/>
          <a:p>
            <a:endParaRPr lang="en-US"/>
          </a:p>
        </p:txBody>
      </p:sp>
      <p:sp>
        <p:nvSpPr>
          <p:cNvPr id="490" name="Shape 488"/>
          <p:cNvSpPr/>
          <p:nvPr/>
        </p:nvSpPr>
        <p:spPr>
          <a:xfrm>
            <a:off x="10375770" y="4380266"/>
            <a:ext cx="36576" cy="36576"/>
          </a:xfrm>
          <a:prstGeom prst="ellipse">
            <a:avLst/>
          </a:prstGeom>
          <a:solidFill>
            <a:srgbClr val="0F7B8A"/>
          </a:solidFill>
          <a:ln/>
        </p:spPr>
        <p:txBody>
          <a:bodyPr/>
          <a:lstStyle/>
          <a:p>
            <a:endParaRPr lang="en-US"/>
          </a:p>
        </p:txBody>
      </p:sp>
      <p:sp>
        <p:nvSpPr>
          <p:cNvPr id="491" name="Shape 489"/>
          <p:cNvSpPr/>
          <p:nvPr/>
        </p:nvSpPr>
        <p:spPr>
          <a:xfrm>
            <a:off x="10322467" y="4405640"/>
            <a:ext cx="36576" cy="36576"/>
          </a:xfrm>
          <a:prstGeom prst="ellipse">
            <a:avLst/>
          </a:prstGeom>
          <a:solidFill>
            <a:srgbClr val="0F7B8A"/>
          </a:solidFill>
          <a:ln/>
        </p:spPr>
        <p:txBody>
          <a:bodyPr/>
          <a:lstStyle/>
          <a:p>
            <a:endParaRPr lang="en-US"/>
          </a:p>
        </p:txBody>
      </p:sp>
      <p:sp>
        <p:nvSpPr>
          <p:cNvPr id="492" name="Shape 490"/>
          <p:cNvSpPr/>
          <p:nvPr/>
        </p:nvSpPr>
        <p:spPr>
          <a:xfrm>
            <a:off x="10288367" y="4405393"/>
            <a:ext cx="36576" cy="36576"/>
          </a:xfrm>
          <a:prstGeom prst="ellipse">
            <a:avLst/>
          </a:prstGeom>
          <a:solidFill>
            <a:srgbClr val="0F7B8A"/>
          </a:solidFill>
          <a:ln/>
        </p:spPr>
        <p:txBody>
          <a:bodyPr/>
          <a:lstStyle/>
          <a:p>
            <a:endParaRPr lang="en-US"/>
          </a:p>
        </p:txBody>
      </p:sp>
      <p:sp>
        <p:nvSpPr>
          <p:cNvPr id="493" name="Shape 491"/>
          <p:cNvSpPr/>
          <p:nvPr/>
        </p:nvSpPr>
        <p:spPr>
          <a:xfrm>
            <a:off x="10263324" y="4383181"/>
            <a:ext cx="36576" cy="36576"/>
          </a:xfrm>
          <a:prstGeom prst="ellipse">
            <a:avLst/>
          </a:prstGeom>
          <a:solidFill>
            <a:srgbClr val="0F7B8A"/>
          </a:solidFill>
          <a:ln/>
        </p:spPr>
        <p:txBody>
          <a:bodyPr/>
          <a:lstStyle/>
          <a:p>
            <a:endParaRPr lang="en-US"/>
          </a:p>
        </p:txBody>
      </p:sp>
      <p:sp>
        <p:nvSpPr>
          <p:cNvPr id="494" name="Shape 492"/>
          <p:cNvSpPr/>
          <p:nvPr/>
        </p:nvSpPr>
        <p:spPr>
          <a:xfrm>
            <a:off x="10236710" y="4380982"/>
            <a:ext cx="36576" cy="36576"/>
          </a:xfrm>
          <a:prstGeom prst="ellipse">
            <a:avLst/>
          </a:prstGeom>
          <a:solidFill>
            <a:srgbClr val="0F7B8A"/>
          </a:solidFill>
          <a:ln/>
        </p:spPr>
        <p:txBody>
          <a:bodyPr/>
          <a:lstStyle/>
          <a:p>
            <a:endParaRPr lang="en-US"/>
          </a:p>
        </p:txBody>
      </p:sp>
      <p:sp>
        <p:nvSpPr>
          <p:cNvPr id="495" name="Shape 493"/>
          <p:cNvSpPr/>
          <p:nvPr/>
        </p:nvSpPr>
        <p:spPr>
          <a:xfrm>
            <a:off x="10211197" y="4399469"/>
            <a:ext cx="36576" cy="36576"/>
          </a:xfrm>
          <a:prstGeom prst="ellipse">
            <a:avLst/>
          </a:prstGeom>
          <a:solidFill>
            <a:srgbClr val="0F7B8A"/>
          </a:solidFill>
          <a:ln/>
        </p:spPr>
        <p:txBody>
          <a:bodyPr/>
          <a:lstStyle/>
          <a:p>
            <a:endParaRPr lang="en-US"/>
          </a:p>
        </p:txBody>
      </p:sp>
      <p:sp>
        <p:nvSpPr>
          <p:cNvPr id="496" name="Shape 494"/>
          <p:cNvSpPr/>
          <p:nvPr/>
        </p:nvSpPr>
        <p:spPr>
          <a:xfrm>
            <a:off x="10201513" y="4394566"/>
            <a:ext cx="36576" cy="36576"/>
          </a:xfrm>
          <a:prstGeom prst="ellipse">
            <a:avLst/>
          </a:prstGeom>
          <a:solidFill>
            <a:srgbClr val="0F7B8A"/>
          </a:solidFill>
          <a:ln/>
        </p:spPr>
        <p:txBody>
          <a:bodyPr/>
          <a:lstStyle/>
          <a:p>
            <a:endParaRPr lang="en-US"/>
          </a:p>
        </p:txBody>
      </p:sp>
      <p:sp>
        <p:nvSpPr>
          <p:cNvPr id="497" name="Shape 495"/>
          <p:cNvSpPr/>
          <p:nvPr/>
        </p:nvSpPr>
        <p:spPr>
          <a:xfrm>
            <a:off x="10150204" y="4384057"/>
            <a:ext cx="36576" cy="36576"/>
          </a:xfrm>
          <a:prstGeom prst="ellipse">
            <a:avLst/>
          </a:prstGeom>
          <a:solidFill>
            <a:srgbClr val="0F7B8A"/>
          </a:solidFill>
          <a:ln/>
        </p:spPr>
        <p:txBody>
          <a:bodyPr/>
          <a:lstStyle/>
          <a:p>
            <a:endParaRPr lang="en-US"/>
          </a:p>
        </p:txBody>
      </p:sp>
      <p:sp>
        <p:nvSpPr>
          <p:cNvPr id="498" name="Shape 496"/>
          <p:cNvSpPr/>
          <p:nvPr/>
        </p:nvSpPr>
        <p:spPr>
          <a:xfrm>
            <a:off x="10124327" y="4384110"/>
            <a:ext cx="36576" cy="36576"/>
          </a:xfrm>
          <a:prstGeom prst="ellipse">
            <a:avLst/>
          </a:prstGeom>
          <a:solidFill>
            <a:srgbClr val="0F7B8A"/>
          </a:solidFill>
          <a:ln/>
        </p:spPr>
        <p:txBody>
          <a:bodyPr/>
          <a:lstStyle/>
          <a:p>
            <a:endParaRPr lang="en-US"/>
          </a:p>
        </p:txBody>
      </p:sp>
      <p:sp>
        <p:nvSpPr>
          <p:cNvPr id="499" name="Shape 497"/>
          <p:cNvSpPr/>
          <p:nvPr/>
        </p:nvSpPr>
        <p:spPr>
          <a:xfrm>
            <a:off x="10078000" y="4380103"/>
            <a:ext cx="36576" cy="36576"/>
          </a:xfrm>
          <a:prstGeom prst="ellipse">
            <a:avLst/>
          </a:prstGeom>
          <a:solidFill>
            <a:srgbClr val="0F7B8A"/>
          </a:solidFill>
          <a:ln/>
        </p:spPr>
        <p:txBody>
          <a:bodyPr/>
          <a:lstStyle/>
          <a:p>
            <a:endParaRPr lang="en-US"/>
          </a:p>
        </p:txBody>
      </p:sp>
      <p:sp>
        <p:nvSpPr>
          <p:cNvPr id="500" name="Shape 498"/>
          <p:cNvSpPr/>
          <p:nvPr/>
        </p:nvSpPr>
        <p:spPr>
          <a:xfrm>
            <a:off x="10069026" y="4392509"/>
            <a:ext cx="36576" cy="36576"/>
          </a:xfrm>
          <a:prstGeom prst="ellipse">
            <a:avLst/>
          </a:prstGeom>
          <a:solidFill>
            <a:srgbClr val="0F7B8A"/>
          </a:solidFill>
          <a:ln/>
        </p:spPr>
        <p:txBody>
          <a:bodyPr/>
          <a:lstStyle/>
          <a:p>
            <a:endParaRPr lang="en-US"/>
          </a:p>
        </p:txBody>
      </p:sp>
      <p:sp>
        <p:nvSpPr>
          <p:cNvPr id="501" name="Shape 499"/>
          <p:cNvSpPr/>
          <p:nvPr/>
        </p:nvSpPr>
        <p:spPr>
          <a:xfrm>
            <a:off x="10022469" y="4382607"/>
            <a:ext cx="36576" cy="36576"/>
          </a:xfrm>
          <a:prstGeom prst="ellipse">
            <a:avLst/>
          </a:prstGeom>
          <a:solidFill>
            <a:srgbClr val="0F7B8A"/>
          </a:solidFill>
          <a:ln/>
        </p:spPr>
        <p:txBody>
          <a:bodyPr/>
          <a:lstStyle/>
          <a:p>
            <a:endParaRPr lang="en-US"/>
          </a:p>
        </p:txBody>
      </p:sp>
      <p:sp>
        <p:nvSpPr>
          <p:cNvPr id="502" name="Shape 500"/>
          <p:cNvSpPr/>
          <p:nvPr/>
        </p:nvSpPr>
        <p:spPr>
          <a:xfrm>
            <a:off x="10003522" y="4401054"/>
            <a:ext cx="36576" cy="36576"/>
          </a:xfrm>
          <a:prstGeom prst="ellipse">
            <a:avLst/>
          </a:prstGeom>
          <a:solidFill>
            <a:srgbClr val="0F7B8A"/>
          </a:solidFill>
          <a:ln/>
        </p:spPr>
        <p:txBody>
          <a:bodyPr/>
          <a:lstStyle/>
          <a:p>
            <a:endParaRPr lang="en-US"/>
          </a:p>
        </p:txBody>
      </p:sp>
      <p:sp>
        <p:nvSpPr>
          <p:cNvPr id="503" name="Shape 501"/>
          <p:cNvSpPr/>
          <p:nvPr/>
        </p:nvSpPr>
        <p:spPr>
          <a:xfrm>
            <a:off x="9983089" y="4401709"/>
            <a:ext cx="36576" cy="36576"/>
          </a:xfrm>
          <a:prstGeom prst="ellipse">
            <a:avLst/>
          </a:prstGeom>
          <a:solidFill>
            <a:srgbClr val="0F7B8A"/>
          </a:solidFill>
          <a:ln/>
        </p:spPr>
        <p:txBody>
          <a:bodyPr/>
          <a:lstStyle/>
          <a:p>
            <a:endParaRPr lang="en-US"/>
          </a:p>
        </p:txBody>
      </p:sp>
      <p:sp>
        <p:nvSpPr>
          <p:cNvPr id="504" name="Shape 502"/>
          <p:cNvSpPr/>
          <p:nvPr/>
        </p:nvSpPr>
        <p:spPr>
          <a:xfrm>
            <a:off x="9954078" y="4395651"/>
            <a:ext cx="36576" cy="36576"/>
          </a:xfrm>
          <a:prstGeom prst="ellipse">
            <a:avLst/>
          </a:prstGeom>
          <a:solidFill>
            <a:srgbClr val="0F7B8A"/>
          </a:solidFill>
          <a:ln/>
        </p:spPr>
        <p:txBody>
          <a:bodyPr/>
          <a:lstStyle/>
          <a:p>
            <a:endParaRPr lang="en-US"/>
          </a:p>
        </p:txBody>
      </p:sp>
      <p:sp>
        <p:nvSpPr>
          <p:cNvPr id="505" name="Shape 503"/>
          <p:cNvSpPr/>
          <p:nvPr/>
        </p:nvSpPr>
        <p:spPr>
          <a:xfrm>
            <a:off x="9895920" y="4394200"/>
            <a:ext cx="36576" cy="36576"/>
          </a:xfrm>
          <a:prstGeom prst="ellipse">
            <a:avLst/>
          </a:prstGeom>
          <a:solidFill>
            <a:srgbClr val="0F7B8A"/>
          </a:solidFill>
          <a:ln/>
        </p:spPr>
        <p:txBody>
          <a:bodyPr/>
          <a:lstStyle/>
          <a:p>
            <a:endParaRPr lang="en-US"/>
          </a:p>
        </p:txBody>
      </p:sp>
      <p:sp>
        <p:nvSpPr>
          <p:cNvPr id="506" name="Shape 504"/>
          <p:cNvSpPr/>
          <p:nvPr/>
        </p:nvSpPr>
        <p:spPr>
          <a:xfrm>
            <a:off x="9890009" y="4387536"/>
            <a:ext cx="36576" cy="36576"/>
          </a:xfrm>
          <a:prstGeom prst="ellipse">
            <a:avLst/>
          </a:prstGeom>
          <a:solidFill>
            <a:srgbClr val="0F7B8A"/>
          </a:solidFill>
          <a:ln/>
        </p:spPr>
        <p:txBody>
          <a:bodyPr/>
          <a:lstStyle/>
          <a:p>
            <a:endParaRPr lang="en-US"/>
          </a:p>
        </p:txBody>
      </p:sp>
      <p:sp>
        <p:nvSpPr>
          <p:cNvPr id="507" name="Shape 505"/>
          <p:cNvSpPr/>
          <p:nvPr/>
        </p:nvSpPr>
        <p:spPr>
          <a:xfrm>
            <a:off x="9863563" y="4389302"/>
            <a:ext cx="36576" cy="36576"/>
          </a:xfrm>
          <a:prstGeom prst="ellipse">
            <a:avLst/>
          </a:prstGeom>
          <a:solidFill>
            <a:srgbClr val="0F7B8A"/>
          </a:solidFill>
          <a:ln/>
        </p:spPr>
        <p:txBody>
          <a:bodyPr/>
          <a:lstStyle/>
          <a:p>
            <a:endParaRPr lang="en-US"/>
          </a:p>
        </p:txBody>
      </p:sp>
      <p:sp>
        <p:nvSpPr>
          <p:cNvPr id="508" name="Shape 506"/>
          <p:cNvSpPr/>
          <p:nvPr/>
        </p:nvSpPr>
        <p:spPr>
          <a:xfrm>
            <a:off x="9804960" y="4381210"/>
            <a:ext cx="36576" cy="36576"/>
          </a:xfrm>
          <a:prstGeom prst="ellipse">
            <a:avLst/>
          </a:prstGeom>
          <a:solidFill>
            <a:srgbClr val="0F7B8A"/>
          </a:solidFill>
          <a:ln/>
        </p:spPr>
        <p:txBody>
          <a:bodyPr/>
          <a:lstStyle/>
          <a:p>
            <a:endParaRPr lang="en-US"/>
          </a:p>
        </p:txBody>
      </p:sp>
      <p:sp>
        <p:nvSpPr>
          <p:cNvPr id="509" name="Shape 507"/>
          <p:cNvSpPr/>
          <p:nvPr/>
        </p:nvSpPr>
        <p:spPr>
          <a:xfrm>
            <a:off x="9804797" y="4386259"/>
            <a:ext cx="36576" cy="36576"/>
          </a:xfrm>
          <a:prstGeom prst="ellipse">
            <a:avLst/>
          </a:prstGeom>
          <a:solidFill>
            <a:srgbClr val="0F7B8A"/>
          </a:solidFill>
          <a:ln/>
        </p:spPr>
        <p:txBody>
          <a:bodyPr/>
          <a:lstStyle/>
          <a:p>
            <a:endParaRPr lang="en-US"/>
          </a:p>
        </p:txBody>
      </p:sp>
      <p:sp>
        <p:nvSpPr>
          <p:cNvPr id="510" name="Shape 508"/>
          <p:cNvSpPr/>
          <p:nvPr/>
        </p:nvSpPr>
        <p:spPr>
          <a:xfrm>
            <a:off x="9763968" y="4381511"/>
            <a:ext cx="36576" cy="36576"/>
          </a:xfrm>
          <a:prstGeom prst="ellipse">
            <a:avLst/>
          </a:prstGeom>
          <a:solidFill>
            <a:srgbClr val="0F7B8A"/>
          </a:solidFill>
          <a:ln/>
        </p:spPr>
        <p:txBody>
          <a:bodyPr/>
          <a:lstStyle/>
          <a:p>
            <a:endParaRPr lang="en-US"/>
          </a:p>
        </p:txBody>
      </p:sp>
      <p:sp>
        <p:nvSpPr>
          <p:cNvPr id="511" name="Shape 509"/>
          <p:cNvSpPr/>
          <p:nvPr/>
        </p:nvSpPr>
        <p:spPr>
          <a:xfrm>
            <a:off x="9741327" y="4384850"/>
            <a:ext cx="36576" cy="36576"/>
          </a:xfrm>
          <a:prstGeom prst="ellipse">
            <a:avLst/>
          </a:prstGeom>
          <a:solidFill>
            <a:srgbClr val="0F7B8A"/>
          </a:solidFill>
          <a:ln/>
        </p:spPr>
        <p:txBody>
          <a:bodyPr/>
          <a:lstStyle/>
          <a:p>
            <a:endParaRPr lang="en-US"/>
          </a:p>
        </p:txBody>
      </p:sp>
      <p:sp>
        <p:nvSpPr>
          <p:cNvPr id="512" name="Shape 510"/>
          <p:cNvSpPr/>
          <p:nvPr/>
        </p:nvSpPr>
        <p:spPr>
          <a:xfrm>
            <a:off x="9709710" y="4399299"/>
            <a:ext cx="36576" cy="36576"/>
          </a:xfrm>
          <a:prstGeom prst="ellipse">
            <a:avLst/>
          </a:prstGeom>
          <a:solidFill>
            <a:srgbClr val="0F7B8A"/>
          </a:solidFill>
          <a:ln/>
        </p:spPr>
        <p:txBody>
          <a:bodyPr/>
          <a:lstStyle/>
          <a:p>
            <a:endParaRPr lang="en-US"/>
          </a:p>
        </p:txBody>
      </p:sp>
      <p:sp>
        <p:nvSpPr>
          <p:cNvPr id="513" name="Shape 511"/>
          <p:cNvSpPr/>
          <p:nvPr/>
        </p:nvSpPr>
        <p:spPr>
          <a:xfrm>
            <a:off x="9689302" y="4392473"/>
            <a:ext cx="36576" cy="36576"/>
          </a:xfrm>
          <a:prstGeom prst="ellipse">
            <a:avLst/>
          </a:prstGeom>
          <a:solidFill>
            <a:srgbClr val="0F7B8A"/>
          </a:solidFill>
          <a:ln/>
        </p:spPr>
        <p:txBody>
          <a:bodyPr/>
          <a:lstStyle/>
          <a:p>
            <a:endParaRPr lang="en-US"/>
          </a:p>
        </p:txBody>
      </p:sp>
      <p:sp>
        <p:nvSpPr>
          <p:cNvPr id="514" name="Shape 512"/>
          <p:cNvSpPr/>
          <p:nvPr/>
        </p:nvSpPr>
        <p:spPr>
          <a:xfrm>
            <a:off x="9651089" y="4391047"/>
            <a:ext cx="36576" cy="36576"/>
          </a:xfrm>
          <a:prstGeom prst="ellipse">
            <a:avLst/>
          </a:prstGeom>
          <a:solidFill>
            <a:srgbClr val="0F7B8A"/>
          </a:solidFill>
          <a:ln/>
        </p:spPr>
        <p:txBody>
          <a:bodyPr/>
          <a:lstStyle/>
          <a:p>
            <a:endParaRPr lang="en-US"/>
          </a:p>
        </p:txBody>
      </p:sp>
      <p:sp>
        <p:nvSpPr>
          <p:cNvPr id="515" name="Shape 513"/>
          <p:cNvSpPr/>
          <p:nvPr/>
        </p:nvSpPr>
        <p:spPr>
          <a:xfrm>
            <a:off x="9620106" y="4382799"/>
            <a:ext cx="36576" cy="36576"/>
          </a:xfrm>
          <a:prstGeom prst="ellipse">
            <a:avLst/>
          </a:prstGeom>
          <a:solidFill>
            <a:srgbClr val="0F7B8A"/>
          </a:solidFill>
          <a:ln/>
        </p:spPr>
        <p:txBody>
          <a:bodyPr/>
          <a:lstStyle/>
          <a:p>
            <a:endParaRPr lang="en-US"/>
          </a:p>
        </p:txBody>
      </p:sp>
      <p:sp>
        <p:nvSpPr>
          <p:cNvPr id="516" name="Shape 514"/>
          <p:cNvSpPr/>
          <p:nvPr/>
        </p:nvSpPr>
        <p:spPr>
          <a:xfrm>
            <a:off x="9587730" y="4380268"/>
            <a:ext cx="36576" cy="36576"/>
          </a:xfrm>
          <a:prstGeom prst="ellipse">
            <a:avLst/>
          </a:prstGeom>
          <a:solidFill>
            <a:srgbClr val="0F7B8A"/>
          </a:solidFill>
          <a:ln/>
        </p:spPr>
        <p:txBody>
          <a:bodyPr/>
          <a:lstStyle/>
          <a:p>
            <a:endParaRPr lang="en-US"/>
          </a:p>
        </p:txBody>
      </p:sp>
      <p:sp>
        <p:nvSpPr>
          <p:cNvPr id="517" name="Shape 515"/>
          <p:cNvSpPr/>
          <p:nvPr/>
        </p:nvSpPr>
        <p:spPr>
          <a:xfrm>
            <a:off x="9576337" y="4383167"/>
            <a:ext cx="36576" cy="36576"/>
          </a:xfrm>
          <a:prstGeom prst="ellipse">
            <a:avLst/>
          </a:prstGeom>
          <a:solidFill>
            <a:srgbClr val="0F7B8A"/>
          </a:solidFill>
          <a:ln/>
        </p:spPr>
        <p:txBody>
          <a:bodyPr/>
          <a:lstStyle/>
          <a:p>
            <a:endParaRPr lang="en-US"/>
          </a:p>
        </p:txBody>
      </p:sp>
      <p:sp>
        <p:nvSpPr>
          <p:cNvPr id="518" name="Shape 516"/>
          <p:cNvSpPr/>
          <p:nvPr/>
        </p:nvSpPr>
        <p:spPr>
          <a:xfrm>
            <a:off x="9533029" y="4400591"/>
            <a:ext cx="36576" cy="36576"/>
          </a:xfrm>
          <a:prstGeom prst="ellipse">
            <a:avLst/>
          </a:prstGeom>
          <a:solidFill>
            <a:srgbClr val="0F7B8A"/>
          </a:solidFill>
          <a:ln/>
        </p:spPr>
        <p:txBody>
          <a:bodyPr/>
          <a:lstStyle/>
          <a:p>
            <a:endParaRPr lang="en-US"/>
          </a:p>
        </p:txBody>
      </p:sp>
      <p:sp>
        <p:nvSpPr>
          <p:cNvPr id="519" name="Shape 517"/>
          <p:cNvSpPr/>
          <p:nvPr/>
        </p:nvSpPr>
        <p:spPr>
          <a:xfrm>
            <a:off x="9495329" y="4402371"/>
            <a:ext cx="36576" cy="36576"/>
          </a:xfrm>
          <a:prstGeom prst="ellipse">
            <a:avLst/>
          </a:prstGeom>
          <a:solidFill>
            <a:srgbClr val="0F7B8A"/>
          </a:solidFill>
          <a:ln/>
        </p:spPr>
        <p:txBody>
          <a:bodyPr/>
          <a:lstStyle/>
          <a:p>
            <a:endParaRPr lang="en-US"/>
          </a:p>
        </p:txBody>
      </p:sp>
      <p:sp>
        <p:nvSpPr>
          <p:cNvPr id="520" name="Shape 518"/>
          <p:cNvSpPr/>
          <p:nvPr/>
        </p:nvSpPr>
        <p:spPr>
          <a:xfrm>
            <a:off x="9499504" y="4390515"/>
            <a:ext cx="36576" cy="36576"/>
          </a:xfrm>
          <a:prstGeom prst="ellipse">
            <a:avLst/>
          </a:prstGeom>
          <a:solidFill>
            <a:srgbClr val="0F7B8A"/>
          </a:solidFill>
          <a:ln/>
        </p:spPr>
        <p:txBody>
          <a:bodyPr/>
          <a:lstStyle/>
          <a:p>
            <a:endParaRPr lang="en-US"/>
          </a:p>
        </p:txBody>
      </p:sp>
      <p:sp>
        <p:nvSpPr>
          <p:cNvPr id="521" name="Shape 519"/>
          <p:cNvSpPr/>
          <p:nvPr/>
        </p:nvSpPr>
        <p:spPr>
          <a:xfrm>
            <a:off x="9453591" y="4394060"/>
            <a:ext cx="36576" cy="36576"/>
          </a:xfrm>
          <a:prstGeom prst="ellipse">
            <a:avLst/>
          </a:prstGeom>
          <a:solidFill>
            <a:srgbClr val="0F7B8A"/>
          </a:solidFill>
          <a:ln/>
        </p:spPr>
        <p:txBody>
          <a:bodyPr/>
          <a:lstStyle/>
          <a:p>
            <a:endParaRPr lang="en-US"/>
          </a:p>
        </p:txBody>
      </p:sp>
      <p:sp>
        <p:nvSpPr>
          <p:cNvPr id="522" name="Shape 520"/>
          <p:cNvSpPr/>
          <p:nvPr/>
        </p:nvSpPr>
        <p:spPr>
          <a:xfrm>
            <a:off x="9419560" y="4405115"/>
            <a:ext cx="36576" cy="36576"/>
          </a:xfrm>
          <a:prstGeom prst="ellipse">
            <a:avLst/>
          </a:prstGeom>
          <a:solidFill>
            <a:srgbClr val="0F7B8A"/>
          </a:solidFill>
          <a:ln/>
        </p:spPr>
        <p:txBody>
          <a:bodyPr/>
          <a:lstStyle/>
          <a:p>
            <a:endParaRPr lang="en-US"/>
          </a:p>
        </p:txBody>
      </p:sp>
      <p:sp>
        <p:nvSpPr>
          <p:cNvPr id="523" name="Shape 521"/>
          <p:cNvSpPr/>
          <p:nvPr/>
        </p:nvSpPr>
        <p:spPr>
          <a:xfrm>
            <a:off x="9414038" y="4381507"/>
            <a:ext cx="36576" cy="36576"/>
          </a:xfrm>
          <a:prstGeom prst="ellipse">
            <a:avLst/>
          </a:prstGeom>
          <a:solidFill>
            <a:srgbClr val="0F7B8A"/>
          </a:solidFill>
          <a:ln/>
        </p:spPr>
        <p:txBody>
          <a:bodyPr/>
          <a:lstStyle/>
          <a:p>
            <a:endParaRPr lang="en-US"/>
          </a:p>
        </p:txBody>
      </p:sp>
      <p:sp>
        <p:nvSpPr>
          <p:cNvPr id="524" name="Shape 522"/>
          <p:cNvSpPr/>
          <p:nvPr/>
        </p:nvSpPr>
        <p:spPr>
          <a:xfrm>
            <a:off x="9379317" y="4395605"/>
            <a:ext cx="36576" cy="36576"/>
          </a:xfrm>
          <a:prstGeom prst="ellipse">
            <a:avLst/>
          </a:prstGeom>
          <a:solidFill>
            <a:srgbClr val="0F7B8A"/>
          </a:solidFill>
          <a:ln/>
        </p:spPr>
        <p:txBody>
          <a:bodyPr/>
          <a:lstStyle/>
          <a:p>
            <a:endParaRPr lang="en-US"/>
          </a:p>
        </p:txBody>
      </p:sp>
      <p:sp>
        <p:nvSpPr>
          <p:cNvPr id="525" name="Shape 523"/>
          <p:cNvSpPr/>
          <p:nvPr/>
        </p:nvSpPr>
        <p:spPr>
          <a:xfrm>
            <a:off x="9315243" y="4386724"/>
            <a:ext cx="36576" cy="36576"/>
          </a:xfrm>
          <a:prstGeom prst="ellipse">
            <a:avLst/>
          </a:prstGeom>
          <a:solidFill>
            <a:srgbClr val="0F7B8A"/>
          </a:solidFill>
          <a:ln/>
        </p:spPr>
        <p:txBody>
          <a:bodyPr/>
          <a:lstStyle/>
          <a:p>
            <a:endParaRPr lang="en-US"/>
          </a:p>
        </p:txBody>
      </p:sp>
      <p:sp>
        <p:nvSpPr>
          <p:cNvPr id="526" name="Shape 524"/>
          <p:cNvSpPr/>
          <p:nvPr/>
        </p:nvSpPr>
        <p:spPr>
          <a:xfrm>
            <a:off x="11222355" y="4905895"/>
            <a:ext cx="36576" cy="36576"/>
          </a:xfrm>
          <a:prstGeom prst="ellipse">
            <a:avLst/>
          </a:prstGeom>
          <a:solidFill>
            <a:srgbClr val="0F7B8A"/>
          </a:solidFill>
          <a:ln/>
        </p:spPr>
        <p:txBody>
          <a:bodyPr/>
          <a:lstStyle/>
          <a:p>
            <a:endParaRPr lang="en-US"/>
          </a:p>
        </p:txBody>
      </p:sp>
      <p:sp>
        <p:nvSpPr>
          <p:cNvPr id="527" name="Shape 525"/>
          <p:cNvSpPr/>
          <p:nvPr/>
        </p:nvSpPr>
        <p:spPr>
          <a:xfrm>
            <a:off x="11202894" y="4891793"/>
            <a:ext cx="36576" cy="36576"/>
          </a:xfrm>
          <a:prstGeom prst="ellipse">
            <a:avLst/>
          </a:prstGeom>
          <a:solidFill>
            <a:srgbClr val="0F7B8A"/>
          </a:solidFill>
          <a:ln/>
        </p:spPr>
        <p:txBody>
          <a:bodyPr/>
          <a:lstStyle/>
          <a:p>
            <a:endParaRPr lang="en-US"/>
          </a:p>
        </p:txBody>
      </p:sp>
      <p:sp>
        <p:nvSpPr>
          <p:cNvPr id="528" name="Shape 526"/>
          <p:cNvSpPr/>
          <p:nvPr/>
        </p:nvSpPr>
        <p:spPr>
          <a:xfrm>
            <a:off x="11189264" y="4881489"/>
            <a:ext cx="36576" cy="36576"/>
          </a:xfrm>
          <a:prstGeom prst="ellipse">
            <a:avLst/>
          </a:prstGeom>
          <a:solidFill>
            <a:srgbClr val="0F7B8A"/>
          </a:solidFill>
          <a:ln/>
        </p:spPr>
        <p:txBody>
          <a:bodyPr/>
          <a:lstStyle/>
          <a:p>
            <a:endParaRPr lang="en-US"/>
          </a:p>
        </p:txBody>
      </p:sp>
      <p:sp>
        <p:nvSpPr>
          <p:cNvPr id="529" name="Shape 527"/>
          <p:cNvSpPr/>
          <p:nvPr/>
        </p:nvSpPr>
        <p:spPr>
          <a:xfrm>
            <a:off x="11168198" y="4864062"/>
            <a:ext cx="36576" cy="36576"/>
          </a:xfrm>
          <a:prstGeom prst="ellipse">
            <a:avLst/>
          </a:prstGeom>
          <a:solidFill>
            <a:srgbClr val="0F7B8A"/>
          </a:solidFill>
          <a:ln/>
        </p:spPr>
        <p:txBody>
          <a:bodyPr/>
          <a:lstStyle/>
          <a:p>
            <a:endParaRPr lang="en-US"/>
          </a:p>
        </p:txBody>
      </p:sp>
      <p:sp>
        <p:nvSpPr>
          <p:cNvPr id="530" name="Shape 528"/>
          <p:cNvSpPr/>
          <p:nvPr/>
        </p:nvSpPr>
        <p:spPr>
          <a:xfrm>
            <a:off x="11132089" y="4861488"/>
            <a:ext cx="36576" cy="36576"/>
          </a:xfrm>
          <a:prstGeom prst="ellipse">
            <a:avLst/>
          </a:prstGeom>
          <a:solidFill>
            <a:srgbClr val="0F7B8A"/>
          </a:solidFill>
          <a:ln/>
        </p:spPr>
        <p:txBody>
          <a:bodyPr/>
          <a:lstStyle/>
          <a:p>
            <a:endParaRPr lang="en-US"/>
          </a:p>
        </p:txBody>
      </p:sp>
      <p:sp>
        <p:nvSpPr>
          <p:cNvPr id="531" name="Shape 529"/>
          <p:cNvSpPr/>
          <p:nvPr/>
        </p:nvSpPr>
        <p:spPr>
          <a:xfrm>
            <a:off x="11122651" y="4838753"/>
            <a:ext cx="36576" cy="36576"/>
          </a:xfrm>
          <a:prstGeom prst="ellipse">
            <a:avLst/>
          </a:prstGeom>
          <a:solidFill>
            <a:srgbClr val="0F7B8A"/>
          </a:solidFill>
          <a:ln/>
        </p:spPr>
        <p:txBody>
          <a:bodyPr/>
          <a:lstStyle/>
          <a:p>
            <a:endParaRPr lang="en-US"/>
          </a:p>
        </p:txBody>
      </p:sp>
      <p:sp>
        <p:nvSpPr>
          <p:cNvPr id="532" name="Shape 530"/>
          <p:cNvSpPr/>
          <p:nvPr/>
        </p:nvSpPr>
        <p:spPr>
          <a:xfrm>
            <a:off x="11107120" y="4825859"/>
            <a:ext cx="36576" cy="36576"/>
          </a:xfrm>
          <a:prstGeom prst="ellipse">
            <a:avLst/>
          </a:prstGeom>
          <a:solidFill>
            <a:srgbClr val="0F7B8A"/>
          </a:solidFill>
          <a:ln/>
        </p:spPr>
        <p:txBody>
          <a:bodyPr/>
          <a:lstStyle/>
          <a:p>
            <a:endParaRPr lang="en-US"/>
          </a:p>
        </p:txBody>
      </p:sp>
      <p:sp>
        <p:nvSpPr>
          <p:cNvPr id="533" name="Shape 531"/>
          <p:cNvSpPr/>
          <p:nvPr/>
        </p:nvSpPr>
        <p:spPr>
          <a:xfrm>
            <a:off x="11078528" y="4813050"/>
            <a:ext cx="36576" cy="36576"/>
          </a:xfrm>
          <a:prstGeom prst="ellipse">
            <a:avLst/>
          </a:prstGeom>
          <a:solidFill>
            <a:srgbClr val="0F7B8A"/>
          </a:solidFill>
          <a:ln/>
        </p:spPr>
        <p:txBody>
          <a:bodyPr/>
          <a:lstStyle/>
          <a:p>
            <a:endParaRPr lang="en-US"/>
          </a:p>
        </p:txBody>
      </p:sp>
      <p:sp>
        <p:nvSpPr>
          <p:cNvPr id="534" name="Shape 532"/>
          <p:cNvSpPr/>
          <p:nvPr/>
        </p:nvSpPr>
        <p:spPr>
          <a:xfrm>
            <a:off x="11072041" y="4798593"/>
            <a:ext cx="36576" cy="36576"/>
          </a:xfrm>
          <a:prstGeom prst="ellipse">
            <a:avLst/>
          </a:prstGeom>
          <a:solidFill>
            <a:srgbClr val="0F7B8A"/>
          </a:solidFill>
          <a:ln/>
        </p:spPr>
        <p:txBody>
          <a:bodyPr/>
          <a:lstStyle/>
          <a:p>
            <a:endParaRPr lang="en-US"/>
          </a:p>
        </p:txBody>
      </p:sp>
      <p:sp>
        <p:nvSpPr>
          <p:cNvPr id="535" name="Shape 533"/>
          <p:cNvSpPr/>
          <p:nvPr/>
        </p:nvSpPr>
        <p:spPr>
          <a:xfrm>
            <a:off x="11043912" y="4781307"/>
            <a:ext cx="36576" cy="36576"/>
          </a:xfrm>
          <a:prstGeom prst="ellipse">
            <a:avLst/>
          </a:prstGeom>
          <a:solidFill>
            <a:srgbClr val="0F7B8A"/>
          </a:solidFill>
          <a:ln/>
        </p:spPr>
        <p:txBody>
          <a:bodyPr/>
          <a:lstStyle/>
          <a:p>
            <a:endParaRPr lang="en-US"/>
          </a:p>
        </p:txBody>
      </p:sp>
      <p:sp>
        <p:nvSpPr>
          <p:cNvPr id="536" name="Shape 534"/>
          <p:cNvSpPr/>
          <p:nvPr/>
        </p:nvSpPr>
        <p:spPr>
          <a:xfrm>
            <a:off x="11026586" y="4785840"/>
            <a:ext cx="36576" cy="36576"/>
          </a:xfrm>
          <a:prstGeom prst="ellipse">
            <a:avLst/>
          </a:prstGeom>
          <a:solidFill>
            <a:srgbClr val="0F7B8A"/>
          </a:solidFill>
          <a:ln/>
        </p:spPr>
        <p:txBody>
          <a:bodyPr/>
          <a:lstStyle/>
          <a:p>
            <a:endParaRPr lang="en-US"/>
          </a:p>
        </p:txBody>
      </p:sp>
      <p:sp>
        <p:nvSpPr>
          <p:cNvPr id="537" name="Shape 535"/>
          <p:cNvSpPr/>
          <p:nvPr/>
        </p:nvSpPr>
        <p:spPr>
          <a:xfrm>
            <a:off x="11010240" y="4773396"/>
            <a:ext cx="36576" cy="36576"/>
          </a:xfrm>
          <a:prstGeom prst="ellipse">
            <a:avLst/>
          </a:prstGeom>
          <a:solidFill>
            <a:srgbClr val="0F7B8A"/>
          </a:solidFill>
          <a:ln/>
        </p:spPr>
        <p:txBody>
          <a:bodyPr/>
          <a:lstStyle/>
          <a:p>
            <a:endParaRPr lang="en-US"/>
          </a:p>
        </p:txBody>
      </p:sp>
      <p:sp>
        <p:nvSpPr>
          <p:cNvPr id="538" name="Shape 536"/>
          <p:cNvSpPr/>
          <p:nvPr/>
        </p:nvSpPr>
        <p:spPr>
          <a:xfrm>
            <a:off x="10995586" y="4745212"/>
            <a:ext cx="36576" cy="36576"/>
          </a:xfrm>
          <a:prstGeom prst="ellipse">
            <a:avLst/>
          </a:prstGeom>
          <a:solidFill>
            <a:srgbClr val="0F7B8A"/>
          </a:solidFill>
          <a:ln/>
        </p:spPr>
        <p:txBody>
          <a:bodyPr/>
          <a:lstStyle/>
          <a:p>
            <a:endParaRPr lang="en-US"/>
          </a:p>
        </p:txBody>
      </p:sp>
      <p:sp>
        <p:nvSpPr>
          <p:cNvPr id="539" name="Shape 537"/>
          <p:cNvSpPr/>
          <p:nvPr/>
        </p:nvSpPr>
        <p:spPr>
          <a:xfrm>
            <a:off x="10990344" y="4752420"/>
            <a:ext cx="36576" cy="36576"/>
          </a:xfrm>
          <a:prstGeom prst="ellipse">
            <a:avLst/>
          </a:prstGeom>
          <a:solidFill>
            <a:srgbClr val="0F7B8A"/>
          </a:solidFill>
          <a:ln/>
        </p:spPr>
        <p:txBody>
          <a:bodyPr/>
          <a:lstStyle/>
          <a:p>
            <a:endParaRPr lang="en-US"/>
          </a:p>
        </p:txBody>
      </p:sp>
      <p:sp>
        <p:nvSpPr>
          <p:cNvPr id="540" name="Shape 538"/>
          <p:cNvSpPr/>
          <p:nvPr/>
        </p:nvSpPr>
        <p:spPr>
          <a:xfrm>
            <a:off x="10965280" y="4717299"/>
            <a:ext cx="36576" cy="36576"/>
          </a:xfrm>
          <a:prstGeom prst="ellipse">
            <a:avLst/>
          </a:prstGeom>
          <a:solidFill>
            <a:srgbClr val="0F7B8A"/>
          </a:solidFill>
          <a:ln/>
        </p:spPr>
        <p:txBody>
          <a:bodyPr/>
          <a:lstStyle/>
          <a:p>
            <a:endParaRPr lang="en-US"/>
          </a:p>
        </p:txBody>
      </p:sp>
      <p:sp>
        <p:nvSpPr>
          <p:cNvPr id="541" name="Shape 539"/>
          <p:cNvSpPr/>
          <p:nvPr/>
        </p:nvSpPr>
        <p:spPr>
          <a:xfrm>
            <a:off x="10939901" y="4704332"/>
            <a:ext cx="36576" cy="36576"/>
          </a:xfrm>
          <a:prstGeom prst="ellipse">
            <a:avLst/>
          </a:prstGeom>
          <a:solidFill>
            <a:srgbClr val="0F7B8A"/>
          </a:solidFill>
          <a:ln/>
        </p:spPr>
        <p:txBody>
          <a:bodyPr/>
          <a:lstStyle/>
          <a:p>
            <a:endParaRPr lang="en-US"/>
          </a:p>
        </p:txBody>
      </p:sp>
      <p:sp>
        <p:nvSpPr>
          <p:cNvPr id="542" name="Shape 540"/>
          <p:cNvSpPr/>
          <p:nvPr/>
        </p:nvSpPr>
        <p:spPr>
          <a:xfrm>
            <a:off x="10938872" y="4704042"/>
            <a:ext cx="36576" cy="36576"/>
          </a:xfrm>
          <a:prstGeom prst="ellipse">
            <a:avLst/>
          </a:prstGeom>
          <a:solidFill>
            <a:srgbClr val="0F7B8A"/>
          </a:solidFill>
          <a:ln/>
        </p:spPr>
        <p:txBody>
          <a:bodyPr/>
          <a:lstStyle/>
          <a:p>
            <a:endParaRPr lang="en-US"/>
          </a:p>
        </p:txBody>
      </p:sp>
      <p:sp>
        <p:nvSpPr>
          <p:cNvPr id="543" name="Shape 541"/>
          <p:cNvSpPr/>
          <p:nvPr/>
        </p:nvSpPr>
        <p:spPr>
          <a:xfrm>
            <a:off x="10909457" y="4689203"/>
            <a:ext cx="36576" cy="36576"/>
          </a:xfrm>
          <a:prstGeom prst="ellipse">
            <a:avLst/>
          </a:prstGeom>
          <a:solidFill>
            <a:srgbClr val="0F7B8A"/>
          </a:solidFill>
          <a:ln/>
        </p:spPr>
        <p:txBody>
          <a:bodyPr/>
          <a:lstStyle/>
          <a:p>
            <a:endParaRPr lang="en-US"/>
          </a:p>
        </p:txBody>
      </p:sp>
      <p:sp>
        <p:nvSpPr>
          <p:cNvPr id="544" name="Shape 542"/>
          <p:cNvSpPr/>
          <p:nvPr/>
        </p:nvSpPr>
        <p:spPr>
          <a:xfrm>
            <a:off x="10875632" y="4664499"/>
            <a:ext cx="36576" cy="36576"/>
          </a:xfrm>
          <a:prstGeom prst="ellipse">
            <a:avLst/>
          </a:prstGeom>
          <a:solidFill>
            <a:srgbClr val="0F7B8A"/>
          </a:solidFill>
          <a:ln/>
        </p:spPr>
        <p:txBody>
          <a:bodyPr/>
          <a:lstStyle/>
          <a:p>
            <a:endParaRPr lang="en-US"/>
          </a:p>
        </p:txBody>
      </p:sp>
      <p:sp>
        <p:nvSpPr>
          <p:cNvPr id="545" name="Shape 543"/>
          <p:cNvSpPr/>
          <p:nvPr/>
        </p:nvSpPr>
        <p:spPr>
          <a:xfrm>
            <a:off x="10850313" y="4672245"/>
            <a:ext cx="36576" cy="36576"/>
          </a:xfrm>
          <a:prstGeom prst="ellipse">
            <a:avLst/>
          </a:prstGeom>
          <a:solidFill>
            <a:srgbClr val="0F7B8A"/>
          </a:solidFill>
          <a:ln/>
        </p:spPr>
        <p:txBody>
          <a:bodyPr/>
          <a:lstStyle/>
          <a:p>
            <a:endParaRPr lang="en-US"/>
          </a:p>
        </p:txBody>
      </p:sp>
      <p:sp>
        <p:nvSpPr>
          <p:cNvPr id="546" name="Shape 544"/>
          <p:cNvSpPr/>
          <p:nvPr/>
        </p:nvSpPr>
        <p:spPr>
          <a:xfrm>
            <a:off x="10845525" y="4649719"/>
            <a:ext cx="36576" cy="36576"/>
          </a:xfrm>
          <a:prstGeom prst="ellipse">
            <a:avLst/>
          </a:prstGeom>
          <a:solidFill>
            <a:srgbClr val="0F7B8A"/>
          </a:solidFill>
          <a:ln/>
        </p:spPr>
        <p:txBody>
          <a:bodyPr/>
          <a:lstStyle/>
          <a:p>
            <a:endParaRPr lang="en-US"/>
          </a:p>
        </p:txBody>
      </p:sp>
      <p:sp>
        <p:nvSpPr>
          <p:cNvPr id="547" name="Shape 545"/>
          <p:cNvSpPr/>
          <p:nvPr/>
        </p:nvSpPr>
        <p:spPr>
          <a:xfrm>
            <a:off x="10834948" y="4621637"/>
            <a:ext cx="36576" cy="36576"/>
          </a:xfrm>
          <a:prstGeom prst="ellipse">
            <a:avLst/>
          </a:prstGeom>
          <a:solidFill>
            <a:srgbClr val="0F7B8A"/>
          </a:solidFill>
          <a:ln/>
        </p:spPr>
        <p:txBody>
          <a:bodyPr/>
          <a:lstStyle/>
          <a:p>
            <a:endParaRPr lang="en-US"/>
          </a:p>
        </p:txBody>
      </p:sp>
      <p:sp>
        <p:nvSpPr>
          <p:cNvPr id="548" name="Shape 546"/>
          <p:cNvSpPr/>
          <p:nvPr/>
        </p:nvSpPr>
        <p:spPr>
          <a:xfrm>
            <a:off x="10806200" y="4615823"/>
            <a:ext cx="36576" cy="36576"/>
          </a:xfrm>
          <a:prstGeom prst="ellipse">
            <a:avLst/>
          </a:prstGeom>
          <a:solidFill>
            <a:srgbClr val="0F7B8A"/>
          </a:solidFill>
          <a:ln/>
        </p:spPr>
        <p:txBody>
          <a:bodyPr/>
          <a:lstStyle/>
          <a:p>
            <a:endParaRPr lang="en-US"/>
          </a:p>
        </p:txBody>
      </p:sp>
      <p:sp>
        <p:nvSpPr>
          <p:cNvPr id="549" name="Shape 547"/>
          <p:cNvSpPr/>
          <p:nvPr/>
        </p:nvSpPr>
        <p:spPr>
          <a:xfrm>
            <a:off x="10787154" y="4597942"/>
            <a:ext cx="36576" cy="36576"/>
          </a:xfrm>
          <a:prstGeom prst="ellipse">
            <a:avLst/>
          </a:prstGeom>
          <a:solidFill>
            <a:srgbClr val="0F7B8A"/>
          </a:solidFill>
          <a:ln/>
        </p:spPr>
        <p:txBody>
          <a:bodyPr/>
          <a:lstStyle/>
          <a:p>
            <a:endParaRPr lang="en-US"/>
          </a:p>
        </p:txBody>
      </p:sp>
      <p:sp>
        <p:nvSpPr>
          <p:cNvPr id="550" name="Shape 548"/>
          <p:cNvSpPr/>
          <p:nvPr/>
        </p:nvSpPr>
        <p:spPr>
          <a:xfrm>
            <a:off x="10776737" y="4607642"/>
            <a:ext cx="36576" cy="36576"/>
          </a:xfrm>
          <a:prstGeom prst="ellipse">
            <a:avLst/>
          </a:prstGeom>
          <a:solidFill>
            <a:srgbClr val="0F7B8A"/>
          </a:solidFill>
          <a:ln/>
        </p:spPr>
        <p:txBody>
          <a:bodyPr/>
          <a:lstStyle/>
          <a:p>
            <a:endParaRPr lang="en-US"/>
          </a:p>
        </p:txBody>
      </p:sp>
      <p:sp>
        <p:nvSpPr>
          <p:cNvPr id="551" name="Shape 549"/>
          <p:cNvSpPr/>
          <p:nvPr/>
        </p:nvSpPr>
        <p:spPr>
          <a:xfrm>
            <a:off x="10740546" y="4571695"/>
            <a:ext cx="36576" cy="36576"/>
          </a:xfrm>
          <a:prstGeom prst="ellipse">
            <a:avLst/>
          </a:prstGeom>
          <a:solidFill>
            <a:srgbClr val="0F7B8A"/>
          </a:solidFill>
          <a:ln/>
        </p:spPr>
        <p:txBody>
          <a:bodyPr/>
          <a:lstStyle/>
          <a:p>
            <a:endParaRPr lang="en-US"/>
          </a:p>
        </p:txBody>
      </p:sp>
      <p:sp>
        <p:nvSpPr>
          <p:cNvPr id="552" name="Shape 550"/>
          <p:cNvSpPr/>
          <p:nvPr/>
        </p:nvSpPr>
        <p:spPr>
          <a:xfrm>
            <a:off x="10756949" y="4572921"/>
            <a:ext cx="36576" cy="36576"/>
          </a:xfrm>
          <a:prstGeom prst="ellipse">
            <a:avLst/>
          </a:prstGeom>
          <a:solidFill>
            <a:srgbClr val="0F7B8A"/>
          </a:solidFill>
          <a:ln/>
        </p:spPr>
        <p:txBody>
          <a:bodyPr/>
          <a:lstStyle/>
          <a:p>
            <a:endParaRPr lang="en-US"/>
          </a:p>
        </p:txBody>
      </p:sp>
      <p:sp>
        <p:nvSpPr>
          <p:cNvPr id="553" name="Shape 551"/>
          <p:cNvSpPr/>
          <p:nvPr/>
        </p:nvSpPr>
        <p:spPr>
          <a:xfrm>
            <a:off x="10712845" y="4551158"/>
            <a:ext cx="36576" cy="36576"/>
          </a:xfrm>
          <a:prstGeom prst="ellipse">
            <a:avLst/>
          </a:prstGeom>
          <a:solidFill>
            <a:srgbClr val="0F7B8A"/>
          </a:solidFill>
          <a:ln/>
        </p:spPr>
        <p:txBody>
          <a:bodyPr/>
          <a:lstStyle/>
          <a:p>
            <a:endParaRPr lang="en-US"/>
          </a:p>
        </p:txBody>
      </p:sp>
      <p:sp>
        <p:nvSpPr>
          <p:cNvPr id="554" name="Shape 552"/>
          <p:cNvSpPr/>
          <p:nvPr/>
        </p:nvSpPr>
        <p:spPr>
          <a:xfrm>
            <a:off x="10694093" y="4530496"/>
            <a:ext cx="36576" cy="36576"/>
          </a:xfrm>
          <a:prstGeom prst="ellipse">
            <a:avLst/>
          </a:prstGeom>
          <a:solidFill>
            <a:srgbClr val="0F7B8A"/>
          </a:solidFill>
          <a:ln/>
        </p:spPr>
        <p:txBody>
          <a:bodyPr/>
          <a:lstStyle/>
          <a:p>
            <a:endParaRPr lang="en-US"/>
          </a:p>
        </p:txBody>
      </p:sp>
      <p:sp>
        <p:nvSpPr>
          <p:cNvPr id="555" name="Shape 553"/>
          <p:cNvSpPr/>
          <p:nvPr/>
        </p:nvSpPr>
        <p:spPr>
          <a:xfrm>
            <a:off x="10676580" y="4536348"/>
            <a:ext cx="36576" cy="36576"/>
          </a:xfrm>
          <a:prstGeom prst="ellipse">
            <a:avLst/>
          </a:prstGeom>
          <a:solidFill>
            <a:srgbClr val="0F7B8A"/>
          </a:solidFill>
          <a:ln/>
        </p:spPr>
        <p:txBody>
          <a:bodyPr/>
          <a:lstStyle/>
          <a:p>
            <a:endParaRPr lang="en-US"/>
          </a:p>
        </p:txBody>
      </p:sp>
      <p:sp>
        <p:nvSpPr>
          <p:cNvPr id="556" name="Shape 554"/>
          <p:cNvSpPr/>
          <p:nvPr/>
        </p:nvSpPr>
        <p:spPr>
          <a:xfrm>
            <a:off x="10667767" y="4505544"/>
            <a:ext cx="36576" cy="36576"/>
          </a:xfrm>
          <a:prstGeom prst="ellipse">
            <a:avLst/>
          </a:prstGeom>
          <a:solidFill>
            <a:srgbClr val="0F7B8A"/>
          </a:solidFill>
          <a:ln/>
        </p:spPr>
        <p:txBody>
          <a:bodyPr/>
          <a:lstStyle/>
          <a:p>
            <a:endParaRPr lang="en-US"/>
          </a:p>
        </p:txBody>
      </p:sp>
      <p:sp>
        <p:nvSpPr>
          <p:cNvPr id="557" name="Shape 555"/>
          <p:cNvSpPr/>
          <p:nvPr/>
        </p:nvSpPr>
        <p:spPr>
          <a:xfrm>
            <a:off x="10635102" y="4500872"/>
            <a:ext cx="36576" cy="36576"/>
          </a:xfrm>
          <a:prstGeom prst="ellipse">
            <a:avLst/>
          </a:prstGeom>
          <a:solidFill>
            <a:srgbClr val="0F7B8A"/>
          </a:solidFill>
          <a:ln/>
        </p:spPr>
        <p:txBody>
          <a:bodyPr/>
          <a:lstStyle/>
          <a:p>
            <a:endParaRPr lang="en-US"/>
          </a:p>
        </p:txBody>
      </p:sp>
      <p:sp>
        <p:nvSpPr>
          <p:cNvPr id="558" name="Shape 556"/>
          <p:cNvSpPr/>
          <p:nvPr/>
        </p:nvSpPr>
        <p:spPr>
          <a:xfrm>
            <a:off x="10623456" y="4487385"/>
            <a:ext cx="36576" cy="36576"/>
          </a:xfrm>
          <a:prstGeom prst="ellipse">
            <a:avLst/>
          </a:prstGeom>
          <a:solidFill>
            <a:srgbClr val="0F7B8A"/>
          </a:solidFill>
          <a:ln/>
        </p:spPr>
        <p:txBody>
          <a:bodyPr/>
          <a:lstStyle/>
          <a:p>
            <a:endParaRPr lang="en-US"/>
          </a:p>
        </p:txBody>
      </p:sp>
      <p:sp>
        <p:nvSpPr>
          <p:cNvPr id="559" name="Shape 557"/>
          <p:cNvSpPr/>
          <p:nvPr/>
        </p:nvSpPr>
        <p:spPr>
          <a:xfrm>
            <a:off x="10623177" y="4485249"/>
            <a:ext cx="36576" cy="36576"/>
          </a:xfrm>
          <a:prstGeom prst="ellipse">
            <a:avLst/>
          </a:prstGeom>
          <a:solidFill>
            <a:srgbClr val="0F7B8A"/>
          </a:solidFill>
          <a:ln/>
        </p:spPr>
        <p:txBody>
          <a:bodyPr/>
          <a:lstStyle/>
          <a:p>
            <a:endParaRPr lang="en-US"/>
          </a:p>
        </p:txBody>
      </p:sp>
      <p:sp>
        <p:nvSpPr>
          <p:cNvPr id="560" name="Shape 558"/>
          <p:cNvSpPr/>
          <p:nvPr/>
        </p:nvSpPr>
        <p:spPr>
          <a:xfrm>
            <a:off x="10583493" y="4473740"/>
            <a:ext cx="36576" cy="36576"/>
          </a:xfrm>
          <a:prstGeom prst="ellipse">
            <a:avLst/>
          </a:prstGeom>
          <a:solidFill>
            <a:srgbClr val="0F7B8A"/>
          </a:solidFill>
          <a:ln/>
        </p:spPr>
        <p:txBody>
          <a:bodyPr/>
          <a:lstStyle/>
          <a:p>
            <a:endParaRPr lang="en-US"/>
          </a:p>
        </p:txBody>
      </p:sp>
      <p:sp>
        <p:nvSpPr>
          <p:cNvPr id="561" name="Shape 559"/>
          <p:cNvSpPr/>
          <p:nvPr/>
        </p:nvSpPr>
        <p:spPr>
          <a:xfrm>
            <a:off x="10564550" y="4440746"/>
            <a:ext cx="36576" cy="36576"/>
          </a:xfrm>
          <a:prstGeom prst="ellipse">
            <a:avLst/>
          </a:prstGeom>
          <a:solidFill>
            <a:srgbClr val="0F7B8A"/>
          </a:solidFill>
          <a:ln/>
        </p:spPr>
        <p:txBody>
          <a:bodyPr/>
          <a:lstStyle/>
          <a:p>
            <a:endParaRPr lang="en-US"/>
          </a:p>
        </p:txBody>
      </p:sp>
      <p:sp>
        <p:nvSpPr>
          <p:cNvPr id="562" name="Shape 560"/>
          <p:cNvSpPr/>
          <p:nvPr/>
        </p:nvSpPr>
        <p:spPr>
          <a:xfrm>
            <a:off x="10546898" y="4444203"/>
            <a:ext cx="36576" cy="36576"/>
          </a:xfrm>
          <a:prstGeom prst="ellipse">
            <a:avLst/>
          </a:prstGeom>
          <a:solidFill>
            <a:srgbClr val="0F7B8A"/>
          </a:solidFill>
          <a:ln/>
        </p:spPr>
        <p:txBody>
          <a:bodyPr/>
          <a:lstStyle/>
          <a:p>
            <a:endParaRPr lang="en-US"/>
          </a:p>
        </p:txBody>
      </p:sp>
      <p:sp>
        <p:nvSpPr>
          <p:cNvPr id="563" name="Shape 561"/>
          <p:cNvSpPr/>
          <p:nvPr/>
        </p:nvSpPr>
        <p:spPr>
          <a:xfrm>
            <a:off x="10537649" y="4414805"/>
            <a:ext cx="36576" cy="36576"/>
          </a:xfrm>
          <a:prstGeom prst="ellipse">
            <a:avLst/>
          </a:prstGeom>
          <a:solidFill>
            <a:srgbClr val="0F7B8A"/>
          </a:solidFill>
          <a:ln/>
        </p:spPr>
        <p:txBody>
          <a:bodyPr/>
          <a:lstStyle/>
          <a:p>
            <a:endParaRPr lang="en-US"/>
          </a:p>
        </p:txBody>
      </p:sp>
      <p:sp>
        <p:nvSpPr>
          <p:cNvPr id="564" name="Shape 562"/>
          <p:cNvSpPr/>
          <p:nvPr/>
        </p:nvSpPr>
        <p:spPr>
          <a:xfrm>
            <a:off x="10509166" y="4413088"/>
            <a:ext cx="36576" cy="36576"/>
          </a:xfrm>
          <a:prstGeom prst="ellipse">
            <a:avLst/>
          </a:prstGeom>
          <a:solidFill>
            <a:srgbClr val="0F7B8A"/>
          </a:solidFill>
          <a:ln/>
        </p:spPr>
        <p:txBody>
          <a:bodyPr/>
          <a:lstStyle/>
          <a:p>
            <a:endParaRPr lang="en-US"/>
          </a:p>
        </p:txBody>
      </p:sp>
      <p:sp>
        <p:nvSpPr>
          <p:cNvPr id="565" name="Shape 563"/>
          <p:cNvSpPr/>
          <p:nvPr/>
        </p:nvSpPr>
        <p:spPr>
          <a:xfrm>
            <a:off x="10479682" y="4403469"/>
            <a:ext cx="36576" cy="36576"/>
          </a:xfrm>
          <a:prstGeom prst="ellipse">
            <a:avLst/>
          </a:prstGeom>
          <a:solidFill>
            <a:srgbClr val="0F7B8A"/>
          </a:solidFill>
          <a:ln/>
        </p:spPr>
        <p:txBody>
          <a:bodyPr/>
          <a:lstStyle/>
          <a:p>
            <a:endParaRPr lang="en-US"/>
          </a:p>
        </p:txBody>
      </p:sp>
      <p:sp>
        <p:nvSpPr>
          <p:cNvPr id="566" name="Shape 564"/>
          <p:cNvSpPr/>
          <p:nvPr/>
        </p:nvSpPr>
        <p:spPr>
          <a:xfrm>
            <a:off x="8582413" y="4880137"/>
            <a:ext cx="36576" cy="36576"/>
          </a:xfrm>
          <a:prstGeom prst="ellipse">
            <a:avLst/>
          </a:prstGeom>
          <a:solidFill>
            <a:srgbClr val="0F7B8A"/>
          </a:solidFill>
          <a:ln/>
        </p:spPr>
        <p:txBody>
          <a:bodyPr/>
          <a:lstStyle/>
          <a:p>
            <a:endParaRPr lang="en-US"/>
          </a:p>
        </p:txBody>
      </p:sp>
      <p:sp>
        <p:nvSpPr>
          <p:cNvPr id="567" name="Shape 565"/>
          <p:cNvSpPr/>
          <p:nvPr/>
        </p:nvSpPr>
        <p:spPr>
          <a:xfrm>
            <a:off x="8571258" y="4824573"/>
            <a:ext cx="36576" cy="36576"/>
          </a:xfrm>
          <a:prstGeom prst="ellipse">
            <a:avLst/>
          </a:prstGeom>
          <a:solidFill>
            <a:srgbClr val="0F7B8A"/>
          </a:solidFill>
          <a:ln/>
        </p:spPr>
        <p:txBody>
          <a:bodyPr/>
          <a:lstStyle/>
          <a:p>
            <a:endParaRPr lang="en-US"/>
          </a:p>
        </p:txBody>
      </p:sp>
      <p:sp>
        <p:nvSpPr>
          <p:cNvPr id="568" name="Shape 566"/>
          <p:cNvSpPr/>
          <p:nvPr/>
        </p:nvSpPr>
        <p:spPr>
          <a:xfrm>
            <a:off x="8572516" y="4791615"/>
            <a:ext cx="36576" cy="36576"/>
          </a:xfrm>
          <a:prstGeom prst="ellipse">
            <a:avLst/>
          </a:prstGeom>
          <a:solidFill>
            <a:srgbClr val="0F7B8A"/>
          </a:solidFill>
          <a:ln/>
        </p:spPr>
        <p:txBody>
          <a:bodyPr/>
          <a:lstStyle/>
          <a:p>
            <a:endParaRPr lang="en-US"/>
          </a:p>
        </p:txBody>
      </p:sp>
      <p:sp>
        <p:nvSpPr>
          <p:cNvPr id="569" name="Shape 567"/>
          <p:cNvSpPr/>
          <p:nvPr/>
        </p:nvSpPr>
        <p:spPr>
          <a:xfrm>
            <a:off x="8569478" y="4746917"/>
            <a:ext cx="36576" cy="36576"/>
          </a:xfrm>
          <a:prstGeom prst="ellipse">
            <a:avLst/>
          </a:prstGeom>
          <a:solidFill>
            <a:srgbClr val="0F7B8A"/>
          </a:solidFill>
          <a:ln/>
        </p:spPr>
        <p:txBody>
          <a:bodyPr/>
          <a:lstStyle/>
          <a:p>
            <a:endParaRPr lang="en-US"/>
          </a:p>
        </p:txBody>
      </p:sp>
      <p:sp>
        <p:nvSpPr>
          <p:cNvPr id="570" name="Shape 568"/>
          <p:cNvSpPr/>
          <p:nvPr/>
        </p:nvSpPr>
        <p:spPr>
          <a:xfrm>
            <a:off x="8576998" y="4656412"/>
            <a:ext cx="36576" cy="36576"/>
          </a:xfrm>
          <a:prstGeom prst="ellipse">
            <a:avLst/>
          </a:prstGeom>
          <a:solidFill>
            <a:srgbClr val="0F7B8A"/>
          </a:solidFill>
          <a:ln/>
        </p:spPr>
        <p:txBody>
          <a:bodyPr/>
          <a:lstStyle/>
          <a:p>
            <a:endParaRPr lang="en-US"/>
          </a:p>
        </p:txBody>
      </p:sp>
      <p:sp>
        <p:nvSpPr>
          <p:cNvPr id="571" name="Shape 569"/>
          <p:cNvSpPr/>
          <p:nvPr/>
        </p:nvSpPr>
        <p:spPr>
          <a:xfrm>
            <a:off x="8570973" y="4667864"/>
            <a:ext cx="36576" cy="36576"/>
          </a:xfrm>
          <a:prstGeom prst="ellipse">
            <a:avLst/>
          </a:prstGeom>
          <a:solidFill>
            <a:srgbClr val="0F7B8A"/>
          </a:solidFill>
          <a:ln/>
        </p:spPr>
        <p:txBody>
          <a:bodyPr/>
          <a:lstStyle/>
          <a:p>
            <a:endParaRPr lang="en-US"/>
          </a:p>
        </p:txBody>
      </p:sp>
      <p:sp>
        <p:nvSpPr>
          <p:cNvPr id="572" name="Shape 570"/>
          <p:cNvSpPr/>
          <p:nvPr/>
        </p:nvSpPr>
        <p:spPr>
          <a:xfrm>
            <a:off x="8576725" y="4579819"/>
            <a:ext cx="36576" cy="36576"/>
          </a:xfrm>
          <a:prstGeom prst="ellipse">
            <a:avLst/>
          </a:prstGeom>
          <a:solidFill>
            <a:srgbClr val="0F7B8A"/>
          </a:solidFill>
          <a:ln/>
        </p:spPr>
        <p:txBody>
          <a:bodyPr/>
          <a:lstStyle/>
          <a:p>
            <a:endParaRPr lang="en-US"/>
          </a:p>
        </p:txBody>
      </p:sp>
      <p:sp>
        <p:nvSpPr>
          <p:cNvPr id="573" name="Shape 571"/>
          <p:cNvSpPr/>
          <p:nvPr/>
        </p:nvSpPr>
        <p:spPr>
          <a:xfrm>
            <a:off x="8583035" y="4523963"/>
            <a:ext cx="36576" cy="36576"/>
          </a:xfrm>
          <a:prstGeom prst="ellipse">
            <a:avLst/>
          </a:prstGeom>
          <a:solidFill>
            <a:srgbClr val="0F7B8A"/>
          </a:solidFill>
          <a:ln/>
        </p:spPr>
        <p:txBody>
          <a:bodyPr/>
          <a:lstStyle/>
          <a:p>
            <a:endParaRPr lang="en-US"/>
          </a:p>
        </p:txBody>
      </p:sp>
      <p:sp>
        <p:nvSpPr>
          <p:cNvPr id="574" name="Shape 572"/>
          <p:cNvSpPr/>
          <p:nvPr/>
        </p:nvSpPr>
        <p:spPr>
          <a:xfrm>
            <a:off x="8589379" y="4489774"/>
            <a:ext cx="36576" cy="36576"/>
          </a:xfrm>
          <a:prstGeom prst="ellipse">
            <a:avLst/>
          </a:prstGeom>
          <a:solidFill>
            <a:srgbClr val="0F7B8A"/>
          </a:solidFill>
          <a:ln/>
        </p:spPr>
        <p:txBody>
          <a:bodyPr/>
          <a:lstStyle/>
          <a:p>
            <a:endParaRPr lang="en-US"/>
          </a:p>
        </p:txBody>
      </p:sp>
      <p:sp>
        <p:nvSpPr>
          <p:cNvPr id="575" name="Shape 573"/>
          <p:cNvSpPr/>
          <p:nvPr/>
        </p:nvSpPr>
        <p:spPr>
          <a:xfrm>
            <a:off x="8589574" y="4410057"/>
            <a:ext cx="36576" cy="36576"/>
          </a:xfrm>
          <a:prstGeom prst="ellipse">
            <a:avLst/>
          </a:prstGeom>
          <a:solidFill>
            <a:srgbClr val="0F7B8A"/>
          </a:solidFill>
          <a:ln/>
        </p:spPr>
        <p:txBody>
          <a:bodyPr/>
          <a:lstStyle/>
          <a:p>
            <a:endParaRPr lang="en-US"/>
          </a:p>
        </p:txBody>
      </p:sp>
      <p:sp>
        <p:nvSpPr>
          <p:cNvPr id="576" name="Shape 574"/>
          <p:cNvSpPr/>
          <p:nvPr/>
        </p:nvSpPr>
        <p:spPr>
          <a:xfrm>
            <a:off x="8584231" y="4389479"/>
            <a:ext cx="36576" cy="36576"/>
          </a:xfrm>
          <a:prstGeom prst="ellipse">
            <a:avLst/>
          </a:prstGeom>
          <a:solidFill>
            <a:srgbClr val="0F7B8A"/>
          </a:solidFill>
          <a:ln/>
        </p:spPr>
        <p:txBody>
          <a:bodyPr/>
          <a:lstStyle/>
          <a:p>
            <a:endParaRPr lang="en-US"/>
          </a:p>
        </p:txBody>
      </p:sp>
      <p:sp>
        <p:nvSpPr>
          <p:cNvPr id="577" name="Shape 575"/>
          <p:cNvSpPr/>
          <p:nvPr/>
        </p:nvSpPr>
        <p:spPr>
          <a:xfrm>
            <a:off x="8576383" y="4329277"/>
            <a:ext cx="36576" cy="36576"/>
          </a:xfrm>
          <a:prstGeom prst="ellipse">
            <a:avLst/>
          </a:prstGeom>
          <a:solidFill>
            <a:srgbClr val="0F7B8A"/>
          </a:solidFill>
          <a:ln/>
        </p:spPr>
        <p:txBody>
          <a:bodyPr/>
          <a:lstStyle/>
          <a:p>
            <a:endParaRPr lang="en-US"/>
          </a:p>
        </p:txBody>
      </p:sp>
      <p:sp>
        <p:nvSpPr>
          <p:cNvPr id="578" name="Shape 576"/>
          <p:cNvSpPr/>
          <p:nvPr/>
        </p:nvSpPr>
        <p:spPr>
          <a:xfrm>
            <a:off x="8577792" y="4286046"/>
            <a:ext cx="36576" cy="36576"/>
          </a:xfrm>
          <a:prstGeom prst="ellipse">
            <a:avLst/>
          </a:prstGeom>
          <a:solidFill>
            <a:srgbClr val="0F7B8A"/>
          </a:solidFill>
          <a:ln/>
        </p:spPr>
        <p:txBody>
          <a:bodyPr/>
          <a:lstStyle/>
          <a:p>
            <a:endParaRPr lang="en-US"/>
          </a:p>
        </p:txBody>
      </p:sp>
      <p:sp>
        <p:nvSpPr>
          <p:cNvPr id="579" name="Shape 577"/>
          <p:cNvSpPr/>
          <p:nvPr/>
        </p:nvSpPr>
        <p:spPr>
          <a:xfrm>
            <a:off x="8587269" y="4225915"/>
            <a:ext cx="36576" cy="36576"/>
          </a:xfrm>
          <a:prstGeom prst="ellipse">
            <a:avLst/>
          </a:prstGeom>
          <a:solidFill>
            <a:srgbClr val="0F7B8A"/>
          </a:solidFill>
          <a:ln/>
        </p:spPr>
        <p:txBody>
          <a:bodyPr/>
          <a:lstStyle/>
          <a:p>
            <a:endParaRPr lang="en-US"/>
          </a:p>
        </p:txBody>
      </p:sp>
      <p:sp>
        <p:nvSpPr>
          <p:cNvPr id="580" name="Shape 578"/>
          <p:cNvSpPr/>
          <p:nvPr/>
        </p:nvSpPr>
        <p:spPr>
          <a:xfrm>
            <a:off x="8576717" y="4193274"/>
            <a:ext cx="36576" cy="36576"/>
          </a:xfrm>
          <a:prstGeom prst="ellipse">
            <a:avLst/>
          </a:prstGeom>
          <a:solidFill>
            <a:srgbClr val="0F7B8A"/>
          </a:solidFill>
          <a:ln/>
        </p:spPr>
        <p:txBody>
          <a:bodyPr/>
          <a:lstStyle/>
          <a:p>
            <a:endParaRPr lang="en-US"/>
          </a:p>
        </p:txBody>
      </p:sp>
      <p:sp>
        <p:nvSpPr>
          <p:cNvPr id="581" name="Shape 579"/>
          <p:cNvSpPr/>
          <p:nvPr/>
        </p:nvSpPr>
        <p:spPr>
          <a:xfrm>
            <a:off x="8571155" y="4113832"/>
            <a:ext cx="36576" cy="36576"/>
          </a:xfrm>
          <a:prstGeom prst="ellipse">
            <a:avLst/>
          </a:prstGeom>
          <a:solidFill>
            <a:srgbClr val="0F7B8A"/>
          </a:solidFill>
          <a:ln/>
        </p:spPr>
        <p:txBody>
          <a:bodyPr/>
          <a:lstStyle/>
          <a:p>
            <a:endParaRPr lang="en-US"/>
          </a:p>
        </p:txBody>
      </p:sp>
      <p:sp>
        <p:nvSpPr>
          <p:cNvPr id="582" name="Shape 580"/>
          <p:cNvSpPr/>
          <p:nvPr/>
        </p:nvSpPr>
        <p:spPr>
          <a:xfrm>
            <a:off x="8579259" y="4029731"/>
            <a:ext cx="36576" cy="36576"/>
          </a:xfrm>
          <a:prstGeom prst="ellipse">
            <a:avLst/>
          </a:prstGeom>
          <a:solidFill>
            <a:srgbClr val="0F7B8A"/>
          </a:solidFill>
          <a:ln/>
        </p:spPr>
        <p:txBody>
          <a:bodyPr/>
          <a:lstStyle/>
          <a:p>
            <a:endParaRPr lang="en-US"/>
          </a:p>
        </p:txBody>
      </p:sp>
      <p:sp>
        <p:nvSpPr>
          <p:cNvPr id="583" name="Shape 581"/>
          <p:cNvSpPr/>
          <p:nvPr/>
        </p:nvSpPr>
        <p:spPr>
          <a:xfrm>
            <a:off x="8584607" y="4012545"/>
            <a:ext cx="36576" cy="36576"/>
          </a:xfrm>
          <a:prstGeom prst="ellipse">
            <a:avLst/>
          </a:prstGeom>
          <a:solidFill>
            <a:srgbClr val="0F7B8A"/>
          </a:solidFill>
          <a:ln/>
        </p:spPr>
        <p:txBody>
          <a:bodyPr/>
          <a:lstStyle/>
          <a:p>
            <a:endParaRPr lang="en-US"/>
          </a:p>
        </p:txBody>
      </p:sp>
      <p:sp>
        <p:nvSpPr>
          <p:cNvPr id="584" name="Shape 582"/>
          <p:cNvSpPr/>
          <p:nvPr/>
        </p:nvSpPr>
        <p:spPr>
          <a:xfrm>
            <a:off x="8582282" y="3919055"/>
            <a:ext cx="36576" cy="36576"/>
          </a:xfrm>
          <a:prstGeom prst="ellipse">
            <a:avLst/>
          </a:prstGeom>
          <a:solidFill>
            <a:srgbClr val="0F7B8A"/>
          </a:solidFill>
          <a:ln/>
        </p:spPr>
        <p:txBody>
          <a:bodyPr/>
          <a:lstStyle/>
          <a:p>
            <a:endParaRPr lang="en-US"/>
          </a:p>
        </p:txBody>
      </p:sp>
      <p:sp>
        <p:nvSpPr>
          <p:cNvPr id="585" name="Shape 583"/>
          <p:cNvSpPr/>
          <p:nvPr/>
        </p:nvSpPr>
        <p:spPr>
          <a:xfrm>
            <a:off x="8568264" y="3873422"/>
            <a:ext cx="36576" cy="36576"/>
          </a:xfrm>
          <a:prstGeom prst="ellipse">
            <a:avLst/>
          </a:prstGeom>
          <a:solidFill>
            <a:srgbClr val="0F7B8A"/>
          </a:solidFill>
          <a:ln/>
        </p:spPr>
        <p:txBody>
          <a:bodyPr/>
          <a:lstStyle/>
          <a:p>
            <a:endParaRPr lang="en-US"/>
          </a:p>
        </p:txBody>
      </p:sp>
      <p:sp>
        <p:nvSpPr>
          <p:cNvPr id="586" name="Shape 584"/>
          <p:cNvSpPr/>
          <p:nvPr/>
        </p:nvSpPr>
        <p:spPr>
          <a:xfrm>
            <a:off x="8588374" y="3840087"/>
            <a:ext cx="36576" cy="36576"/>
          </a:xfrm>
          <a:prstGeom prst="ellipse">
            <a:avLst/>
          </a:prstGeom>
          <a:solidFill>
            <a:srgbClr val="0F7B8A"/>
          </a:solidFill>
          <a:ln/>
        </p:spPr>
        <p:txBody>
          <a:bodyPr/>
          <a:lstStyle/>
          <a:p>
            <a:endParaRPr lang="en-US"/>
          </a:p>
        </p:txBody>
      </p:sp>
      <p:sp>
        <p:nvSpPr>
          <p:cNvPr id="587" name="Shape 585"/>
          <p:cNvSpPr/>
          <p:nvPr/>
        </p:nvSpPr>
        <p:spPr>
          <a:xfrm>
            <a:off x="8577805" y="3797732"/>
            <a:ext cx="36576" cy="36576"/>
          </a:xfrm>
          <a:prstGeom prst="ellipse">
            <a:avLst/>
          </a:prstGeom>
          <a:solidFill>
            <a:srgbClr val="0F7B8A"/>
          </a:solidFill>
          <a:ln/>
        </p:spPr>
        <p:txBody>
          <a:bodyPr/>
          <a:lstStyle/>
          <a:p>
            <a:endParaRPr lang="en-US"/>
          </a:p>
        </p:txBody>
      </p:sp>
      <p:sp>
        <p:nvSpPr>
          <p:cNvPr id="588" name="Shape 586"/>
          <p:cNvSpPr/>
          <p:nvPr/>
        </p:nvSpPr>
        <p:spPr>
          <a:xfrm>
            <a:off x="8563435" y="3729793"/>
            <a:ext cx="36576" cy="36576"/>
          </a:xfrm>
          <a:prstGeom prst="ellipse">
            <a:avLst/>
          </a:prstGeom>
          <a:solidFill>
            <a:srgbClr val="0F7B8A"/>
          </a:solidFill>
          <a:ln/>
        </p:spPr>
        <p:txBody>
          <a:bodyPr/>
          <a:lstStyle/>
          <a:p>
            <a:endParaRPr lang="en-US"/>
          </a:p>
        </p:txBody>
      </p:sp>
      <p:sp>
        <p:nvSpPr>
          <p:cNvPr id="589" name="Shape 587"/>
          <p:cNvSpPr/>
          <p:nvPr/>
        </p:nvSpPr>
        <p:spPr>
          <a:xfrm>
            <a:off x="8578428" y="3658797"/>
            <a:ext cx="36576" cy="36576"/>
          </a:xfrm>
          <a:prstGeom prst="ellipse">
            <a:avLst/>
          </a:prstGeom>
          <a:solidFill>
            <a:srgbClr val="0F7B8A"/>
          </a:solidFill>
          <a:ln/>
        </p:spPr>
        <p:txBody>
          <a:bodyPr/>
          <a:lstStyle/>
          <a:p>
            <a:endParaRPr lang="en-US"/>
          </a:p>
        </p:txBody>
      </p:sp>
      <p:sp>
        <p:nvSpPr>
          <p:cNvPr id="590" name="Shape 588"/>
          <p:cNvSpPr/>
          <p:nvPr/>
        </p:nvSpPr>
        <p:spPr>
          <a:xfrm>
            <a:off x="8578068" y="3606421"/>
            <a:ext cx="36576" cy="36576"/>
          </a:xfrm>
          <a:prstGeom prst="ellipse">
            <a:avLst/>
          </a:prstGeom>
          <a:solidFill>
            <a:srgbClr val="0F7B8A"/>
          </a:solidFill>
          <a:ln/>
        </p:spPr>
        <p:txBody>
          <a:bodyPr/>
          <a:lstStyle/>
          <a:p>
            <a:endParaRPr lang="en-US"/>
          </a:p>
        </p:txBody>
      </p:sp>
      <p:sp>
        <p:nvSpPr>
          <p:cNvPr id="591" name="Shape 589"/>
          <p:cNvSpPr/>
          <p:nvPr/>
        </p:nvSpPr>
        <p:spPr>
          <a:xfrm>
            <a:off x="8581919" y="3549014"/>
            <a:ext cx="36576" cy="36576"/>
          </a:xfrm>
          <a:prstGeom prst="ellipse">
            <a:avLst/>
          </a:prstGeom>
          <a:solidFill>
            <a:srgbClr val="0F7B8A"/>
          </a:solidFill>
          <a:ln/>
        </p:spPr>
        <p:txBody>
          <a:bodyPr/>
          <a:lstStyle/>
          <a:p>
            <a:endParaRPr lang="en-US"/>
          </a:p>
        </p:txBody>
      </p:sp>
      <p:sp>
        <p:nvSpPr>
          <p:cNvPr id="592" name="Shape 590"/>
          <p:cNvSpPr/>
          <p:nvPr/>
        </p:nvSpPr>
        <p:spPr>
          <a:xfrm>
            <a:off x="8563800" y="3500227"/>
            <a:ext cx="36576" cy="36576"/>
          </a:xfrm>
          <a:prstGeom prst="ellipse">
            <a:avLst/>
          </a:prstGeom>
          <a:solidFill>
            <a:srgbClr val="0F7B8A"/>
          </a:solidFill>
          <a:ln/>
        </p:spPr>
        <p:txBody>
          <a:bodyPr/>
          <a:lstStyle/>
          <a:p>
            <a:endParaRPr lang="en-US"/>
          </a:p>
        </p:txBody>
      </p:sp>
      <p:sp>
        <p:nvSpPr>
          <p:cNvPr id="593" name="Shape 591"/>
          <p:cNvSpPr/>
          <p:nvPr/>
        </p:nvSpPr>
        <p:spPr>
          <a:xfrm>
            <a:off x="8570635" y="3474013"/>
            <a:ext cx="36576" cy="36576"/>
          </a:xfrm>
          <a:prstGeom prst="ellipse">
            <a:avLst/>
          </a:prstGeom>
          <a:solidFill>
            <a:srgbClr val="0F7B8A"/>
          </a:solidFill>
          <a:ln/>
        </p:spPr>
        <p:txBody>
          <a:bodyPr/>
          <a:lstStyle/>
          <a:p>
            <a:endParaRPr lang="en-US"/>
          </a:p>
        </p:txBody>
      </p:sp>
      <p:sp>
        <p:nvSpPr>
          <p:cNvPr id="594" name="Shape 592"/>
          <p:cNvSpPr/>
          <p:nvPr/>
        </p:nvSpPr>
        <p:spPr>
          <a:xfrm>
            <a:off x="8569889" y="3416589"/>
            <a:ext cx="36576" cy="36576"/>
          </a:xfrm>
          <a:prstGeom prst="ellipse">
            <a:avLst/>
          </a:prstGeom>
          <a:solidFill>
            <a:srgbClr val="0F7B8A"/>
          </a:solidFill>
          <a:ln/>
        </p:spPr>
        <p:txBody>
          <a:bodyPr/>
          <a:lstStyle/>
          <a:p>
            <a:endParaRPr lang="en-US"/>
          </a:p>
        </p:txBody>
      </p:sp>
      <p:sp>
        <p:nvSpPr>
          <p:cNvPr id="595" name="Shape 593"/>
          <p:cNvSpPr/>
          <p:nvPr/>
        </p:nvSpPr>
        <p:spPr>
          <a:xfrm>
            <a:off x="8586785" y="3374041"/>
            <a:ext cx="36576" cy="36576"/>
          </a:xfrm>
          <a:prstGeom prst="ellipse">
            <a:avLst/>
          </a:prstGeom>
          <a:solidFill>
            <a:srgbClr val="0F7B8A"/>
          </a:solidFill>
          <a:ln/>
        </p:spPr>
        <p:txBody>
          <a:bodyPr/>
          <a:lstStyle/>
          <a:p>
            <a:endParaRPr lang="en-US"/>
          </a:p>
        </p:txBody>
      </p:sp>
      <p:sp>
        <p:nvSpPr>
          <p:cNvPr id="596" name="Shape 594"/>
          <p:cNvSpPr/>
          <p:nvPr/>
        </p:nvSpPr>
        <p:spPr>
          <a:xfrm>
            <a:off x="8565010" y="3294387"/>
            <a:ext cx="36576" cy="36576"/>
          </a:xfrm>
          <a:prstGeom prst="ellipse">
            <a:avLst/>
          </a:prstGeom>
          <a:solidFill>
            <a:srgbClr val="0F7B8A"/>
          </a:solidFill>
          <a:ln/>
        </p:spPr>
        <p:txBody>
          <a:bodyPr/>
          <a:lstStyle/>
          <a:p>
            <a:endParaRPr lang="en-US"/>
          </a:p>
        </p:txBody>
      </p:sp>
      <p:sp>
        <p:nvSpPr>
          <p:cNvPr id="597" name="Shape 595"/>
          <p:cNvSpPr/>
          <p:nvPr/>
        </p:nvSpPr>
        <p:spPr>
          <a:xfrm>
            <a:off x="8585807" y="3278234"/>
            <a:ext cx="36576" cy="36576"/>
          </a:xfrm>
          <a:prstGeom prst="ellipse">
            <a:avLst/>
          </a:prstGeom>
          <a:solidFill>
            <a:srgbClr val="0F7B8A"/>
          </a:solidFill>
          <a:ln/>
        </p:spPr>
        <p:txBody>
          <a:bodyPr/>
          <a:lstStyle/>
          <a:p>
            <a:endParaRPr lang="en-US"/>
          </a:p>
        </p:txBody>
      </p:sp>
      <p:sp>
        <p:nvSpPr>
          <p:cNvPr id="598" name="Shape 596"/>
          <p:cNvSpPr/>
          <p:nvPr/>
        </p:nvSpPr>
        <p:spPr>
          <a:xfrm>
            <a:off x="8563665" y="3183463"/>
            <a:ext cx="36576" cy="36576"/>
          </a:xfrm>
          <a:prstGeom prst="ellipse">
            <a:avLst/>
          </a:prstGeom>
          <a:solidFill>
            <a:srgbClr val="0F7B8A"/>
          </a:solidFill>
          <a:ln/>
        </p:spPr>
        <p:txBody>
          <a:bodyPr/>
          <a:lstStyle/>
          <a:p>
            <a:endParaRPr lang="en-US"/>
          </a:p>
        </p:txBody>
      </p:sp>
      <p:sp>
        <p:nvSpPr>
          <p:cNvPr id="599" name="Shape 597"/>
          <p:cNvSpPr/>
          <p:nvPr/>
        </p:nvSpPr>
        <p:spPr>
          <a:xfrm>
            <a:off x="8565500" y="3167518"/>
            <a:ext cx="36576" cy="36576"/>
          </a:xfrm>
          <a:prstGeom prst="ellipse">
            <a:avLst/>
          </a:prstGeom>
          <a:solidFill>
            <a:srgbClr val="0F7B8A"/>
          </a:solidFill>
          <a:ln/>
        </p:spPr>
        <p:txBody>
          <a:bodyPr/>
          <a:lstStyle/>
          <a:p>
            <a:endParaRPr lang="en-US"/>
          </a:p>
        </p:txBody>
      </p:sp>
      <p:sp>
        <p:nvSpPr>
          <p:cNvPr id="600" name="Shape 598"/>
          <p:cNvSpPr/>
          <p:nvPr/>
        </p:nvSpPr>
        <p:spPr>
          <a:xfrm>
            <a:off x="8574633" y="3112123"/>
            <a:ext cx="36576" cy="36576"/>
          </a:xfrm>
          <a:prstGeom prst="ellipse">
            <a:avLst/>
          </a:prstGeom>
          <a:solidFill>
            <a:srgbClr val="0F7B8A"/>
          </a:solidFill>
          <a:ln/>
        </p:spPr>
        <p:txBody>
          <a:bodyPr/>
          <a:lstStyle/>
          <a:p>
            <a:endParaRPr lang="en-US"/>
          </a:p>
        </p:txBody>
      </p:sp>
      <p:sp>
        <p:nvSpPr>
          <p:cNvPr id="601" name="Shape 599"/>
          <p:cNvSpPr/>
          <p:nvPr/>
        </p:nvSpPr>
        <p:spPr>
          <a:xfrm>
            <a:off x="8576613" y="3053116"/>
            <a:ext cx="36576" cy="36576"/>
          </a:xfrm>
          <a:prstGeom prst="ellipse">
            <a:avLst/>
          </a:prstGeom>
          <a:solidFill>
            <a:srgbClr val="0F7B8A"/>
          </a:solidFill>
          <a:ln/>
        </p:spPr>
        <p:txBody>
          <a:bodyPr/>
          <a:lstStyle/>
          <a:p>
            <a:endParaRPr lang="en-US"/>
          </a:p>
        </p:txBody>
      </p:sp>
      <p:sp>
        <p:nvSpPr>
          <p:cNvPr id="602" name="Shape 600"/>
          <p:cNvSpPr/>
          <p:nvPr/>
        </p:nvSpPr>
        <p:spPr>
          <a:xfrm>
            <a:off x="8569217" y="3000481"/>
            <a:ext cx="36576" cy="36576"/>
          </a:xfrm>
          <a:prstGeom prst="ellipse">
            <a:avLst/>
          </a:prstGeom>
          <a:solidFill>
            <a:srgbClr val="0F7B8A"/>
          </a:solidFill>
          <a:ln/>
        </p:spPr>
        <p:txBody>
          <a:bodyPr/>
          <a:lstStyle/>
          <a:p>
            <a:endParaRPr lang="en-US"/>
          </a:p>
        </p:txBody>
      </p:sp>
      <p:sp>
        <p:nvSpPr>
          <p:cNvPr id="603" name="Shape 601"/>
          <p:cNvSpPr/>
          <p:nvPr/>
        </p:nvSpPr>
        <p:spPr>
          <a:xfrm>
            <a:off x="8586575" y="2935687"/>
            <a:ext cx="36576" cy="36576"/>
          </a:xfrm>
          <a:prstGeom prst="ellipse">
            <a:avLst/>
          </a:prstGeom>
          <a:solidFill>
            <a:srgbClr val="0F7B8A"/>
          </a:solidFill>
          <a:ln/>
        </p:spPr>
        <p:txBody>
          <a:bodyPr/>
          <a:lstStyle/>
          <a:p>
            <a:endParaRPr lang="en-US"/>
          </a:p>
        </p:txBody>
      </p:sp>
      <p:sp>
        <p:nvSpPr>
          <p:cNvPr id="604" name="Shape 602"/>
          <p:cNvSpPr/>
          <p:nvPr/>
        </p:nvSpPr>
        <p:spPr>
          <a:xfrm>
            <a:off x="8569012" y="2898692"/>
            <a:ext cx="36576" cy="36576"/>
          </a:xfrm>
          <a:prstGeom prst="ellipse">
            <a:avLst/>
          </a:prstGeom>
          <a:solidFill>
            <a:srgbClr val="0F7B8A"/>
          </a:solidFill>
          <a:ln/>
        </p:spPr>
        <p:txBody>
          <a:bodyPr/>
          <a:lstStyle/>
          <a:p>
            <a:endParaRPr lang="en-US"/>
          </a:p>
        </p:txBody>
      </p:sp>
      <p:sp>
        <p:nvSpPr>
          <p:cNvPr id="605" name="Shape 603"/>
          <p:cNvSpPr/>
          <p:nvPr/>
        </p:nvSpPr>
        <p:spPr>
          <a:xfrm>
            <a:off x="8579629" y="2855752"/>
            <a:ext cx="36576" cy="36576"/>
          </a:xfrm>
          <a:prstGeom prst="ellipse">
            <a:avLst/>
          </a:prstGeom>
          <a:solidFill>
            <a:srgbClr val="0F7B8A"/>
          </a:solidFill>
          <a:ln/>
        </p:spPr>
        <p:txBody>
          <a:bodyPr/>
          <a:lstStyle/>
          <a:p>
            <a:endParaRPr lang="en-US"/>
          </a:p>
        </p:txBody>
      </p:sp>
      <p:sp>
        <p:nvSpPr>
          <p:cNvPr id="606" name="Shape 604"/>
          <p:cNvSpPr/>
          <p:nvPr/>
        </p:nvSpPr>
        <p:spPr>
          <a:xfrm>
            <a:off x="9331670" y="4380038"/>
            <a:ext cx="36576" cy="36576"/>
          </a:xfrm>
          <a:prstGeom prst="ellipse">
            <a:avLst/>
          </a:prstGeom>
          <a:solidFill>
            <a:srgbClr val="0F7B8A"/>
          </a:solidFill>
          <a:ln/>
        </p:spPr>
        <p:txBody>
          <a:bodyPr/>
          <a:lstStyle/>
          <a:p>
            <a:endParaRPr lang="en-US"/>
          </a:p>
        </p:txBody>
      </p:sp>
      <p:sp>
        <p:nvSpPr>
          <p:cNvPr id="607" name="Shape 605"/>
          <p:cNvSpPr/>
          <p:nvPr/>
        </p:nvSpPr>
        <p:spPr>
          <a:xfrm>
            <a:off x="9332527" y="4355053"/>
            <a:ext cx="36576" cy="36576"/>
          </a:xfrm>
          <a:prstGeom prst="ellipse">
            <a:avLst/>
          </a:prstGeom>
          <a:solidFill>
            <a:srgbClr val="0F7B8A"/>
          </a:solidFill>
          <a:ln/>
        </p:spPr>
        <p:txBody>
          <a:bodyPr/>
          <a:lstStyle/>
          <a:p>
            <a:endParaRPr lang="en-US"/>
          </a:p>
        </p:txBody>
      </p:sp>
      <p:sp>
        <p:nvSpPr>
          <p:cNvPr id="608" name="Shape 606"/>
          <p:cNvSpPr/>
          <p:nvPr/>
        </p:nvSpPr>
        <p:spPr>
          <a:xfrm>
            <a:off x="9330001" y="4317230"/>
            <a:ext cx="36576" cy="36576"/>
          </a:xfrm>
          <a:prstGeom prst="ellipse">
            <a:avLst/>
          </a:prstGeom>
          <a:solidFill>
            <a:srgbClr val="0F7B8A"/>
          </a:solidFill>
          <a:ln/>
        </p:spPr>
        <p:txBody>
          <a:bodyPr/>
          <a:lstStyle/>
          <a:p>
            <a:endParaRPr lang="en-US"/>
          </a:p>
        </p:txBody>
      </p:sp>
      <p:sp>
        <p:nvSpPr>
          <p:cNvPr id="609" name="Shape 607"/>
          <p:cNvSpPr/>
          <p:nvPr/>
        </p:nvSpPr>
        <p:spPr>
          <a:xfrm>
            <a:off x="9318887" y="4292923"/>
            <a:ext cx="36576" cy="36576"/>
          </a:xfrm>
          <a:prstGeom prst="ellipse">
            <a:avLst/>
          </a:prstGeom>
          <a:solidFill>
            <a:srgbClr val="0F7B8A"/>
          </a:solidFill>
          <a:ln/>
        </p:spPr>
        <p:txBody>
          <a:bodyPr/>
          <a:lstStyle/>
          <a:p>
            <a:endParaRPr lang="en-US"/>
          </a:p>
        </p:txBody>
      </p:sp>
      <p:sp>
        <p:nvSpPr>
          <p:cNvPr id="610" name="Shape 608"/>
          <p:cNvSpPr/>
          <p:nvPr/>
        </p:nvSpPr>
        <p:spPr>
          <a:xfrm>
            <a:off x="9308766" y="4263848"/>
            <a:ext cx="36576" cy="36576"/>
          </a:xfrm>
          <a:prstGeom prst="ellipse">
            <a:avLst/>
          </a:prstGeom>
          <a:solidFill>
            <a:srgbClr val="0F7B8A"/>
          </a:solidFill>
          <a:ln/>
        </p:spPr>
        <p:txBody>
          <a:bodyPr/>
          <a:lstStyle/>
          <a:p>
            <a:endParaRPr lang="en-US"/>
          </a:p>
        </p:txBody>
      </p:sp>
      <p:sp>
        <p:nvSpPr>
          <p:cNvPr id="611" name="Shape 609"/>
          <p:cNvSpPr/>
          <p:nvPr/>
        </p:nvSpPr>
        <p:spPr>
          <a:xfrm>
            <a:off x="9311415" y="4244969"/>
            <a:ext cx="36576" cy="36576"/>
          </a:xfrm>
          <a:prstGeom prst="ellipse">
            <a:avLst/>
          </a:prstGeom>
          <a:solidFill>
            <a:srgbClr val="0F7B8A"/>
          </a:solidFill>
          <a:ln/>
        </p:spPr>
        <p:txBody>
          <a:bodyPr/>
          <a:lstStyle/>
          <a:p>
            <a:endParaRPr lang="en-US"/>
          </a:p>
        </p:txBody>
      </p:sp>
      <p:sp>
        <p:nvSpPr>
          <p:cNvPr id="612" name="Shape 610"/>
          <p:cNvSpPr/>
          <p:nvPr/>
        </p:nvSpPr>
        <p:spPr>
          <a:xfrm>
            <a:off x="9323399" y="4241442"/>
            <a:ext cx="36576" cy="36576"/>
          </a:xfrm>
          <a:prstGeom prst="ellipse">
            <a:avLst/>
          </a:prstGeom>
          <a:solidFill>
            <a:srgbClr val="0F7B8A"/>
          </a:solidFill>
          <a:ln/>
        </p:spPr>
        <p:txBody>
          <a:bodyPr/>
          <a:lstStyle/>
          <a:p>
            <a:endParaRPr lang="en-US"/>
          </a:p>
        </p:txBody>
      </p:sp>
      <p:sp>
        <p:nvSpPr>
          <p:cNvPr id="613" name="Shape 611"/>
          <p:cNvSpPr/>
          <p:nvPr/>
        </p:nvSpPr>
        <p:spPr>
          <a:xfrm>
            <a:off x="9307360" y="4188884"/>
            <a:ext cx="36576" cy="36576"/>
          </a:xfrm>
          <a:prstGeom prst="ellipse">
            <a:avLst/>
          </a:prstGeom>
          <a:solidFill>
            <a:srgbClr val="0F7B8A"/>
          </a:solidFill>
          <a:ln/>
        </p:spPr>
        <p:txBody>
          <a:bodyPr/>
          <a:lstStyle/>
          <a:p>
            <a:endParaRPr lang="en-US"/>
          </a:p>
        </p:txBody>
      </p:sp>
      <p:sp>
        <p:nvSpPr>
          <p:cNvPr id="614" name="Shape 612"/>
          <p:cNvSpPr/>
          <p:nvPr/>
        </p:nvSpPr>
        <p:spPr>
          <a:xfrm>
            <a:off x="9323822" y="4182244"/>
            <a:ext cx="36576" cy="36576"/>
          </a:xfrm>
          <a:prstGeom prst="ellipse">
            <a:avLst/>
          </a:prstGeom>
          <a:solidFill>
            <a:srgbClr val="0F7B8A"/>
          </a:solidFill>
          <a:ln/>
        </p:spPr>
        <p:txBody>
          <a:bodyPr/>
          <a:lstStyle/>
          <a:p>
            <a:endParaRPr lang="en-US"/>
          </a:p>
        </p:txBody>
      </p:sp>
      <p:sp>
        <p:nvSpPr>
          <p:cNvPr id="615" name="Shape 613"/>
          <p:cNvSpPr/>
          <p:nvPr/>
        </p:nvSpPr>
        <p:spPr>
          <a:xfrm>
            <a:off x="9310719" y="4120083"/>
            <a:ext cx="36576" cy="36576"/>
          </a:xfrm>
          <a:prstGeom prst="ellipse">
            <a:avLst/>
          </a:prstGeom>
          <a:solidFill>
            <a:srgbClr val="0F7B8A"/>
          </a:solidFill>
          <a:ln/>
        </p:spPr>
        <p:txBody>
          <a:bodyPr/>
          <a:lstStyle/>
          <a:p>
            <a:endParaRPr lang="en-US"/>
          </a:p>
        </p:txBody>
      </p:sp>
      <p:sp>
        <p:nvSpPr>
          <p:cNvPr id="616" name="Shape 614"/>
          <p:cNvSpPr/>
          <p:nvPr/>
        </p:nvSpPr>
        <p:spPr>
          <a:xfrm>
            <a:off x="9314939" y="4113255"/>
            <a:ext cx="36576" cy="36576"/>
          </a:xfrm>
          <a:prstGeom prst="ellipse">
            <a:avLst/>
          </a:prstGeom>
          <a:solidFill>
            <a:srgbClr val="0F7B8A"/>
          </a:solidFill>
          <a:ln/>
        </p:spPr>
        <p:txBody>
          <a:bodyPr/>
          <a:lstStyle/>
          <a:p>
            <a:endParaRPr lang="en-US"/>
          </a:p>
        </p:txBody>
      </p:sp>
      <p:sp>
        <p:nvSpPr>
          <p:cNvPr id="617" name="Shape 615"/>
          <p:cNvSpPr/>
          <p:nvPr/>
        </p:nvSpPr>
        <p:spPr>
          <a:xfrm>
            <a:off x="9330141" y="4083897"/>
            <a:ext cx="36576" cy="36576"/>
          </a:xfrm>
          <a:prstGeom prst="ellipse">
            <a:avLst/>
          </a:prstGeom>
          <a:solidFill>
            <a:srgbClr val="0F7B8A"/>
          </a:solidFill>
          <a:ln/>
        </p:spPr>
        <p:txBody>
          <a:bodyPr/>
          <a:lstStyle/>
          <a:p>
            <a:endParaRPr lang="en-US"/>
          </a:p>
        </p:txBody>
      </p:sp>
      <p:sp>
        <p:nvSpPr>
          <p:cNvPr id="618" name="Shape 616"/>
          <p:cNvSpPr/>
          <p:nvPr/>
        </p:nvSpPr>
        <p:spPr>
          <a:xfrm>
            <a:off x="9330812" y="4077679"/>
            <a:ext cx="36576" cy="36576"/>
          </a:xfrm>
          <a:prstGeom prst="ellipse">
            <a:avLst/>
          </a:prstGeom>
          <a:solidFill>
            <a:srgbClr val="0F7B8A"/>
          </a:solidFill>
          <a:ln/>
        </p:spPr>
        <p:txBody>
          <a:bodyPr/>
          <a:lstStyle/>
          <a:p>
            <a:endParaRPr lang="en-US"/>
          </a:p>
        </p:txBody>
      </p:sp>
      <p:sp>
        <p:nvSpPr>
          <p:cNvPr id="619" name="Shape 617"/>
          <p:cNvSpPr/>
          <p:nvPr/>
        </p:nvSpPr>
        <p:spPr>
          <a:xfrm>
            <a:off x="9319054" y="4047860"/>
            <a:ext cx="36576" cy="36576"/>
          </a:xfrm>
          <a:prstGeom prst="ellipse">
            <a:avLst/>
          </a:prstGeom>
          <a:solidFill>
            <a:srgbClr val="0F7B8A"/>
          </a:solidFill>
          <a:ln/>
        </p:spPr>
        <p:txBody>
          <a:bodyPr/>
          <a:lstStyle/>
          <a:p>
            <a:endParaRPr lang="en-US"/>
          </a:p>
        </p:txBody>
      </p:sp>
      <p:sp>
        <p:nvSpPr>
          <p:cNvPr id="620" name="Shape 618"/>
          <p:cNvSpPr/>
          <p:nvPr/>
        </p:nvSpPr>
        <p:spPr>
          <a:xfrm>
            <a:off x="9311998" y="4026581"/>
            <a:ext cx="36576" cy="36576"/>
          </a:xfrm>
          <a:prstGeom prst="ellipse">
            <a:avLst/>
          </a:prstGeom>
          <a:solidFill>
            <a:srgbClr val="0F7B8A"/>
          </a:solidFill>
          <a:ln/>
        </p:spPr>
        <p:txBody>
          <a:bodyPr/>
          <a:lstStyle/>
          <a:p>
            <a:endParaRPr lang="en-US"/>
          </a:p>
        </p:txBody>
      </p:sp>
      <p:sp>
        <p:nvSpPr>
          <p:cNvPr id="621" name="Shape 619"/>
          <p:cNvSpPr/>
          <p:nvPr/>
        </p:nvSpPr>
        <p:spPr>
          <a:xfrm>
            <a:off x="9319647" y="3991268"/>
            <a:ext cx="36576" cy="36576"/>
          </a:xfrm>
          <a:prstGeom prst="ellipse">
            <a:avLst/>
          </a:prstGeom>
          <a:solidFill>
            <a:srgbClr val="0F7B8A"/>
          </a:solidFill>
          <a:ln/>
        </p:spPr>
        <p:txBody>
          <a:bodyPr/>
          <a:lstStyle/>
          <a:p>
            <a:endParaRPr lang="en-US"/>
          </a:p>
        </p:txBody>
      </p:sp>
      <p:sp>
        <p:nvSpPr>
          <p:cNvPr id="622" name="Shape 620"/>
          <p:cNvSpPr/>
          <p:nvPr/>
        </p:nvSpPr>
        <p:spPr>
          <a:xfrm>
            <a:off x="9306699" y="3958484"/>
            <a:ext cx="36576" cy="36576"/>
          </a:xfrm>
          <a:prstGeom prst="ellipse">
            <a:avLst/>
          </a:prstGeom>
          <a:solidFill>
            <a:srgbClr val="0F7B8A"/>
          </a:solidFill>
          <a:ln/>
        </p:spPr>
        <p:txBody>
          <a:bodyPr/>
          <a:lstStyle/>
          <a:p>
            <a:endParaRPr lang="en-US"/>
          </a:p>
        </p:txBody>
      </p:sp>
      <p:sp>
        <p:nvSpPr>
          <p:cNvPr id="623" name="Shape 621"/>
          <p:cNvSpPr/>
          <p:nvPr/>
        </p:nvSpPr>
        <p:spPr>
          <a:xfrm>
            <a:off x="9320342" y="3927862"/>
            <a:ext cx="36576" cy="36576"/>
          </a:xfrm>
          <a:prstGeom prst="ellipse">
            <a:avLst/>
          </a:prstGeom>
          <a:solidFill>
            <a:srgbClr val="0F7B8A"/>
          </a:solidFill>
          <a:ln/>
        </p:spPr>
        <p:txBody>
          <a:bodyPr/>
          <a:lstStyle/>
          <a:p>
            <a:endParaRPr lang="en-US"/>
          </a:p>
        </p:txBody>
      </p:sp>
      <p:sp>
        <p:nvSpPr>
          <p:cNvPr id="624" name="Shape 622"/>
          <p:cNvSpPr/>
          <p:nvPr/>
        </p:nvSpPr>
        <p:spPr>
          <a:xfrm>
            <a:off x="9332048" y="3921537"/>
            <a:ext cx="36576" cy="36576"/>
          </a:xfrm>
          <a:prstGeom prst="ellipse">
            <a:avLst/>
          </a:prstGeom>
          <a:solidFill>
            <a:srgbClr val="0F7B8A"/>
          </a:solidFill>
          <a:ln/>
        </p:spPr>
        <p:txBody>
          <a:bodyPr/>
          <a:lstStyle/>
          <a:p>
            <a:endParaRPr lang="en-US"/>
          </a:p>
        </p:txBody>
      </p:sp>
      <p:sp>
        <p:nvSpPr>
          <p:cNvPr id="625" name="Shape 623"/>
          <p:cNvSpPr/>
          <p:nvPr/>
        </p:nvSpPr>
        <p:spPr>
          <a:xfrm>
            <a:off x="9318599" y="3880625"/>
            <a:ext cx="36576" cy="36576"/>
          </a:xfrm>
          <a:prstGeom prst="ellipse">
            <a:avLst/>
          </a:prstGeom>
          <a:solidFill>
            <a:srgbClr val="0F7B8A"/>
          </a:solidFill>
          <a:ln/>
        </p:spPr>
        <p:txBody>
          <a:bodyPr/>
          <a:lstStyle/>
          <a:p>
            <a:endParaRPr lang="en-US"/>
          </a:p>
        </p:txBody>
      </p:sp>
      <p:sp>
        <p:nvSpPr>
          <p:cNvPr id="626" name="Shape 624"/>
          <p:cNvSpPr/>
          <p:nvPr/>
        </p:nvSpPr>
        <p:spPr>
          <a:xfrm>
            <a:off x="9325194" y="3856853"/>
            <a:ext cx="36576" cy="36576"/>
          </a:xfrm>
          <a:prstGeom prst="ellipse">
            <a:avLst/>
          </a:prstGeom>
          <a:solidFill>
            <a:srgbClr val="0F7B8A"/>
          </a:solidFill>
          <a:ln/>
        </p:spPr>
        <p:txBody>
          <a:bodyPr/>
          <a:lstStyle/>
          <a:p>
            <a:endParaRPr lang="en-US"/>
          </a:p>
        </p:txBody>
      </p:sp>
      <p:sp>
        <p:nvSpPr>
          <p:cNvPr id="627" name="Shape 625"/>
          <p:cNvSpPr/>
          <p:nvPr/>
        </p:nvSpPr>
        <p:spPr>
          <a:xfrm>
            <a:off x="9320980" y="3830976"/>
            <a:ext cx="36576" cy="36576"/>
          </a:xfrm>
          <a:prstGeom prst="ellipse">
            <a:avLst/>
          </a:prstGeom>
          <a:solidFill>
            <a:srgbClr val="0F7B8A"/>
          </a:solidFill>
          <a:ln/>
        </p:spPr>
        <p:txBody>
          <a:bodyPr/>
          <a:lstStyle/>
          <a:p>
            <a:endParaRPr lang="en-US"/>
          </a:p>
        </p:txBody>
      </p:sp>
      <p:sp>
        <p:nvSpPr>
          <p:cNvPr id="628" name="Shape 626"/>
          <p:cNvSpPr/>
          <p:nvPr/>
        </p:nvSpPr>
        <p:spPr>
          <a:xfrm>
            <a:off x="9307342" y="3796900"/>
            <a:ext cx="36576" cy="36576"/>
          </a:xfrm>
          <a:prstGeom prst="ellipse">
            <a:avLst/>
          </a:prstGeom>
          <a:solidFill>
            <a:srgbClr val="0F7B8A"/>
          </a:solidFill>
          <a:ln/>
        </p:spPr>
        <p:txBody>
          <a:bodyPr/>
          <a:lstStyle/>
          <a:p>
            <a:endParaRPr lang="en-US"/>
          </a:p>
        </p:txBody>
      </p:sp>
      <p:sp>
        <p:nvSpPr>
          <p:cNvPr id="629" name="Shape 627"/>
          <p:cNvSpPr/>
          <p:nvPr/>
        </p:nvSpPr>
        <p:spPr>
          <a:xfrm>
            <a:off x="9312585" y="3769245"/>
            <a:ext cx="36576" cy="36576"/>
          </a:xfrm>
          <a:prstGeom prst="ellipse">
            <a:avLst/>
          </a:prstGeom>
          <a:solidFill>
            <a:srgbClr val="0F7B8A"/>
          </a:solidFill>
          <a:ln/>
        </p:spPr>
        <p:txBody>
          <a:bodyPr/>
          <a:lstStyle/>
          <a:p>
            <a:endParaRPr lang="en-US"/>
          </a:p>
        </p:txBody>
      </p:sp>
      <p:sp>
        <p:nvSpPr>
          <p:cNvPr id="630" name="Shape 628"/>
          <p:cNvSpPr/>
          <p:nvPr/>
        </p:nvSpPr>
        <p:spPr>
          <a:xfrm>
            <a:off x="9318861" y="3737345"/>
            <a:ext cx="36576" cy="36576"/>
          </a:xfrm>
          <a:prstGeom prst="ellipse">
            <a:avLst/>
          </a:prstGeom>
          <a:solidFill>
            <a:srgbClr val="0F7B8A"/>
          </a:solidFill>
          <a:ln/>
        </p:spPr>
        <p:txBody>
          <a:bodyPr/>
          <a:lstStyle/>
          <a:p>
            <a:endParaRPr lang="en-US"/>
          </a:p>
        </p:txBody>
      </p:sp>
      <p:sp>
        <p:nvSpPr>
          <p:cNvPr id="631" name="Shape 629"/>
          <p:cNvSpPr/>
          <p:nvPr/>
        </p:nvSpPr>
        <p:spPr>
          <a:xfrm>
            <a:off x="9307134" y="3705140"/>
            <a:ext cx="36576" cy="36576"/>
          </a:xfrm>
          <a:prstGeom prst="ellipse">
            <a:avLst/>
          </a:prstGeom>
          <a:solidFill>
            <a:srgbClr val="0F7B8A"/>
          </a:solidFill>
          <a:ln/>
        </p:spPr>
        <p:txBody>
          <a:bodyPr/>
          <a:lstStyle/>
          <a:p>
            <a:endParaRPr lang="en-US"/>
          </a:p>
        </p:txBody>
      </p:sp>
      <p:sp>
        <p:nvSpPr>
          <p:cNvPr id="632" name="Shape 630"/>
          <p:cNvSpPr/>
          <p:nvPr/>
        </p:nvSpPr>
        <p:spPr>
          <a:xfrm>
            <a:off x="9314757" y="3700960"/>
            <a:ext cx="36576" cy="36576"/>
          </a:xfrm>
          <a:prstGeom prst="ellipse">
            <a:avLst/>
          </a:prstGeom>
          <a:solidFill>
            <a:srgbClr val="0F7B8A"/>
          </a:solidFill>
          <a:ln/>
        </p:spPr>
        <p:txBody>
          <a:bodyPr/>
          <a:lstStyle/>
          <a:p>
            <a:endParaRPr lang="en-US"/>
          </a:p>
        </p:txBody>
      </p:sp>
      <p:sp>
        <p:nvSpPr>
          <p:cNvPr id="633" name="Shape 631"/>
          <p:cNvSpPr/>
          <p:nvPr/>
        </p:nvSpPr>
        <p:spPr>
          <a:xfrm>
            <a:off x="9323340" y="3688076"/>
            <a:ext cx="36576" cy="36576"/>
          </a:xfrm>
          <a:prstGeom prst="ellipse">
            <a:avLst/>
          </a:prstGeom>
          <a:solidFill>
            <a:srgbClr val="0F7B8A"/>
          </a:solidFill>
          <a:ln/>
        </p:spPr>
        <p:txBody>
          <a:bodyPr/>
          <a:lstStyle/>
          <a:p>
            <a:endParaRPr lang="en-US"/>
          </a:p>
        </p:txBody>
      </p:sp>
      <p:sp>
        <p:nvSpPr>
          <p:cNvPr id="634" name="Shape 632"/>
          <p:cNvSpPr/>
          <p:nvPr/>
        </p:nvSpPr>
        <p:spPr>
          <a:xfrm>
            <a:off x="9322868" y="3635085"/>
            <a:ext cx="36576" cy="36576"/>
          </a:xfrm>
          <a:prstGeom prst="ellipse">
            <a:avLst/>
          </a:prstGeom>
          <a:solidFill>
            <a:srgbClr val="0F7B8A"/>
          </a:solidFill>
          <a:ln/>
        </p:spPr>
        <p:txBody>
          <a:bodyPr/>
          <a:lstStyle/>
          <a:p>
            <a:endParaRPr lang="en-US"/>
          </a:p>
        </p:txBody>
      </p:sp>
      <p:sp>
        <p:nvSpPr>
          <p:cNvPr id="635" name="Shape 633"/>
          <p:cNvSpPr/>
          <p:nvPr/>
        </p:nvSpPr>
        <p:spPr>
          <a:xfrm>
            <a:off x="9318949" y="3617346"/>
            <a:ext cx="36576" cy="36576"/>
          </a:xfrm>
          <a:prstGeom prst="ellipse">
            <a:avLst/>
          </a:prstGeom>
          <a:solidFill>
            <a:srgbClr val="0F7B8A"/>
          </a:solidFill>
          <a:ln/>
        </p:spPr>
        <p:txBody>
          <a:bodyPr/>
          <a:lstStyle/>
          <a:p>
            <a:endParaRPr lang="en-US"/>
          </a:p>
        </p:txBody>
      </p:sp>
      <p:sp>
        <p:nvSpPr>
          <p:cNvPr id="636" name="Shape 634"/>
          <p:cNvSpPr/>
          <p:nvPr/>
        </p:nvSpPr>
        <p:spPr>
          <a:xfrm>
            <a:off x="9310042" y="3612209"/>
            <a:ext cx="36576" cy="36576"/>
          </a:xfrm>
          <a:prstGeom prst="ellipse">
            <a:avLst/>
          </a:prstGeom>
          <a:solidFill>
            <a:srgbClr val="0F7B8A"/>
          </a:solidFill>
          <a:ln/>
        </p:spPr>
        <p:txBody>
          <a:bodyPr/>
          <a:lstStyle/>
          <a:p>
            <a:endParaRPr lang="en-US"/>
          </a:p>
        </p:txBody>
      </p:sp>
      <p:sp>
        <p:nvSpPr>
          <p:cNvPr id="637" name="Shape 635"/>
          <p:cNvSpPr/>
          <p:nvPr/>
        </p:nvSpPr>
        <p:spPr>
          <a:xfrm>
            <a:off x="9332535" y="3568195"/>
            <a:ext cx="36576" cy="36576"/>
          </a:xfrm>
          <a:prstGeom prst="ellipse">
            <a:avLst/>
          </a:prstGeom>
          <a:solidFill>
            <a:srgbClr val="0F7B8A"/>
          </a:solidFill>
          <a:ln/>
        </p:spPr>
        <p:txBody>
          <a:bodyPr/>
          <a:lstStyle/>
          <a:p>
            <a:endParaRPr lang="en-US"/>
          </a:p>
        </p:txBody>
      </p:sp>
      <p:sp>
        <p:nvSpPr>
          <p:cNvPr id="638" name="Shape 636"/>
          <p:cNvSpPr/>
          <p:nvPr/>
        </p:nvSpPr>
        <p:spPr>
          <a:xfrm>
            <a:off x="9312083" y="3539912"/>
            <a:ext cx="36576" cy="36576"/>
          </a:xfrm>
          <a:prstGeom prst="ellipse">
            <a:avLst/>
          </a:prstGeom>
          <a:solidFill>
            <a:srgbClr val="0F7B8A"/>
          </a:solidFill>
          <a:ln/>
        </p:spPr>
        <p:txBody>
          <a:bodyPr/>
          <a:lstStyle/>
          <a:p>
            <a:endParaRPr lang="en-US"/>
          </a:p>
        </p:txBody>
      </p:sp>
      <p:sp>
        <p:nvSpPr>
          <p:cNvPr id="639" name="Shape 637"/>
          <p:cNvSpPr/>
          <p:nvPr/>
        </p:nvSpPr>
        <p:spPr>
          <a:xfrm>
            <a:off x="9306599" y="3531286"/>
            <a:ext cx="36576" cy="36576"/>
          </a:xfrm>
          <a:prstGeom prst="ellipse">
            <a:avLst/>
          </a:prstGeom>
          <a:solidFill>
            <a:srgbClr val="0F7B8A"/>
          </a:solidFill>
          <a:ln/>
        </p:spPr>
        <p:txBody>
          <a:bodyPr/>
          <a:lstStyle/>
          <a:p>
            <a:endParaRPr lang="en-US"/>
          </a:p>
        </p:txBody>
      </p:sp>
      <p:sp>
        <p:nvSpPr>
          <p:cNvPr id="640" name="Shape 638"/>
          <p:cNvSpPr/>
          <p:nvPr/>
        </p:nvSpPr>
        <p:spPr>
          <a:xfrm>
            <a:off x="9320716" y="3477803"/>
            <a:ext cx="36576" cy="36576"/>
          </a:xfrm>
          <a:prstGeom prst="ellipse">
            <a:avLst/>
          </a:prstGeom>
          <a:solidFill>
            <a:srgbClr val="0F7B8A"/>
          </a:solidFill>
          <a:ln/>
        </p:spPr>
        <p:txBody>
          <a:bodyPr/>
          <a:lstStyle/>
          <a:p>
            <a:endParaRPr lang="en-US"/>
          </a:p>
        </p:txBody>
      </p:sp>
      <p:sp>
        <p:nvSpPr>
          <p:cNvPr id="641" name="Shape 639"/>
          <p:cNvSpPr/>
          <p:nvPr/>
        </p:nvSpPr>
        <p:spPr>
          <a:xfrm>
            <a:off x="9333027" y="3456270"/>
            <a:ext cx="36576" cy="36576"/>
          </a:xfrm>
          <a:prstGeom prst="ellipse">
            <a:avLst/>
          </a:prstGeom>
          <a:solidFill>
            <a:srgbClr val="0F7B8A"/>
          </a:solidFill>
          <a:ln/>
        </p:spPr>
        <p:txBody>
          <a:bodyPr/>
          <a:lstStyle/>
          <a:p>
            <a:endParaRPr lang="en-US"/>
          </a:p>
        </p:txBody>
      </p:sp>
      <p:sp>
        <p:nvSpPr>
          <p:cNvPr id="642" name="Shape 640"/>
          <p:cNvSpPr/>
          <p:nvPr/>
        </p:nvSpPr>
        <p:spPr>
          <a:xfrm>
            <a:off x="9324152" y="3454765"/>
            <a:ext cx="36576" cy="36576"/>
          </a:xfrm>
          <a:prstGeom prst="ellipse">
            <a:avLst/>
          </a:prstGeom>
          <a:solidFill>
            <a:srgbClr val="0F7B8A"/>
          </a:solidFill>
          <a:ln/>
        </p:spPr>
        <p:txBody>
          <a:bodyPr/>
          <a:lstStyle/>
          <a:p>
            <a:endParaRPr lang="en-US"/>
          </a:p>
        </p:txBody>
      </p:sp>
      <p:sp>
        <p:nvSpPr>
          <p:cNvPr id="643" name="Shape 641"/>
          <p:cNvSpPr/>
          <p:nvPr/>
        </p:nvSpPr>
        <p:spPr>
          <a:xfrm>
            <a:off x="9332090" y="3388479"/>
            <a:ext cx="36576" cy="36576"/>
          </a:xfrm>
          <a:prstGeom prst="ellipse">
            <a:avLst/>
          </a:prstGeom>
          <a:solidFill>
            <a:srgbClr val="0F7B8A"/>
          </a:solidFill>
          <a:ln/>
        </p:spPr>
        <p:txBody>
          <a:bodyPr/>
          <a:lstStyle/>
          <a:p>
            <a:endParaRPr lang="en-US"/>
          </a:p>
        </p:txBody>
      </p:sp>
      <p:sp>
        <p:nvSpPr>
          <p:cNvPr id="644" name="Shape 642"/>
          <p:cNvSpPr/>
          <p:nvPr/>
        </p:nvSpPr>
        <p:spPr>
          <a:xfrm>
            <a:off x="9332321" y="3358553"/>
            <a:ext cx="36576" cy="36576"/>
          </a:xfrm>
          <a:prstGeom prst="ellipse">
            <a:avLst/>
          </a:prstGeom>
          <a:solidFill>
            <a:srgbClr val="0F7B8A"/>
          </a:solidFill>
          <a:ln/>
        </p:spPr>
        <p:txBody>
          <a:bodyPr/>
          <a:lstStyle/>
          <a:p>
            <a:endParaRPr lang="en-US"/>
          </a:p>
        </p:txBody>
      </p:sp>
      <p:sp>
        <p:nvSpPr>
          <p:cNvPr id="645" name="Shape 643"/>
          <p:cNvSpPr/>
          <p:nvPr/>
        </p:nvSpPr>
        <p:spPr>
          <a:xfrm>
            <a:off x="9328048" y="3329998"/>
            <a:ext cx="36576" cy="36576"/>
          </a:xfrm>
          <a:prstGeom prst="ellipse">
            <a:avLst/>
          </a:prstGeom>
          <a:solidFill>
            <a:srgbClr val="0F7B8A"/>
          </a:solidFill>
          <a:ln/>
        </p:spPr>
        <p:txBody>
          <a:bodyPr/>
          <a:lstStyle/>
          <a:p>
            <a:endParaRPr lang="en-US"/>
          </a:p>
        </p:txBody>
      </p:sp>
      <p:sp>
        <p:nvSpPr>
          <p:cNvPr id="646" name="Shape 644"/>
          <p:cNvSpPr/>
          <p:nvPr/>
        </p:nvSpPr>
        <p:spPr>
          <a:xfrm>
            <a:off x="8593008" y="4908476"/>
            <a:ext cx="36576" cy="36576"/>
          </a:xfrm>
          <a:prstGeom prst="ellipse">
            <a:avLst/>
          </a:prstGeom>
          <a:solidFill>
            <a:srgbClr val="0F7B8A"/>
          </a:solidFill>
          <a:ln/>
        </p:spPr>
        <p:txBody>
          <a:bodyPr/>
          <a:lstStyle/>
          <a:p>
            <a:endParaRPr lang="en-US"/>
          </a:p>
        </p:txBody>
      </p:sp>
      <p:sp>
        <p:nvSpPr>
          <p:cNvPr id="647" name="Shape 645"/>
          <p:cNvSpPr/>
          <p:nvPr/>
        </p:nvSpPr>
        <p:spPr>
          <a:xfrm>
            <a:off x="8604609" y="4914866"/>
            <a:ext cx="36576" cy="36576"/>
          </a:xfrm>
          <a:prstGeom prst="ellipse">
            <a:avLst/>
          </a:prstGeom>
          <a:solidFill>
            <a:srgbClr val="0F7B8A"/>
          </a:solidFill>
          <a:ln/>
        </p:spPr>
        <p:txBody>
          <a:bodyPr/>
          <a:lstStyle/>
          <a:p>
            <a:endParaRPr lang="en-US"/>
          </a:p>
        </p:txBody>
      </p:sp>
      <p:sp>
        <p:nvSpPr>
          <p:cNvPr id="648" name="Shape 646"/>
          <p:cNvSpPr/>
          <p:nvPr/>
        </p:nvSpPr>
        <p:spPr>
          <a:xfrm>
            <a:off x="8611887" y="4894430"/>
            <a:ext cx="36576" cy="36576"/>
          </a:xfrm>
          <a:prstGeom prst="ellipse">
            <a:avLst/>
          </a:prstGeom>
          <a:solidFill>
            <a:srgbClr val="0F7B8A"/>
          </a:solidFill>
          <a:ln/>
        </p:spPr>
        <p:txBody>
          <a:bodyPr/>
          <a:lstStyle/>
          <a:p>
            <a:endParaRPr lang="en-US"/>
          </a:p>
        </p:txBody>
      </p:sp>
      <p:sp>
        <p:nvSpPr>
          <p:cNvPr id="649" name="Shape 647"/>
          <p:cNvSpPr/>
          <p:nvPr/>
        </p:nvSpPr>
        <p:spPr>
          <a:xfrm>
            <a:off x="8642236" y="4862143"/>
            <a:ext cx="36576" cy="36576"/>
          </a:xfrm>
          <a:prstGeom prst="ellipse">
            <a:avLst/>
          </a:prstGeom>
          <a:solidFill>
            <a:srgbClr val="0F7B8A"/>
          </a:solidFill>
          <a:ln/>
        </p:spPr>
        <p:txBody>
          <a:bodyPr/>
          <a:lstStyle/>
          <a:p>
            <a:endParaRPr lang="en-US"/>
          </a:p>
        </p:txBody>
      </p:sp>
      <p:sp>
        <p:nvSpPr>
          <p:cNvPr id="650" name="Shape 648"/>
          <p:cNvSpPr/>
          <p:nvPr/>
        </p:nvSpPr>
        <p:spPr>
          <a:xfrm>
            <a:off x="8671357" y="4855676"/>
            <a:ext cx="36576" cy="36576"/>
          </a:xfrm>
          <a:prstGeom prst="ellipse">
            <a:avLst/>
          </a:prstGeom>
          <a:solidFill>
            <a:srgbClr val="0F7B8A"/>
          </a:solidFill>
          <a:ln/>
        </p:spPr>
        <p:txBody>
          <a:bodyPr/>
          <a:lstStyle/>
          <a:p>
            <a:endParaRPr lang="en-US"/>
          </a:p>
        </p:txBody>
      </p:sp>
      <p:sp>
        <p:nvSpPr>
          <p:cNvPr id="651" name="Shape 649"/>
          <p:cNvSpPr/>
          <p:nvPr/>
        </p:nvSpPr>
        <p:spPr>
          <a:xfrm>
            <a:off x="8684964" y="4849718"/>
            <a:ext cx="36576" cy="36576"/>
          </a:xfrm>
          <a:prstGeom prst="ellipse">
            <a:avLst/>
          </a:prstGeom>
          <a:solidFill>
            <a:srgbClr val="0F7B8A"/>
          </a:solidFill>
          <a:ln/>
        </p:spPr>
        <p:txBody>
          <a:bodyPr/>
          <a:lstStyle/>
          <a:p>
            <a:endParaRPr lang="en-US"/>
          </a:p>
        </p:txBody>
      </p:sp>
      <p:sp>
        <p:nvSpPr>
          <p:cNvPr id="652" name="Shape 650"/>
          <p:cNvSpPr/>
          <p:nvPr/>
        </p:nvSpPr>
        <p:spPr>
          <a:xfrm>
            <a:off x="8677551" y="4830278"/>
            <a:ext cx="36576" cy="36576"/>
          </a:xfrm>
          <a:prstGeom prst="ellipse">
            <a:avLst/>
          </a:prstGeom>
          <a:solidFill>
            <a:srgbClr val="0F7B8A"/>
          </a:solidFill>
          <a:ln/>
        </p:spPr>
        <p:txBody>
          <a:bodyPr/>
          <a:lstStyle/>
          <a:p>
            <a:endParaRPr lang="en-US"/>
          </a:p>
        </p:txBody>
      </p:sp>
      <p:sp>
        <p:nvSpPr>
          <p:cNvPr id="653" name="Shape 651"/>
          <p:cNvSpPr/>
          <p:nvPr/>
        </p:nvSpPr>
        <p:spPr>
          <a:xfrm>
            <a:off x="8708157" y="4824557"/>
            <a:ext cx="36576" cy="36576"/>
          </a:xfrm>
          <a:prstGeom prst="ellipse">
            <a:avLst/>
          </a:prstGeom>
          <a:solidFill>
            <a:srgbClr val="0F7B8A"/>
          </a:solidFill>
          <a:ln/>
        </p:spPr>
        <p:txBody>
          <a:bodyPr/>
          <a:lstStyle/>
          <a:p>
            <a:endParaRPr lang="en-US"/>
          </a:p>
        </p:txBody>
      </p:sp>
      <p:sp>
        <p:nvSpPr>
          <p:cNvPr id="654" name="Shape 652"/>
          <p:cNvSpPr/>
          <p:nvPr/>
        </p:nvSpPr>
        <p:spPr>
          <a:xfrm>
            <a:off x="8731236" y="4806858"/>
            <a:ext cx="36576" cy="36576"/>
          </a:xfrm>
          <a:prstGeom prst="ellipse">
            <a:avLst/>
          </a:prstGeom>
          <a:solidFill>
            <a:srgbClr val="0F7B8A"/>
          </a:solidFill>
          <a:ln/>
        </p:spPr>
        <p:txBody>
          <a:bodyPr/>
          <a:lstStyle/>
          <a:p>
            <a:endParaRPr lang="en-US"/>
          </a:p>
        </p:txBody>
      </p:sp>
      <p:sp>
        <p:nvSpPr>
          <p:cNvPr id="655" name="Shape 653"/>
          <p:cNvSpPr/>
          <p:nvPr/>
        </p:nvSpPr>
        <p:spPr>
          <a:xfrm>
            <a:off x="8766167" y="4791698"/>
            <a:ext cx="36576" cy="36576"/>
          </a:xfrm>
          <a:prstGeom prst="ellipse">
            <a:avLst/>
          </a:prstGeom>
          <a:solidFill>
            <a:srgbClr val="0F7B8A"/>
          </a:solidFill>
          <a:ln/>
        </p:spPr>
        <p:txBody>
          <a:bodyPr/>
          <a:lstStyle/>
          <a:p>
            <a:endParaRPr lang="en-US"/>
          </a:p>
        </p:txBody>
      </p:sp>
      <p:sp>
        <p:nvSpPr>
          <p:cNvPr id="656" name="Shape 654"/>
          <p:cNvSpPr/>
          <p:nvPr/>
        </p:nvSpPr>
        <p:spPr>
          <a:xfrm>
            <a:off x="8763044" y="4787984"/>
            <a:ext cx="36576" cy="36576"/>
          </a:xfrm>
          <a:prstGeom prst="ellipse">
            <a:avLst/>
          </a:prstGeom>
          <a:solidFill>
            <a:srgbClr val="0F7B8A"/>
          </a:solidFill>
          <a:ln/>
        </p:spPr>
        <p:txBody>
          <a:bodyPr/>
          <a:lstStyle/>
          <a:p>
            <a:endParaRPr lang="en-US"/>
          </a:p>
        </p:txBody>
      </p:sp>
      <p:sp>
        <p:nvSpPr>
          <p:cNvPr id="657" name="Shape 655"/>
          <p:cNvSpPr/>
          <p:nvPr/>
        </p:nvSpPr>
        <p:spPr>
          <a:xfrm>
            <a:off x="8796377" y="4770933"/>
            <a:ext cx="36576" cy="36576"/>
          </a:xfrm>
          <a:prstGeom prst="ellipse">
            <a:avLst/>
          </a:prstGeom>
          <a:solidFill>
            <a:srgbClr val="0F7B8A"/>
          </a:solidFill>
          <a:ln/>
        </p:spPr>
        <p:txBody>
          <a:bodyPr/>
          <a:lstStyle/>
          <a:p>
            <a:endParaRPr lang="en-US"/>
          </a:p>
        </p:txBody>
      </p:sp>
      <p:sp>
        <p:nvSpPr>
          <p:cNvPr id="658" name="Shape 656"/>
          <p:cNvSpPr/>
          <p:nvPr/>
        </p:nvSpPr>
        <p:spPr>
          <a:xfrm>
            <a:off x="8818168" y="4738697"/>
            <a:ext cx="36576" cy="36576"/>
          </a:xfrm>
          <a:prstGeom prst="ellipse">
            <a:avLst/>
          </a:prstGeom>
          <a:solidFill>
            <a:srgbClr val="0F7B8A"/>
          </a:solidFill>
          <a:ln/>
        </p:spPr>
        <p:txBody>
          <a:bodyPr/>
          <a:lstStyle/>
          <a:p>
            <a:endParaRPr lang="en-US"/>
          </a:p>
        </p:txBody>
      </p:sp>
      <p:sp>
        <p:nvSpPr>
          <p:cNvPr id="659" name="Shape 657"/>
          <p:cNvSpPr/>
          <p:nvPr/>
        </p:nvSpPr>
        <p:spPr>
          <a:xfrm>
            <a:off x="8824125" y="4725250"/>
            <a:ext cx="36576" cy="36576"/>
          </a:xfrm>
          <a:prstGeom prst="ellipse">
            <a:avLst/>
          </a:prstGeom>
          <a:solidFill>
            <a:srgbClr val="0F7B8A"/>
          </a:solidFill>
          <a:ln/>
        </p:spPr>
        <p:txBody>
          <a:bodyPr/>
          <a:lstStyle/>
          <a:p>
            <a:endParaRPr lang="en-US"/>
          </a:p>
        </p:txBody>
      </p:sp>
      <p:sp>
        <p:nvSpPr>
          <p:cNvPr id="660" name="Shape 658"/>
          <p:cNvSpPr/>
          <p:nvPr/>
        </p:nvSpPr>
        <p:spPr>
          <a:xfrm>
            <a:off x="8848262" y="4740448"/>
            <a:ext cx="36576" cy="36576"/>
          </a:xfrm>
          <a:prstGeom prst="ellipse">
            <a:avLst/>
          </a:prstGeom>
          <a:solidFill>
            <a:srgbClr val="0F7B8A"/>
          </a:solidFill>
          <a:ln/>
        </p:spPr>
        <p:txBody>
          <a:bodyPr/>
          <a:lstStyle/>
          <a:p>
            <a:endParaRPr lang="en-US"/>
          </a:p>
        </p:txBody>
      </p:sp>
      <p:sp>
        <p:nvSpPr>
          <p:cNvPr id="661" name="Shape 659"/>
          <p:cNvSpPr/>
          <p:nvPr/>
        </p:nvSpPr>
        <p:spPr>
          <a:xfrm>
            <a:off x="8875827" y="4723822"/>
            <a:ext cx="36576" cy="36576"/>
          </a:xfrm>
          <a:prstGeom prst="ellipse">
            <a:avLst/>
          </a:prstGeom>
          <a:solidFill>
            <a:srgbClr val="0F7B8A"/>
          </a:solidFill>
          <a:ln/>
        </p:spPr>
        <p:txBody>
          <a:bodyPr/>
          <a:lstStyle/>
          <a:p>
            <a:endParaRPr lang="en-US"/>
          </a:p>
        </p:txBody>
      </p:sp>
      <p:sp>
        <p:nvSpPr>
          <p:cNvPr id="662" name="Shape 660"/>
          <p:cNvSpPr/>
          <p:nvPr/>
        </p:nvSpPr>
        <p:spPr>
          <a:xfrm>
            <a:off x="8886795" y="4691654"/>
            <a:ext cx="36576" cy="36576"/>
          </a:xfrm>
          <a:prstGeom prst="ellipse">
            <a:avLst/>
          </a:prstGeom>
          <a:solidFill>
            <a:srgbClr val="0F7B8A"/>
          </a:solidFill>
          <a:ln/>
        </p:spPr>
        <p:txBody>
          <a:bodyPr/>
          <a:lstStyle/>
          <a:p>
            <a:endParaRPr lang="en-US"/>
          </a:p>
        </p:txBody>
      </p:sp>
      <p:sp>
        <p:nvSpPr>
          <p:cNvPr id="663" name="Shape 661"/>
          <p:cNvSpPr/>
          <p:nvPr/>
        </p:nvSpPr>
        <p:spPr>
          <a:xfrm>
            <a:off x="8898404" y="4704318"/>
            <a:ext cx="36576" cy="36576"/>
          </a:xfrm>
          <a:prstGeom prst="ellipse">
            <a:avLst/>
          </a:prstGeom>
          <a:solidFill>
            <a:srgbClr val="0F7B8A"/>
          </a:solidFill>
          <a:ln/>
        </p:spPr>
        <p:txBody>
          <a:bodyPr/>
          <a:lstStyle/>
          <a:p>
            <a:endParaRPr lang="en-US"/>
          </a:p>
        </p:txBody>
      </p:sp>
      <p:sp>
        <p:nvSpPr>
          <p:cNvPr id="664" name="Shape 662"/>
          <p:cNvSpPr/>
          <p:nvPr/>
        </p:nvSpPr>
        <p:spPr>
          <a:xfrm>
            <a:off x="8917351" y="4672081"/>
            <a:ext cx="36576" cy="36576"/>
          </a:xfrm>
          <a:prstGeom prst="ellipse">
            <a:avLst/>
          </a:prstGeom>
          <a:solidFill>
            <a:srgbClr val="0F7B8A"/>
          </a:solidFill>
          <a:ln/>
        </p:spPr>
        <p:txBody>
          <a:bodyPr/>
          <a:lstStyle/>
          <a:p>
            <a:endParaRPr lang="en-US"/>
          </a:p>
        </p:txBody>
      </p:sp>
      <p:sp>
        <p:nvSpPr>
          <p:cNvPr id="665" name="Shape 663"/>
          <p:cNvSpPr/>
          <p:nvPr/>
        </p:nvSpPr>
        <p:spPr>
          <a:xfrm>
            <a:off x="8941584" y="4652168"/>
            <a:ext cx="36576" cy="36576"/>
          </a:xfrm>
          <a:prstGeom prst="ellipse">
            <a:avLst/>
          </a:prstGeom>
          <a:solidFill>
            <a:srgbClr val="0F7B8A"/>
          </a:solidFill>
          <a:ln/>
        </p:spPr>
        <p:txBody>
          <a:bodyPr/>
          <a:lstStyle/>
          <a:p>
            <a:endParaRPr lang="en-US"/>
          </a:p>
        </p:txBody>
      </p:sp>
      <p:sp>
        <p:nvSpPr>
          <p:cNvPr id="666" name="Shape 664"/>
          <p:cNvSpPr/>
          <p:nvPr/>
        </p:nvSpPr>
        <p:spPr>
          <a:xfrm>
            <a:off x="8948890" y="4645762"/>
            <a:ext cx="36576" cy="36576"/>
          </a:xfrm>
          <a:prstGeom prst="ellipse">
            <a:avLst/>
          </a:prstGeom>
          <a:solidFill>
            <a:srgbClr val="0F7B8A"/>
          </a:solidFill>
          <a:ln/>
        </p:spPr>
        <p:txBody>
          <a:bodyPr/>
          <a:lstStyle/>
          <a:p>
            <a:endParaRPr lang="en-US"/>
          </a:p>
        </p:txBody>
      </p:sp>
      <p:sp>
        <p:nvSpPr>
          <p:cNvPr id="667" name="Shape 665"/>
          <p:cNvSpPr/>
          <p:nvPr/>
        </p:nvSpPr>
        <p:spPr>
          <a:xfrm>
            <a:off x="8978775" y="4635280"/>
            <a:ext cx="36576" cy="36576"/>
          </a:xfrm>
          <a:prstGeom prst="ellipse">
            <a:avLst/>
          </a:prstGeom>
          <a:solidFill>
            <a:srgbClr val="0F7B8A"/>
          </a:solidFill>
          <a:ln/>
        </p:spPr>
        <p:txBody>
          <a:bodyPr/>
          <a:lstStyle/>
          <a:p>
            <a:endParaRPr lang="en-US"/>
          </a:p>
        </p:txBody>
      </p:sp>
      <p:sp>
        <p:nvSpPr>
          <p:cNvPr id="668" name="Shape 666"/>
          <p:cNvSpPr/>
          <p:nvPr/>
        </p:nvSpPr>
        <p:spPr>
          <a:xfrm>
            <a:off x="8995269" y="4630055"/>
            <a:ext cx="36576" cy="36576"/>
          </a:xfrm>
          <a:prstGeom prst="ellipse">
            <a:avLst/>
          </a:prstGeom>
          <a:solidFill>
            <a:srgbClr val="0F7B8A"/>
          </a:solidFill>
          <a:ln/>
        </p:spPr>
        <p:txBody>
          <a:bodyPr/>
          <a:lstStyle/>
          <a:p>
            <a:endParaRPr lang="en-US"/>
          </a:p>
        </p:txBody>
      </p:sp>
      <p:sp>
        <p:nvSpPr>
          <p:cNvPr id="669" name="Shape 667"/>
          <p:cNvSpPr/>
          <p:nvPr/>
        </p:nvSpPr>
        <p:spPr>
          <a:xfrm>
            <a:off x="9021565" y="4601813"/>
            <a:ext cx="36576" cy="36576"/>
          </a:xfrm>
          <a:prstGeom prst="ellipse">
            <a:avLst/>
          </a:prstGeom>
          <a:solidFill>
            <a:srgbClr val="0F7B8A"/>
          </a:solidFill>
          <a:ln/>
        </p:spPr>
        <p:txBody>
          <a:bodyPr/>
          <a:lstStyle/>
          <a:p>
            <a:endParaRPr lang="en-US"/>
          </a:p>
        </p:txBody>
      </p:sp>
      <p:sp>
        <p:nvSpPr>
          <p:cNvPr id="670" name="Shape 668"/>
          <p:cNvSpPr/>
          <p:nvPr/>
        </p:nvSpPr>
        <p:spPr>
          <a:xfrm>
            <a:off x="9024991" y="4613976"/>
            <a:ext cx="36576" cy="36576"/>
          </a:xfrm>
          <a:prstGeom prst="ellipse">
            <a:avLst/>
          </a:prstGeom>
          <a:solidFill>
            <a:srgbClr val="0F7B8A"/>
          </a:solidFill>
          <a:ln/>
        </p:spPr>
        <p:txBody>
          <a:bodyPr/>
          <a:lstStyle/>
          <a:p>
            <a:endParaRPr lang="en-US"/>
          </a:p>
        </p:txBody>
      </p:sp>
      <p:sp>
        <p:nvSpPr>
          <p:cNvPr id="671" name="Shape 669"/>
          <p:cNvSpPr/>
          <p:nvPr/>
        </p:nvSpPr>
        <p:spPr>
          <a:xfrm>
            <a:off x="9045903" y="4590565"/>
            <a:ext cx="36576" cy="36576"/>
          </a:xfrm>
          <a:prstGeom prst="ellipse">
            <a:avLst/>
          </a:prstGeom>
          <a:solidFill>
            <a:srgbClr val="0F7B8A"/>
          </a:solidFill>
          <a:ln/>
        </p:spPr>
        <p:txBody>
          <a:bodyPr/>
          <a:lstStyle/>
          <a:p>
            <a:endParaRPr lang="en-US"/>
          </a:p>
        </p:txBody>
      </p:sp>
      <p:sp>
        <p:nvSpPr>
          <p:cNvPr id="672" name="Shape 670"/>
          <p:cNvSpPr/>
          <p:nvPr/>
        </p:nvSpPr>
        <p:spPr>
          <a:xfrm>
            <a:off x="9066847" y="4564010"/>
            <a:ext cx="36576" cy="36576"/>
          </a:xfrm>
          <a:prstGeom prst="ellipse">
            <a:avLst/>
          </a:prstGeom>
          <a:solidFill>
            <a:srgbClr val="0F7B8A"/>
          </a:solidFill>
          <a:ln/>
        </p:spPr>
        <p:txBody>
          <a:bodyPr/>
          <a:lstStyle/>
          <a:p>
            <a:endParaRPr lang="en-US"/>
          </a:p>
        </p:txBody>
      </p:sp>
      <p:sp>
        <p:nvSpPr>
          <p:cNvPr id="673" name="Shape 671"/>
          <p:cNvSpPr/>
          <p:nvPr/>
        </p:nvSpPr>
        <p:spPr>
          <a:xfrm>
            <a:off x="9077930" y="4571935"/>
            <a:ext cx="36576" cy="36576"/>
          </a:xfrm>
          <a:prstGeom prst="ellipse">
            <a:avLst/>
          </a:prstGeom>
          <a:solidFill>
            <a:srgbClr val="0F7B8A"/>
          </a:solidFill>
          <a:ln/>
        </p:spPr>
        <p:txBody>
          <a:bodyPr/>
          <a:lstStyle/>
          <a:p>
            <a:endParaRPr lang="en-US"/>
          </a:p>
        </p:txBody>
      </p:sp>
      <p:sp>
        <p:nvSpPr>
          <p:cNvPr id="674" name="Shape 672"/>
          <p:cNvSpPr/>
          <p:nvPr/>
        </p:nvSpPr>
        <p:spPr>
          <a:xfrm>
            <a:off x="9087283" y="4544918"/>
            <a:ext cx="36576" cy="36576"/>
          </a:xfrm>
          <a:prstGeom prst="ellipse">
            <a:avLst/>
          </a:prstGeom>
          <a:solidFill>
            <a:srgbClr val="0F7B8A"/>
          </a:solidFill>
          <a:ln/>
        </p:spPr>
        <p:txBody>
          <a:bodyPr/>
          <a:lstStyle/>
          <a:p>
            <a:endParaRPr lang="en-US"/>
          </a:p>
        </p:txBody>
      </p:sp>
      <p:sp>
        <p:nvSpPr>
          <p:cNvPr id="675" name="Shape 673"/>
          <p:cNvSpPr/>
          <p:nvPr/>
        </p:nvSpPr>
        <p:spPr>
          <a:xfrm>
            <a:off x="9132141" y="4527739"/>
            <a:ext cx="36576" cy="36576"/>
          </a:xfrm>
          <a:prstGeom prst="ellipse">
            <a:avLst/>
          </a:prstGeom>
          <a:solidFill>
            <a:srgbClr val="0F7B8A"/>
          </a:solidFill>
          <a:ln/>
        </p:spPr>
        <p:txBody>
          <a:bodyPr/>
          <a:lstStyle/>
          <a:p>
            <a:endParaRPr lang="en-US"/>
          </a:p>
        </p:txBody>
      </p:sp>
      <p:sp>
        <p:nvSpPr>
          <p:cNvPr id="676" name="Shape 674"/>
          <p:cNvSpPr/>
          <p:nvPr/>
        </p:nvSpPr>
        <p:spPr>
          <a:xfrm>
            <a:off x="9144441" y="4511885"/>
            <a:ext cx="36576" cy="36576"/>
          </a:xfrm>
          <a:prstGeom prst="ellipse">
            <a:avLst/>
          </a:prstGeom>
          <a:solidFill>
            <a:srgbClr val="0F7B8A"/>
          </a:solidFill>
          <a:ln/>
        </p:spPr>
        <p:txBody>
          <a:bodyPr/>
          <a:lstStyle/>
          <a:p>
            <a:endParaRPr lang="en-US"/>
          </a:p>
        </p:txBody>
      </p:sp>
      <p:sp>
        <p:nvSpPr>
          <p:cNvPr id="677" name="Shape 675"/>
          <p:cNvSpPr/>
          <p:nvPr/>
        </p:nvSpPr>
        <p:spPr>
          <a:xfrm>
            <a:off x="9182968" y="4510816"/>
            <a:ext cx="36576" cy="36576"/>
          </a:xfrm>
          <a:prstGeom prst="ellipse">
            <a:avLst/>
          </a:prstGeom>
          <a:solidFill>
            <a:srgbClr val="0F7B8A"/>
          </a:solidFill>
          <a:ln/>
        </p:spPr>
        <p:txBody>
          <a:bodyPr/>
          <a:lstStyle/>
          <a:p>
            <a:endParaRPr lang="en-US"/>
          </a:p>
        </p:txBody>
      </p:sp>
      <p:sp>
        <p:nvSpPr>
          <p:cNvPr id="678" name="Shape 676"/>
          <p:cNvSpPr/>
          <p:nvPr/>
        </p:nvSpPr>
        <p:spPr>
          <a:xfrm>
            <a:off x="9165247" y="4506055"/>
            <a:ext cx="36576" cy="36576"/>
          </a:xfrm>
          <a:prstGeom prst="ellipse">
            <a:avLst/>
          </a:prstGeom>
          <a:solidFill>
            <a:srgbClr val="0F7B8A"/>
          </a:solidFill>
          <a:ln/>
        </p:spPr>
        <p:txBody>
          <a:bodyPr/>
          <a:lstStyle/>
          <a:p>
            <a:endParaRPr lang="en-US"/>
          </a:p>
        </p:txBody>
      </p:sp>
      <p:sp>
        <p:nvSpPr>
          <p:cNvPr id="679" name="Shape 677"/>
          <p:cNvSpPr/>
          <p:nvPr/>
        </p:nvSpPr>
        <p:spPr>
          <a:xfrm>
            <a:off x="9183076" y="4476686"/>
            <a:ext cx="36576" cy="36576"/>
          </a:xfrm>
          <a:prstGeom prst="ellipse">
            <a:avLst/>
          </a:prstGeom>
          <a:solidFill>
            <a:srgbClr val="0F7B8A"/>
          </a:solidFill>
          <a:ln/>
        </p:spPr>
        <p:txBody>
          <a:bodyPr/>
          <a:lstStyle/>
          <a:p>
            <a:endParaRPr lang="en-US"/>
          </a:p>
        </p:txBody>
      </p:sp>
      <p:sp>
        <p:nvSpPr>
          <p:cNvPr id="680" name="Shape 678"/>
          <p:cNvSpPr/>
          <p:nvPr/>
        </p:nvSpPr>
        <p:spPr>
          <a:xfrm>
            <a:off x="9222459" y="4463213"/>
            <a:ext cx="36576" cy="36576"/>
          </a:xfrm>
          <a:prstGeom prst="ellipse">
            <a:avLst/>
          </a:prstGeom>
          <a:solidFill>
            <a:srgbClr val="0F7B8A"/>
          </a:solidFill>
          <a:ln/>
        </p:spPr>
        <p:txBody>
          <a:bodyPr/>
          <a:lstStyle/>
          <a:p>
            <a:endParaRPr lang="en-US"/>
          </a:p>
        </p:txBody>
      </p:sp>
      <p:sp>
        <p:nvSpPr>
          <p:cNvPr id="681" name="Shape 679"/>
          <p:cNvSpPr/>
          <p:nvPr/>
        </p:nvSpPr>
        <p:spPr>
          <a:xfrm>
            <a:off x="9223869" y="4453661"/>
            <a:ext cx="36576" cy="36576"/>
          </a:xfrm>
          <a:prstGeom prst="ellipse">
            <a:avLst/>
          </a:prstGeom>
          <a:solidFill>
            <a:srgbClr val="0F7B8A"/>
          </a:solidFill>
          <a:ln/>
        </p:spPr>
        <p:txBody>
          <a:bodyPr/>
          <a:lstStyle/>
          <a:p>
            <a:endParaRPr lang="en-US"/>
          </a:p>
        </p:txBody>
      </p:sp>
      <p:sp>
        <p:nvSpPr>
          <p:cNvPr id="682" name="Shape 680"/>
          <p:cNvSpPr/>
          <p:nvPr/>
        </p:nvSpPr>
        <p:spPr>
          <a:xfrm>
            <a:off x="9243461" y="4442310"/>
            <a:ext cx="36576" cy="36576"/>
          </a:xfrm>
          <a:prstGeom prst="ellipse">
            <a:avLst/>
          </a:prstGeom>
          <a:solidFill>
            <a:srgbClr val="0F7B8A"/>
          </a:solidFill>
          <a:ln/>
        </p:spPr>
        <p:txBody>
          <a:bodyPr/>
          <a:lstStyle/>
          <a:p>
            <a:endParaRPr lang="en-US"/>
          </a:p>
        </p:txBody>
      </p:sp>
      <p:sp>
        <p:nvSpPr>
          <p:cNvPr id="683" name="Shape 681"/>
          <p:cNvSpPr/>
          <p:nvPr/>
        </p:nvSpPr>
        <p:spPr>
          <a:xfrm>
            <a:off x="9265635" y="4434334"/>
            <a:ext cx="36576" cy="36576"/>
          </a:xfrm>
          <a:prstGeom prst="ellipse">
            <a:avLst/>
          </a:prstGeom>
          <a:solidFill>
            <a:srgbClr val="0F7B8A"/>
          </a:solidFill>
          <a:ln/>
        </p:spPr>
        <p:txBody>
          <a:bodyPr/>
          <a:lstStyle/>
          <a:p>
            <a:endParaRPr lang="en-US"/>
          </a:p>
        </p:txBody>
      </p:sp>
      <p:sp>
        <p:nvSpPr>
          <p:cNvPr id="684" name="Shape 682"/>
          <p:cNvSpPr/>
          <p:nvPr/>
        </p:nvSpPr>
        <p:spPr>
          <a:xfrm>
            <a:off x="9310920" y="4397157"/>
            <a:ext cx="36576" cy="36576"/>
          </a:xfrm>
          <a:prstGeom prst="ellipse">
            <a:avLst/>
          </a:prstGeom>
          <a:solidFill>
            <a:srgbClr val="0F7B8A"/>
          </a:solidFill>
          <a:ln/>
        </p:spPr>
        <p:txBody>
          <a:bodyPr/>
          <a:lstStyle/>
          <a:p>
            <a:endParaRPr lang="en-US"/>
          </a:p>
        </p:txBody>
      </p:sp>
      <p:sp>
        <p:nvSpPr>
          <p:cNvPr id="685" name="Shape 683"/>
          <p:cNvSpPr/>
          <p:nvPr/>
        </p:nvSpPr>
        <p:spPr>
          <a:xfrm>
            <a:off x="9316222" y="4406754"/>
            <a:ext cx="36576" cy="36576"/>
          </a:xfrm>
          <a:prstGeom prst="ellipse">
            <a:avLst/>
          </a:prstGeom>
          <a:solidFill>
            <a:srgbClr val="0F7B8A"/>
          </a:solidFill>
          <a:ln/>
        </p:spPr>
        <p:txBody>
          <a:bodyPr/>
          <a:lstStyle/>
          <a:p>
            <a:endParaRPr lang="en-US"/>
          </a:p>
        </p:txBody>
      </p:sp>
      <p:sp>
        <p:nvSpPr>
          <p:cNvPr id="686" name="Text 684"/>
          <p:cNvSpPr txBox="1"/>
          <p:nvPr/>
        </p:nvSpPr>
        <p:spPr>
          <a:xfrm>
            <a:off x="8229600" y="5349240"/>
            <a:ext cx="3383280" cy="274320"/>
          </a:xfrm>
          <a:prstGeom prst="rect">
            <a:avLst/>
          </a:prstGeom>
          <a:noFill/>
          <a:ln/>
        </p:spPr>
        <p:txBody>
          <a:bodyPr wrap="square" lIns="0" tIns="0" rIns="0" bIns="0" rtlCol="0" anchor="t"/>
          <a:lstStyle/>
          <a:p>
            <a:pPr marL="0" indent="0" algn="ctr">
              <a:buNone/>
            </a:pPr>
            <a:r>
              <a:rPr lang="en-US" sz="1600" dirty="0">
                <a:solidFill>
                  <a:srgbClr val="5B6B7F"/>
                </a:solidFill>
              </a:rPr>
              <a:t>Thousands of points</a:t>
            </a:r>
            <a:endParaRPr lang="en-US" sz="1600" dirty="0"/>
          </a:p>
        </p:txBody>
      </p:sp>
      <p:sp>
        <p:nvSpPr>
          <p:cNvPr id="687" name="Text 685"/>
          <p:cNvSpPr txBox="1"/>
          <p:nvPr/>
        </p:nvSpPr>
        <p:spPr>
          <a:xfrm>
            <a:off x="548640" y="5852160"/>
            <a:ext cx="11064240" cy="411480"/>
          </a:xfrm>
          <a:prstGeom prst="rect">
            <a:avLst/>
          </a:prstGeom>
          <a:noFill/>
          <a:ln/>
        </p:spPr>
        <p:txBody>
          <a:bodyPr wrap="square" lIns="0" tIns="0" rIns="0" bIns="0" rtlCol="0" anchor="t"/>
          <a:lstStyle/>
          <a:p>
            <a:pPr marL="0" indent="0" algn="ctr">
              <a:buNone/>
            </a:pPr>
            <a:r>
              <a:rPr lang="en-US" sz="2200" b="1" dirty="0">
                <a:solidFill>
                  <a:srgbClr val="0B1F3A"/>
                </a:solidFill>
              </a:rPr>
              <a:t>Each distance measurement becomes one 3D point.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8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The Real World Is Messy</a:t>
            </a:r>
            <a:endParaRPr lang="en-US" sz="3800" dirty="0"/>
          </a:p>
        </p:txBody>
      </p:sp>
      <p:sp>
        <p:nvSpPr>
          <p:cNvPr id="5" name="Shape 3"/>
          <p:cNvSpPr/>
          <p:nvPr/>
        </p:nvSpPr>
        <p:spPr>
          <a:xfrm>
            <a:off x="640080" y="1554480"/>
            <a:ext cx="731520" cy="3886200"/>
          </a:xfrm>
          <a:prstGeom prst="rect">
            <a:avLst/>
          </a:prstGeom>
          <a:solidFill>
            <a:srgbClr val="0B1F3A"/>
          </a:solidFill>
          <a:ln/>
        </p:spPr>
        <p:txBody>
          <a:bodyPr/>
          <a:lstStyle/>
          <a:p>
            <a:endParaRPr lang="en-US"/>
          </a:p>
        </p:txBody>
      </p:sp>
      <p:sp>
        <p:nvSpPr>
          <p:cNvPr id="6" name="Text 4"/>
          <p:cNvSpPr txBox="1"/>
          <p:nvPr/>
        </p:nvSpPr>
        <p:spPr>
          <a:xfrm>
            <a:off x="640080" y="1554480"/>
            <a:ext cx="731520" cy="3886200"/>
          </a:xfrm>
          <a:prstGeom prst="rect">
            <a:avLst/>
          </a:prstGeom>
          <a:noFill/>
          <a:ln/>
        </p:spPr>
        <p:txBody>
          <a:bodyPr wrap="square" lIns="0" tIns="0" rIns="0" bIns="0" rtlCol="0" anchor="ctr"/>
          <a:lstStyle/>
          <a:p>
            <a:pPr marL="0" indent="0" algn="ctr">
              <a:buNone/>
            </a:pPr>
            <a:r>
              <a:rPr lang="en-US" sz="1800" b="1" dirty="0">
                <a:solidFill>
                  <a:srgbClr val="FFFFFF"/>
                </a:solidFill>
              </a:rPr>
              <a:t>ToF</a:t>
            </a:r>
            <a:endParaRPr lang="en-US" sz="1800" dirty="0"/>
          </a:p>
        </p:txBody>
      </p:sp>
      <p:sp>
        <p:nvSpPr>
          <p:cNvPr id="7" name="Shape 5"/>
          <p:cNvSpPr/>
          <p:nvPr/>
        </p:nvSpPr>
        <p:spPr>
          <a:xfrm>
            <a:off x="1371600" y="2103120"/>
            <a:ext cx="4434840" cy="0"/>
          </a:xfrm>
          <a:prstGeom prst="line">
            <a:avLst/>
          </a:prstGeom>
          <a:noFill/>
          <a:ln w="38100">
            <a:solidFill>
              <a:srgbClr val="0F7B8A"/>
            </a:solidFill>
            <a:prstDash val="solid"/>
            <a:tailEnd type="triangle"/>
          </a:ln>
        </p:spPr>
        <p:txBody>
          <a:bodyPr/>
          <a:lstStyle/>
          <a:p>
            <a:endParaRPr lang="en-US"/>
          </a:p>
        </p:txBody>
      </p:sp>
      <p:sp>
        <p:nvSpPr>
          <p:cNvPr id="8" name="Shape 6"/>
          <p:cNvSpPr/>
          <p:nvPr/>
        </p:nvSpPr>
        <p:spPr>
          <a:xfrm>
            <a:off x="1371600" y="3291840"/>
            <a:ext cx="4434840" cy="0"/>
          </a:xfrm>
          <a:prstGeom prst="line">
            <a:avLst/>
          </a:prstGeom>
          <a:noFill/>
          <a:ln w="38100">
            <a:solidFill>
              <a:srgbClr val="0F7B8A"/>
            </a:solidFill>
            <a:prstDash val="solid"/>
            <a:tailEnd type="triangle"/>
          </a:ln>
        </p:spPr>
        <p:txBody>
          <a:bodyPr/>
          <a:lstStyle/>
          <a:p>
            <a:endParaRPr lang="en-US"/>
          </a:p>
        </p:txBody>
      </p:sp>
      <p:sp>
        <p:nvSpPr>
          <p:cNvPr id="9" name="Shape 7"/>
          <p:cNvSpPr/>
          <p:nvPr/>
        </p:nvSpPr>
        <p:spPr>
          <a:xfrm>
            <a:off x="1371600" y="4480560"/>
            <a:ext cx="4434840" cy="0"/>
          </a:xfrm>
          <a:prstGeom prst="line">
            <a:avLst/>
          </a:prstGeom>
          <a:noFill/>
          <a:ln w="38100">
            <a:solidFill>
              <a:srgbClr val="0F7B8A"/>
            </a:solidFill>
            <a:prstDash val="solid"/>
            <a:tailEnd type="triangle"/>
          </a:ln>
        </p:spPr>
        <p:txBody>
          <a:bodyPr/>
          <a:lstStyle/>
          <a:p>
            <a:endParaRPr lang="en-US"/>
          </a:p>
        </p:txBody>
      </p:sp>
      <p:sp>
        <p:nvSpPr>
          <p:cNvPr id="10" name="Shape 8"/>
          <p:cNvSpPr/>
          <p:nvPr/>
        </p:nvSpPr>
        <p:spPr>
          <a:xfrm>
            <a:off x="5852160" y="1645920"/>
            <a:ext cx="1097280" cy="914400"/>
          </a:xfrm>
          <a:prstGeom prst="rect">
            <a:avLst/>
          </a:prstGeom>
          <a:solidFill>
            <a:srgbClr val="222B36"/>
          </a:solidFill>
          <a:ln/>
        </p:spPr>
        <p:txBody>
          <a:bodyPr/>
          <a:lstStyle/>
          <a:p>
            <a:endParaRPr lang="en-US"/>
          </a:p>
        </p:txBody>
      </p:sp>
      <p:sp>
        <p:nvSpPr>
          <p:cNvPr id="11" name="Shape 9"/>
          <p:cNvSpPr/>
          <p:nvPr/>
        </p:nvSpPr>
        <p:spPr>
          <a:xfrm>
            <a:off x="5852160" y="2834640"/>
            <a:ext cx="548640" cy="914400"/>
          </a:xfrm>
          <a:prstGeom prst="rect">
            <a:avLst/>
          </a:prstGeom>
          <a:solidFill>
            <a:srgbClr val="B8C4D0"/>
          </a:solidFill>
          <a:ln/>
        </p:spPr>
        <p:txBody>
          <a:bodyPr/>
          <a:lstStyle/>
          <a:p>
            <a:endParaRPr lang="en-US"/>
          </a:p>
        </p:txBody>
      </p:sp>
      <p:sp>
        <p:nvSpPr>
          <p:cNvPr id="12" name="Shape 10"/>
          <p:cNvSpPr/>
          <p:nvPr/>
        </p:nvSpPr>
        <p:spPr>
          <a:xfrm>
            <a:off x="6400800" y="2834640"/>
            <a:ext cx="548640" cy="914400"/>
          </a:xfrm>
          <a:prstGeom prst="rect">
            <a:avLst/>
          </a:prstGeom>
          <a:solidFill>
            <a:srgbClr val="EEF2F6"/>
          </a:solidFill>
          <a:ln w="12700">
            <a:solidFill>
              <a:srgbClr val="C9D3DE"/>
            </a:solidFill>
            <a:prstDash val="solid"/>
          </a:ln>
        </p:spPr>
        <p:txBody>
          <a:bodyPr/>
          <a:lstStyle/>
          <a:p>
            <a:endParaRPr lang="en-US"/>
          </a:p>
        </p:txBody>
      </p:sp>
      <p:sp>
        <p:nvSpPr>
          <p:cNvPr id="13" name="Shape 11"/>
          <p:cNvSpPr/>
          <p:nvPr/>
        </p:nvSpPr>
        <p:spPr>
          <a:xfrm>
            <a:off x="5852160" y="4023360"/>
            <a:ext cx="1097280" cy="914400"/>
          </a:xfrm>
          <a:prstGeom prst="rect">
            <a:avLst/>
          </a:prstGeom>
          <a:solidFill>
            <a:srgbClr val="D5DCE4"/>
          </a:solidFill>
          <a:ln/>
        </p:spPr>
        <p:txBody>
          <a:bodyPr/>
          <a:lstStyle/>
          <a:p>
            <a:endParaRPr lang="en-US"/>
          </a:p>
        </p:txBody>
      </p:sp>
      <p:sp>
        <p:nvSpPr>
          <p:cNvPr id="14" name="Shape 12"/>
          <p:cNvSpPr/>
          <p:nvPr/>
        </p:nvSpPr>
        <p:spPr>
          <a:xfrm flipH="1">
            <a:off x="4023360" y="2286000"/>
            <a:ext cx="1828800" cy="0"/>
          </a:xfrm>
          <a:prstGeom prst="line">
            <a:avLst/>
          </a:prstGeom>
          <a:noFill/>
          <a:ln w="12700">
            <a:solidFill>
              <a:srgbClr val="5B6B7F">
                <a:alpha val="60000"/>
              </a:srgbClr>
            </a:solidFill>
            <a:prstDash val="dash"/>
            <a:tailEnd type="triangle"/>
          </a:ln>
        </p:spPr>
        <p:txBody>
          <a:bodyPr/>
          <a:lstStyle/>
          <a:p>
            <a:endParaRPr lang="en-US"/>
          </a:p>
        </p:txBody>
      </p:sp>
      <p:sp>
        <p:nvSpPr>
          <p:cNvPr id="15" name="Shape 13"/>
          <p:cNvSpPr/>
          <p:nvPr/>
        </p:nvSpPr>
        <p:spPr>
          <a:xfrm flipH="1" flipV="1">
            <a:off x="4297680" y="2926080"/>
            <a:ext cx="1554480" cy="274320"/>
          </a:xfrm>
          <a:prstGeom prst="line">
            <a:avLst/>
          </a:prstGeom>
          <a:noFill/>
          <a:ln w="19050">
            <a:solidFill>
              <a:srgbClr val="5B6B7F"/>
            </a:solidFill>
            <a:prstDash val="dash"/>
            <a:tailEnd type="triangle"/>
          </a:ln>
        </p:spPr>
        <p:txBody>
          <a:bodyPr/>
          <a:lstStyle/>
          <a:p>
            <a:endParaRPr lang="en-US"/>
          </a:p>
        </p:txBody>
      </p:sp>
      <p:sp>
        <p:nvSpPr>
          <p:cNvPr id="16" name="Shape 14"/>
          <p:cNvSpPr/>
          <p:nvPr/>
        </p:nvSpPr>
        <p:spPr>
          <a:xfrm flipH="1">
            <a:off x="4297680" y="3383280"/>
            <a:ext cx="1554480" cy="274320"/>
          </a:xfrm>
          <a:prstGeom prst="line">
            <a:avLst/>
          </a:prstGeom>
          <a:noFill/>
          <a:ln w="19050">
            <a:solidFill>
              <a:srgbClr val="5B6B7F"/>
            </a:solidFill>
            <a:prstDash val="dash"/>
            <a:tailEnd type="triangle"/>
          </a:ln>
        </p:spPr>
        <p:txBody>
          <a:bodyPr/>
          <a:lstStyle/>
          <a:p>
            <a:endParaRPr lang="en-US"/>
          </a:p>
        </p:txBody>
      </p:sp>
      <p:pic>
        <p:nvPicPr>
          <p:cNvPr id="17" name="Image 0" descr="preencoded.png"/>
          <p:cNvPicPr>
            <a:picLocks noChangeAspect="1"/>
          </p:cNvPicPr>
          <p:nvPr/>
        </p:nvPicPr>
        <p:blipFill>
          <a:blip r:embed="rId3"/>
          <a:stretch>
            <a:fillRect/>
          </a:stretch>
        </p:blipFill>
        <p:spPr>
          <a:xfrm>
            <a:off x="7132320" y="3794760"/>
            <a:ext cx="594360" cy="594360"/>
          </a:xfrm>
          <a:prstGeom prst="rect">
            <a:avLst/>
          </a:prstGeom>
        </p:spPr>
      </p:pic>
      <p:sp>
        <p:nvSpPr>
          <p:cNvPr id="18" name="Shape 15"/>
          <p:cNvSpPr/>
          <p:nvPr/>
        </p:nvSpPr>
        <p:spPr>
          <a:xfrm>
            <a:off x="1977198" y="4138180"/>
            <a:ext cx="73152" cy="73152"/>
          </a:xfrm>
          <a:prstGeom prst="ellipse">
            <a:avLst/>
          </a:prstGeom>
          <a:solidFill>
            <a:srgbClr val="B7791F">
              <a:alpha val="85000"/>
            </a:srgbClr>
          </a:solidFill>
          <a:ln/>
        </p:spPr>
        <p:txBody>
          <a:bodyPr/>
          <a:lstStyle/>
          <a:p>
            <a:endParaRPr lang="en-US"/>
          </a:p>
        </p:txBody>
      </p:sp>
      <p:sp>
        <p:nvSpPr>
          <p:cNvPr id="19" name="Shape 16"/>
          <p:cNvSpPr/>
          <p:nvPr/>
        </p:nvSpPr>
        <p:spPr>
          <a:xfrm>
            <a:off x="2606147" y="4292609"/>
            <a:ext cx="73152" cy="73152"/>
          </a:xfrm>
          <a:prstGeom prst="ellipse">
            <a:avLst/>
          </a:prstGeom>
          <a:solidFill>
            <a:srgbClr val="B7791F">
              <a:alpha val="85000"/>
            </a:srgbClr>
          </a:solidFill>
          <a:ln/>
        </p:spPr>
        <p:txBody>
          <a:bodyPr/>
          <a:lstStyle/>
          <a:p>
            <a:endParaRPr lang="en-US"/>
          </a:p>
        </p:txBody>
      </p:sp>
      <p:sp>
        <p:nvSpPr>
          <p:cNvPr id="20" name="Shape 17"/>
          <p:cNvSpPr/>
          <p:nvPr/>
        </p:nvSpPr>
        <p:spPr>
          <a:xfrm>
            <a:off x="2055291" y="4740132"/>
            <a:ext cx="73152" cy="73152"/>
          </a:xfrm>
          <a:prstGeom prst="ellipse">
            <a:avLst/>
          </a:prstGeom>
          <a:solidFill>
            <a:srgbClr val="B7791F">
              <a:alpha val="85000"/>
            </a:srgbClr>
          </a:solidFill>
          <a:ln/>
        </p:spPr>
        <p:txBody>
          <a:bodyPr/>
          <a:lstStyle/>
          <a:p>
            <a:endParaRPr lang="en-US"/>
          </a:p>
        </p:txBody>
      </p:sp>
      <p:sp>
        <p:nvSpPr>
          <p:cNvPr id="21" name="Shape 18"/>
          <p:cNvSpPr/>
          <p:nvPr/>
        </p:nvSpPr>
        <p:spPr>
          <a:xfrm>
            <a:off x="4137893" y="4256829"/>
            <a:ext cx="73152" cy="73152"/>
          </a:xfrm>
          <a:prstGeom prst="ellipse">
            <a:avLst/>
          </a:prstGeom>
          <a:solidFill>
            <a:srgbClr val="B7791F">
              <a:alpha val="85000"/>
            </a:srgbClr>
          </a:solidFill>
          <a:ln/>
        </p:spPr>
        <p:txBody>
          <a:bodyPr/>
          <a:lstStyle/>
          <a:p>
            <a:endParaRPr lang="en-US"/>
          </a:p>
        </p:txBody>
      </p:sp>
      <p:sp>
        <p:nvSpPr>
          <p:cNvPr id="22" name="Shape 19"/>
          <p:cNvSpPr/>
          <p:nvPr/>
        </p:nvSpPr>
        <p:spPr>
          <a:xfrm>
            <a:off x="3037754" y="4831889"/>
            <a:ext cx="73152" cy="73152"/>
          </a:xfrm>
          <a:prstGeom prst="ellipse">
            <a:avLst/>
          </a:prstGeom>
          <a:solidFill>
            <a:srgbClr val="B7791F">
              <a:alpha val="85000"/>
            </a:srgbClr>
          </a:solidFill>
          <a:ln/>
        </p:spPr>
        <p:txBody>
          <a:bodyPr/>
          <a:lstStyle/>
          <a:p>
            <a:endParaRPr lang="en-US"/>
          </a:p>
        </p:txBody>
      </p:sp>
      <p:sp>
        <p:nvSpPr>
          <p:cNvPr id="23" name="Shape 20"/>
          <p:cNvSpPr/>
          <p:nvPr/>
        </p:nvSpPr>
        <p:spPr>
          <a:xfrm>
            <a:off x="3815524" y="4851399"/>
            <a:ext cx="73152" cy="73152"/>
          </a:xfrm>
          <a:prstGeom prst="ellipse">
            <a:avLst/>
          </a:prstGeom>
          <a:solidFill>
            <a:srgbClr val="B7791F">
              <a:alpha val="85000"/>
            </a:srgbClr>
          </a:solidFill>
          <a:ln/>
        </p:spPr>
        <p:txBody>
          <a:bodyPr/>
          <a:lstStyle/>
          <a:p>
            <a:endParaRPr lang="en-US"/>
          </a:p>
        </p:txBody>
      </p:sp>
      <p:sp>
        <p:nvSpPr>
          <p:cNvPr id="24" name="Shape 21"/>
          <p:cNvSpPr/>
          <p:nvPr/>
        </p:nvSpPr>
        <p:spPr>
          <a:xfrm>
            <a:off x="5395381" y="4577347"/>
            <a:ext cx="73152" cy="73152"/>
          </a:xfrm>
          <a:prstGeom prst="ellipse">
            <a:avLst/>
          </a:prstGeom>
          <a:solidFill>
            <a:srgbClr val="B7791F">
              <a:alpha val="85000"/>
            </a:srgbClr>
          </a:solidFill>
          <a:ln/>
        </p:spPr>
        <p:txBody>
          <a:bodyPr/>
          <a:lstStyle/>
          <a:p>
            <a:endParaRPr lang="en-US"/>
          </a:p>
        </p:txBody>
      </p:sp>
      <p:sp>
        <p:nvSpPr>
          <p:cNvPr id="25" name="Shape 22"/>
          <p:cNvSpPr/>
          <p:nvPr/>
        </p:nvSpPr>
        <p:spPr>
          <a:xfrm>
            <a:off x="2380068" y="4680103"/>
            <a:ext cx="73152" cy="73152"/>
          </a:xfrm>
          <a:prstGeom prst="ellipse">
            <a:avLst/>
          </a:prstGeom>
          <a:solidFill>
            <a:srgbClr val="B7791F">
              <a:alpha val="85000"/>
            </a:srgbClr>
          </a:solidFill>
          <a:ln/>
        </p:spPr>
        <p:txBody>
          <a:bodyPr/>
          <a:lstStyle/>
          <a:p>
            <a:endParaRPr lang="en-US"/>
          </a:p>
        </p:txBody>
      </p:sp>
      <p:sp>
        <p:nvSpPr>
          <p:cNvPr id="26" name="Shape 23"/>
          <p:cNvSpPr/>
          <p:nvPr/>
        </p:nvSpPr>
        <p:spPr>
          <a:xfrm>
            <a:off x="4332710" y="4520322"/>
            <a:ext cx="73152" cy="73152"/>
          </a:xfrm>
          <a:prstGeom prst="ellipse">
            <a:avLst/>
          </a:prstGeom>
          <a:solidFill>
            <a:srgbClr val="B7791F">
              <a:alpha val="85000"/>
            </a:srgbClr>
          </a:solidFill>
          <a:ln/>
        </p:spPr>
        <p:txBody>
          <a:bodyPr/>
          <a:lstStyle/>
          <a:p>
            <a:endParaRPr lang="en-US"/>
          </a:p>
        </p:txBody>
      </p:sp>
      <p:sp>
        <p:nvSpPr>
          <p:cNvPr id="27" name="Shape 24"/>
          <p:cNvSpPr/>
          <p:nvPr/>
        </p:nvSpPr>
        <p:spPr>
          <a:xfrm>
            <a:off x="3792400" y="4153358"/>
            <a:ext cx="73152" cy="73152"/>
          </a:xfrm>
          <a:prstGeom prst="ellipse">
            <a:avLst/>
          </a:prstGeom>
          <a:solidFill>
            <a:srgbClr val="B7791F">
              <a:alpha val="85000"/>
            </a:srgbClr>
          </a:solidFill>
          <a:ln/>
        </p:spPr>
        <p:txBody>
          <a:bodyPr/>
          <a:lstStyle/>
          <a:p>
            <a:endParaRPr lang="en-US"/>
          </a:p>
        </p:txBody>
      </p:sp>
      <p:sp>
        <p:nvSpPr>
          <p:cNvPr id="28" name="Shape 25"/>
          <p:cNvSpPr/>
          <p:nvPr/>
        </p:nvSpPr>
        <p:spPr>
          <a:xfrm>
            <a:off x="2483873" y="4757942"/>
            <a:ext cx="73152" cy="73152"/>
          </a:xfrm>
          <a:prstGeom prst="ellipse">
            <a:avLst/>
          </a:prstGeom>
          <a:solidFill>
            <a:srgbClr val="B7791F">
              <a:alpha val="85000"/>
            </a:srgbClr>
          </a:solidFill>
          <a:ln/>
        </p:spPr>
        <p:txBody>
          <a:bodyPr/>
          <a:lstStyle/>
          <a:p>
            <a:endParaRPr lang="en-US"/>
          </a:p>
        </p:txBody>
      </p:sp>
      <p:sp>
        <p:nvSpPr>
          <p:cNvPr id="29" name="Shape 26"/>
          <p:cNvSpPr/>
          <p:nvPr/>
        </p:nvSpPr>
        <p:spPr>
          <a:xfrm>
            <a:off x="3195431" y="4562169"/>
            <a:ext cx="73152" cy="73152"/>
          </a:xfrm>
          <a:prstGeom prst="ellipse">
            <a:avLst/>
          </a:prstGeom>
          <a:solidFill>
            <a:srgbClr val="B7791F">
              <a:alpha val="85000"/>
            </a:srgbClr>
          </a:solidFill>
          <a:ln/>
        </p:spPr>
        <p:txBody>
          <a:bodyPr/>
          <a:lstStyle/>
          <a:p>
            <a:endParaRPr lang="en-US"/>
          </a:p>
        </p:txBody>
      </p:sp>
      <p:sp>
        <p:nvSpPr>
          <p:cNvPr id="30" name="Shape 27"/>
          <p:cNvSpPr/>
          <p:nvPr/>
        </p:nvSpPr>
        <p:spPr>
          <a:xfrm>
            <a:off x="2513166" y="4504485"/>
            <a:ext cx="73152" cy="73152"/>
          </a:xfrm>
          <a:prstGeom prst="ellipse">
            <a:avLst/>
          </a:prstGeom>
          <a:solidFill>
            <a:srgbClr val="B7791F">
              <a:alpha val="85000"/>
            </a:srgbClr>
          </a:solidFill>
          <a:ln/>
        </p:spPr>
        <p:txBody>
          <a:bodyPr/>
          <a:lstStyle/>
          <a:p>
            <a:endParaRPr lang="en-US"/>
          </a:p>
        </p:txBody>
      </p:sp>
      <p:sp>
        <p:nvSpPr>
          <p:cNvPr id="31" name="Shape 28"/>
          <p:cNvSpPr/>
          <p:nvPr/>
        </p:nvSpPr>
        <p:spPr>
          <a:xfrm>
            <a:off x="2257587" y="4321988"/>
            <a:ext cx="73152" cy="73152"/>
          </a:xfrm>
          <a:prstGeom prst="ellipse">
            <a:avLst/>
          </a:prstGeom>
          <a:solidFill>
            <a:srgbClr val="B7791F">
              <a:alpha val="85000"/>
            </a:srgbClr>
          </a:solidFill>
          <a:ln/>
        </p:spPr>
        <p:txBody>
          <a:bodyPr/>
          <a:lstStyle/>
          <a:p>
            <a:endParaRPr lang="en-US"/>
          </a:p>
        </p:txBody>
      </p:sp>
      <p:sp>
        <p:nvSpPr>
          <p:cNvPr id="32" name="Text 29"/>
          <p:cNvSpPr txBox="1"/>
          <p:nvPr/>
        </p:nvSpPr>
        <p:spPr>
          <a:xfrm>
            <a:off x="7955280" y="1828800"/>
            <a:ext cx="3657600" cy="548640"/>
          </a:xfrm>
          <a:prstGeom prst="rect">
            <a:avLst/>
          </a:prstGeom>
          <a:noFill/>
          <a:ln/>
        </p:spPr>
        <p:txBody>
          <a:bodyPr wrap="square" lIns="0" tIns="0" rIns="0" bIns="0" rtlCol="0" anchor="ctr"/>
          <a:lstStyle/>
          <a:p>
            <a:pPr marL="0" indent="0">
              <a:buNone/>
            </a:pPr>
            <a:r>
              <a:rPr lang="en-US" sz="2800" b="1" dirty="0">
                <a:solidFill>
                  <a:srgbClr val="0B1F3A"/>
                </a:solidFill>
              </a:rPr>
              <a:t>Weak Return</a:t>
            </a:r>
            <a:endParaRPr lang="en-US" sz="2800" dirty="0"/>
          </a:p>
        </p:txBody>
      </p:sp>
      <p:sp>
        <p:nvSpPr>
          <p:cNvPr id="33" name="Text 30"/>
          <p:cNvSpPr txBox="1"/>
          <p:nvPr/>
        </p:nvSpPr>
        <p:spPr>
          <a:xfrm>
            <a:off x="7955280" y="3017520"/>
            <a:ext cx="3657600" cy="548640"/>
          </a:xfrm>
          <a:prstGeom prst="rect">
            <a:avLst/>
          </a:prstGeom>
          <a:noFill/>
          <a:ln/>
        </p:spPr>
        <p:txBody>
          <a:bodyPr wrap="square" lIns="0" tIns="0" rIns="0" bIns="0" rtlCol="0" anchor="ctr"/>
          <a:lstStyle/>
          <a:p>
            <a:pPr marL="0" indent="0">
              <a:buNone/>
            </a:pPr>
            <a:r>
              <a:rPr lang="en-US" sz="2800" b="1" dirty="0">
                <a:solidFill>
                  <a:srgbClr val="0B1F3A"/>
                </a:solidFill>
              </a:rPr>
              <a:t>Mixed Returns</a:t>
            </a:r>
            <a:endParaRPr lang="en-US" sz="2800" dirty="0"/>
          </a:p>
        </p:txBody>
      </p:sp>
      <p:sp>
        <p:nvSpPr>
          <p:cNvPr id="34" name="Text 31"/>
          <p:cNvSpPr txBox="1"/>
          <p:nvPr/>
        </p:nvSpPr>
        <p:spPr>
          <a:xfrm>
            <a:off x="7955280" y="4206240"/>
            <a:ext cx="3657600" cy="548640"/>
          </a:xfrm>
          <a:prstGeom prst="rect">
            <a:avLst/>
          </a:prstGeom>
          <a:noFill/>
          <a:ln/>
        </p:spPr>
        <p:txBody>
          <a:bodyPr wrap="square" lIns="0" tIns="0" rIns="0" bIns="0" rtlCol="0" anchor="ctr"/>
          <a:lstStyle/>
          <a:p>
            <a:pPr marL="0" indent="0">
              <a:buNone/>
            </a:pPr>
            <a:r>
              <a:rPr lang="en-US" sz="2800" b="1" dirty="0">
                <a:solidFill>
                  <a:srgbClr val="0B1F3A"/>
                </a:solidFill>
              </a:rPr>
              <a:t>Ambient Noise</a:t>
            </a:r>
            <a:endParaRPr lang="en-US" sz="2800" dirty="0"/>
          </a:p>
        </p:txBody>
      </p:sp>
      <p:sp>
        <p:nvSpPr>
          <p:cNvPr id="35" name="Text 32"/>
          <p:cNvSpPr txBox="1"/>
          <p:nvPr/>
        </p:nvSpPr>
        <p:spPr>
          <a:xfrm>
            <a:off x="548640" y="5715000"/>
            <a:ext cx="11064240" cy="640080"/>
          </a:xfrm>
          <a:prstGeom prst="rect">
            <a:avLst/>
          </a:prstGeom>
          <a:noFill/>
          <a:ln/>
        </p:spPr>
        <p:txBody>
          <a:bodyPr wrap="square" lIns="0" tIns="0" rIns="0" bIns="0" rtlCol="0" anchor="ctr"/>
          <a:lstStyle/>
          <a:p>
            <a:pPr marL="0" indent="0" algn="ctr">
              <a:buNone/>
            </a:pPr>
            <a:r>
              <a:rPr lang="en-US" sz="3600" b="1" dirty="0">
                <a:solidFill>
                  <a:srgbClr val="C0392B"/>
                </a:solidFill>
              </a:rPr>
              <a:t>→  Range Error</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9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Scale the Evidence</a:t>
            </a:r>
            <a:endParaRPr lang="en-US" sz="3800" dirty="0"/>
          </a:p>
        </p:txBody>
      </p:sp>
      <p:sp>
        <p:nvSpPr>
          <p:cNvPr id="5" name="Shape 3"/>
          <p:cNvSpPr/>
          <p:nvPr/>
        </p:nvSpPr>
        <p:spPr>
          <a:xfrm>
            <a:off x="548640" y="1600200"/>
            <a:ext cx="3474720" cy="822960"/>
          </a:xfrm>
          <a:prstGeom prst="roundRect">
            <a:avLst>
              <a:gd name="adj" fmla="val 15556"/>
            </a:avLst>
          </a:prstGeom>
          <a:solidFill>
            <a:srgbClr val="EEF2F6"/>
          </a:solidFill>
          <a:ln/>
        </p:spPr>
        <p:txBody>
          <a:bodyPr/>
          <a:lstStyle/>
          <a:p>
            <a:endParaRPr lang="en-US"/>
          </a:p>
        </p:txBody>
      </p:sp>
      <p:sp>
        <p:nvSpPr>
          <p:cNvPr id="6" name="Shape 4"/>
          <p:cNvSpPr/>
          <p:nvPr/>
        </p:nvSpPr>
        <p:spPr>
          <a:xfrm>
            <a:off x="731520" y="1755648"/>
            <a:ext cx="512064" cy="512064"/>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50392" y="1874520"/>
            <a:ext cx="274320" cy="274320"/>
          </a:xfrm>
          <a:prstGeom prst="rect">
            <a:avLst/>
          </a:prstGeom>
        </p:spPr>
      </p:pic>
      <p:sp>
        <p:nvSpPr>
          <p:cNvPr id="8" name="Text 5"/>
          <p:cNvSpPr txBox="1"/>
          <p:nvPr/>
        </p:nvSpPr>
        <p:spPr>
          <a:xfrm>
            <a:off x="1463040" y="160020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Indoor</a:t>
            </a:r>
            <a:endParaRPr lang="en-US" sz="2000" dirty="0"/>
          </a:p>
        </p:txBody>
      </p:sp>
      <p:sp>
        <p:nvSpPr>
          <p:cNvPr id="9" name="Shape 6"/>
          <p:cNvSpPr/>
          <p:nvPr/>
        </p:nvSpPr>
        <p:spPr>
          <a:xfrm>
            <a:off x="4069080" y="2011680"/>
            <a:ext cx="777240" cy="1600200"/>
          </a:xfrm>
          <a:prstGeom prst="line">
            <a:avLst/>
          </a:prstGeom>
          <a:noFill/>
          <a:ln w="19050">
            <a:solidFill>
              <a:srgbClr val="5B6B7F"/>
            </a:solidFill>
            <a:prstDash val="solid"/>
            <a:tailEnd type="triangle"/>
          </a:ln>
        </p:spPr>
        <p:txBody>
          <a:bodyPr/>
          <a:lstStyle/>
          <a:p>
            <a:endParaRPr lang="en-US"/>
          </a:p>
        </p:txBody>
      </p:sp>
      <p:sp>
        <p:nvSpPr>
          <p:cNvPr id="10" name="Shape 7"/>
          <p:cNvSpPr/>
          <p:nvPr/>
        </p:nvSpPr>
        <p:spPr>
          <a:xfrm>
            <a:off x="548640" y="2606040"/>
            <a:ext cx="3474720" cy="822960"/>
          </a:xfrm>
          <a:prstGeom prst="roundRect">
            <a:avLst>
              <a:gd name="adj" fmla="val 15556"/>
            </a:avLst>
          </a:prstGeom>
          <a:solidFill>
            <a:srgbClr val="EEF2F6"/>
          </a:solidFill>
          <a:ln/>
        </p:spPr>
        <p:txBody>
          <a:bodyPr/>
          <a:lstStyle/>
          <a:p>
            <a:endParaRPr lang="en-US"/>
          </a:p>
        </p:txBody>
      </p:sp>
      <p:sp>
        <p:nvSpPr>
          <p:cNvPr id="11" name="Shape 8"/>
          <p:cNvSpPr/>
          <p:nvPr/>
        </p:nvSpPr>
        <p:spPr>
          <a:xfrm>
            <a:off x="731520" y="2761488"/>
            <a:ext cx="512064" cy="512064"/>
          </a:xfrm>
          <a:prstGeom prst="ellipse">
            <a:avLst/>
          </a:prstGeom>
          <a:solidFill>
            <a:srgbClr val="FFFFF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850392" y="2880360"/>
            <a:ext cx="274320" cy="274320"/>
          </a:xfrm>
          <a:prstGeom prst="rect">
            <a:avLst/>
          </a:prstGeom>
        </p:spPr>
      </p:pic>
      <p:sp>
        <p:nvSpPr>
          <p:cNvPr id="13" name="Text 9"/>
          <p:cNvSpPr txBox="1"/>
          <p:nvPr/>
        </p:nvSpPr>
        <p:spPr>
          <a:xfrm>
            <a:off x="1463040" y="260604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Outdoor</a:t>
            </a:r>
            <a:endParaRPr lang="en-US" sz="2000" dirty="0"/>
          </a:p>
        </p:txBody>
      </p:sp>
      <p:sp>
        <p:nvSpPr>
          <p:cNvPr id="14" name="Shape 10"/>
          <p:cNvSpPr/>
          <p:nvPr/>
        </p:nvSpPr>
        <p:spPr>
          <a:xfrm>
            <a:off x="4069080" y="3017520"/>
            <a:ext cx="777240" cy="594360"/>
          </a:xfrm>
          <a:prstGeom prst="line">
            <a:avLst/>
          </a:prstGeom>
          <a:noFill/>
          <a:ln w="19050">
            <a:solidFill>
              <a:srgbClr val="5B6B7F"/>
            </a:solidFill>
            <a:prstDash val="solid"/>
            <a:tailEnd type="triangle"/>
          </a:ln>
        </p:spPr>
        <p:txBody>
          <a:bodyPr/>
          <a:lstStyle/>
          <a:p>
            <a:endParaRPr lang="en-US"/>
          </a:p>
        </p:txBody>
      </p:sp>
      <p:sp>
        <p:nvSpPr>
          <p:cNvPr id="15" name="Shape 11"/>
          <p:cNvSpPr/>
          <p:nvPr/>
        </p:nvSpPr>
        <p:spPr>
          <a:xfrm>
            <a:off x="548640" y="3611880"/>
            <a:ext cx="3474720" cy="822960"/>
          </a:xfrm>
          <a:prstGeom prst="roundRect">
            <a:avLst>
              <a:gd name="adj" fmla="val 15556"/>
            </a:avLst>
          </a:prstGeom>
          <a:solidFill>
            <a:srgbClr val="EEF2F6"/>
          </a:solidFill>
          <a:ln/>
        </p:spPr>
        <p:txBody>
          <a:bodyPr/>
          <a:lstStyle/>
          <a:p>
            <a:endParaRPr lang="en-US"/>
          </a:p>
        </p:txBody>
      </p:sp>
      <p:sp>
        <p:nvSpPr>
          <p:cNvPr id="16" name="Shape 12"/>
          <p:cNvSpPr/>
          <p:nvPr/>
        </p:nvSpPr>
        <p:spPr>
          <a:xfrm>
            <a:off x="731520" y="3767328"/>
            <a:ext cx="512064" cy="512064"/>
          </a:xfrm>
          <a:prstGeom prst="ellipse">
            <a:avLst/>
          </a:prstGeom>
          <a:solidFill>
            <a:srgbClr val="FFFFFF"/>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50392" y="3886200"/>
            <a:ext cx="274320" cy="274320"/>
          </a:xfrm>
          <a:prstGeom prst="rect">
            <a:avLst/>
          </a:prstGeom>
        </p:spPr>
      </p:pic>
      <p:sp>
        <p:nvSpPr>
          <p:cNvPr id="18" name="Text 13"/>
          <p:cNvSpPr txBox="1"/>
          <p:nvPr/>
        </p:nvSpPr>
        <p:spPr>
          <a:xfrm>
            <a:off x="1463040" y="361188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Different Lighting</a:t>
            </a:r>
            <a:endParaRPr lang="en-US" sz="2000" dirty="0"/>
          </a:p>
        </p:txBody>
      </p:sp>
      <p:sp>
        <p:nvSpPr>
          <p:cNvPr id="19" name="Shape 14"/>
          <p:cNvSpPr/>
          <p:nvPr/>
        </p:nvSpPr>
        <p:spPr>
          <a:xfrm flipV="1">
            <a:off x="4069080" y="3611880"/>
            <a:ext cx="777240" cy="411480"/>
          </a:xfrm>
          <a:prstGeom prst="line">
            <a:avLst/>
          </a:prstGeom>
          <a:noFill/>
          <a:ln w="19050">
            <a:solidFill>
              <a:srgbClr val="5B6B7F"/>
            </a:solidFill>
            <a:prstDash val="solid"/>
            <a:tailEnd type="triangle"/>
          </a:ln>
        </p:spPr>
        <p:txBody>
          <a:bodyPr/>
          <a:lstStyle/>
          <a:p>
            <a:endParaRPr lang="en-US"/>
          </a:p>
        </p:txBody>
      </p:sp>
      <p:sp>
        <p:nvSpPr>
          <p:cNvPr id="20" name="Shape 15"/>
          <p:cNvSpPr/>
          <p:nvPr/>
        </p:nvSpPr>
        <p:spPr>
          <a:xfrm>
            <a:off x="548640" y="4617720"/>
            <a:ext cx="3474720" cy="822960"/>
          </a:xfrm>
          <a:prstGeom prst="roundRect">
            <a:avLst>
              <a:gd name="adj" fmla="val 15556"/>
            </a:avLst>
          </a:prstGeom>
          <a:solidFill>
            <a:srgbClr val="EEF2F6"/>
          </a:solidFill>
          <a:ln/>
        </p:spPr>
        <p:txBody>
          <a:bodyPr/>
          <a:lstStyle/>
          <a:p>
            <a:endParaRPr lang="en-US"/>
          </a:p>
        </p:txBody>
      </p:sp>
      <p:sp>
        <p:nvSpPr>
          <p:cNvPr id="21" name="Shape 16"/>
          <p:cNvSpPr/>
          <p:nvPr/>
        </p:nvSpPr>
        <p:spPr>
          <a:xfrm>
            <a:off x="731520" y="4773168"/>
            <a:ext cx="512064" cy="512064"/>
          </a:xfrm>
          <a:prstGeom prst="ellipse">
            <a:avLst/>
          </a:prstGeom>
          <a:solidFill>
            <a:srgbClr val="FFFFFF"/>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850392" y="4892040"/>
            <a:ext cx="274320" cy="274320"/>
          </a:xfrm>
          <a:prstGeom prst="rect">
            <a:avLst/>
          </a:prstGeom>
        </p:spPr>
      </p:pic>
      <p:sp>
        <p:nvSpPr>
          <p:cNvPr id="23" name="Text 17"/>
          <p:cNvSpPr txBox="1"/>
          <p:nvPr/>
        </p:nvSpPr>
        <p:spPr>
          <a:xfrm>
            <a:off x="1463040" y="4617720"/>
            <a:ext cx="2468880" cy="822960"/>
          </a:xfrm>
          <a:prstGeom prst="rect">
            <a:avLst/>
          </a:prstGeom>
          <a:noFill/>
          <a:ln/>
        </p:spPr>
        <p:txBody>
          <a:bodyPr wrap="square" lIns="0" tIns="0" rIns="0" bIns="0" rtlCol="0" anchor="ctr"/>
          <a:lstStyle/>
          <a:p>
            <a:pPr marL="0" indent="0">
              <a:buNone/>
            </a:pPr>
            <a:r>
              <a:rPr lang="en-US" sz="2000" b="1" dirty="0">
                <a:solidFill>
                  <a:srgbClr val="0B1F3A"/>
                </a:solidFill>
              </a:rPr>
              <a:t>Different Surfaces</a:t>
            </a:r>
            <a:endParaRPr lang="en-US" sz="2000" dirty="0"/>
          </a:p>
        </p:txBody>
      </p:sp>
      <p:sp>
        <p:nvSpPr>
          <p:cNvPr id="24" name="Shape 18"/>
          <p:cNvSpPr/>
          <p:nvPr/>
        </p:nvSpPr>
        <p:spPr>
          <a:xfrm flipV="1">
            <a:off x="4069080" y="3611880"/>
            <a:ext cx="777240" cy="1417320"/>
          </a:xfrm>
          <a:prstGeom prst="line">
            <a:avLst/>
          </a:prstGeom>
          <a:noFill/>
          <a:ln w="19050">
            <a:solidFill>
              <a:srgbClr val="5B6B7F"/>
            </a:solidFill>
            <a:prstDash val="solid"/>
            <a:tailEnd type="triangle"/>
          </a:ln>
        </p:spPr>
        <p:txBody>
          <a:bodyPr/>
          <a:lstStyle/>
          <a:p>
            <a:endParaRPr lang="en-US"/>
          </a:p>
        </p:txBody>
      </p:sp>
      <p:sp>
        <p:nvSpPr>
          <p:cNvPr id="25" name="Shape 19"/>
          <p:cNvSpPr/>
          <p:nvPr/>
        </p:nvSpPr>
        <p:spPr>
          <a:xfrm>
            <a:off x="4983480" y="1463040"/>
            <a:ext cx="6656832" cy="4297680"/>
          </a:xfrm>
          <a:prstGeom prst="roundRect">
            <a:avLst>
              <a:gd name="adj" fmla="val 2979"/>
            </a:avLst>
          </a:prstGeom>
          <a:solidFill>
            <a:srgbClr val="FFFFFF"/>
          </a:solidFill>
          <a:ln w="31750">
            <a:solidFill>
              <a:srgbClr val="0F7B8A"/>
            </a:solidFill>
            <a:prstDash val="solid"/>
          </a:ln>
        </p:spPr>
        <p:txBody>
          <a:bodyPr/>
          <a:lstStyle/>
          <a:p>
            <a:endParaRPr lang="en-US"/>
          </a:p>
        </p:txBody>
      </p:sp>
      <p:sp>
        <p:nvSpPr>
          <p:cNvPr id="26" name="Shape 20"/>
          <p:cNvSpPr/>
          <p:nvPr/>
        </p:nvSpPr>
        <p:spPr>
          <a:xfrm>
            <a:off x="5303520" y="1783080"/>
            <a:ext cx="2103120" cy="365760"/>
          </a:xfrm>
          <a:prstGeom prst="roundRect">
            <a:avLst>
              <a:gd name="adj" fmla="val 50000"/>
            </a:avLst>
          </a:prstGeom>
          <a:solidFill>
            <a:srgbClr val="EEF2F6"/>
          </a:solidFill>
          <a:ln/>
        </p:spPr>
        <p:txBody>
          <a:bodyPr/>
          <a:lstStyle/>
          <a:p>
            <a:endParaRPr lang="en-US"/>
          </a:p>
        </p:txBody>
      </p:sp>
      <p:sp>
        <p:nvSpPr>
          <p:cNvPr id="27" name="Text 21"/>
          <p:cNvSpPr txBox="1"/>
          <p:nvPr/>
        </p:nvSpPr>
        <p:spPr>
          <a:xfrm>
            <a:off x="5303520" y="1783080"/>
            <a:ext cx="2103120" cy="365760"/>
          </a:xfrm>
          <a:prstGeom prst="rect">
            <a:avLst/>
          </a:prstGeom>
          <a:noFill/>
          <a:ln/>
        </p:spPr>
        <p:txBody>
          <a:bodyPr wrap="square" lIns="0" tIns="0" rIns="0" bIns="0" rtlCol="0" anchor="ctr"/>
          <a:lstStyle/>
          <a:p>
            <a:pPr marL="0" indent="0" algn="ctr">
              <a:buNone/>
            </a:pPr>
            <a:r>
              <a:rPr lang="en-US" sz="1200" b="1" kern="0" spc="100" dirty="0">
                <a:solidFill>
                  <a:srgbClr val="5B6B7F"/>
                </a:solidFill>
              </a:rPr>
              <a:t>PROPOSED TARGET</a:t>
            </a:r>
            <a:endParaRPr lang="en-US" sz="1200" dirty="0"/>
          </a:p>
        </p:txBody>
      </p:sp>
      <p:pic>
        <p:nvPicPr>
          <p:cNvPr id="28" name="Image 4" descr="preencoded.png"/>
          <p:cNvPicPr>
            <a:picLocks noChangeAspect="1"/>
          </p:cNvPicPr>
          <p:nvPr/>
        </p:nvPicPr>
        <p:blipFill>
          <a:blip r:embed="rId7"/>
          <a:stretch>
            <a:fillRect/>
          </a:stretch>
        </p:blipFill>
        <p:spPr>
          <a:xfrm>
            <a:off x="10698480" y="1783080"/>
            <a:ext cx="640080" cy="640080"/>
          </a:xfrm>
          <a:prstGeom prst="rect">
            <a:avLst/>
          </a:prstGeom>
        </p:spPr>
      </p:pic>
      <p:sp>
        <p:nvSpPr>
          <p:cNvPr id="29" name="Text 22"/>
          <p:cNvSpPr txBox="1"/>
          <p:nvPr/>
        </p:nvSpPr>
        <p:spPr>
          <a:xfrm>
            <a:off x="4983480" y="2377440"/>
            <a:ext cx="6656832" cy="1463040"/>
          </a:xfrm>
          <a:prstGeom prst="rect">
            <a:avLst/>
          </a:prstGeom>
          <a:noFill/>
          <a:ln/>
        </p:spPr>
        <p:txBody>
          <a:bodyPr wrap="square" lIns="0" tIns="0" rIns="0" bIns="0" rtlCol="0" anchor="ctr"/>
          <a:lstStyle/>
          <a:p>
            <a:pPr marL="0" indent="0" algn="ctr">
              <a:buNone/>
            </a:pPr>
            <a:r>
              <a:rPr lang="en-US" sz="8800" b="1" dirty="0">
                <a:solidFill>
                  <a:srgbClr val="0F7B8A"/>
                </a:solidFill>
              </a:rPr>
              <a:t>150,000+</a:t>
            </a:r>
            <a:endParaRPr lang="en-US" sz="8800" dirty="0"/>
          </a:p>
        </p:txBody>
      </p:sp>
      <p:sp>
        <p:nvSpPr>
          <p:cNvPr id="30" name="Text 23"/>
          <p:cNvSpPr txBox="1"/>
          <p:nvPr/>
        </p:nvSpPr>
        <p:spPr>
          <a:xfrm>
            <a:off x="4983480" y="3886200"/>
            <a:ext cx="6656832" cy="548640"/>
          </a:xfrm>
          <a:prstGeom prst="rect">
            <a:avLst/>
          </a:prstGeom>
          <a:noFill/>
          <a:ln/>
        </p:spPr>
        <p:txBody>
          <a:bodyPr wrap="square" lIns="0" tIns="0" rIns="0" bIns="0" rtlCol="0" anchor="t"/>
          <a:lstStyle/>
          <a:p>
            <a:pPr marL="0" indent="0" algn="ctr">
              <a:buNone/>
            </a:pPr>
            <a:r>
              <a:rPr lang="en-US" sz="3000" b="1" dirty="0">
                <a:solidFill>
                  <a:srgbClr val="0B1F3A"/>
                </a:solidFill>
              </a:rPr>
              <a:t>measurements</a:t>
            </a:r>
            <a:endParaRPr lang="en-US" sz="3000" dirty="0"/>
          </a:p>
        </p:txBody>
      </p:sp>
      <p:sp>
        <p:nvSpPr>
          <p:cNvPr id="31" name="Text 24"/>
          <p:cNvSpPr txBox="1"/>
          <p:nvPr/>
        </p:nvSpPr>
        <p:spPr>
          <a:xfrm>
            <a:off x="4983480" y="4754880"/>
            <a:ext cx="6656832" cy="411480"/>
          </a:xfrm>
          <a:prstGeom prst="rect">
            <a:avLst/>
          </a:prstGeom>
          <a:noFill/>
          <a:ln/>
        </p:spPr>
        <p:txBody>
          <a:bodyPr wrap="square" lIns="0" tIns="0" rIns="0" bIns="0" rtlCol="0" anchor="t"/>
          <a:lstStyle/>
          <a:p>
            <a:pPr marL="0" indent="0" algn="ctr">
              <a:buNone/>
            </a:pPr>
            <a:r>
              <a:rPr lang="en-US" sz="2000" dirty="0">
                <a:solidFill>
                  <a:srgbClr val="5B6B7F"/>
                </a:solidFill>
              </a:rPr>
              <a:t>Paired with ground-truth measurements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10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Will It Work in a New Environment?</a:t>
            </a:r>
            <a:endParaRPr lang="en-US" sz="3800" dirty="0"/>
          </a:p>
        </p:txBody>
      </p:sp>
      <p:sp>
        <p:nvSpPr>
          <p:cNvPr id="5" name="Shape 3"/>
          <p:cNvSpPr/>
          <p:nvPr/>
        </p:nvSpPr>
        <p:spPr>
          <a:xfrm>
            <a:off x="548640" y="1554480"/>
            <a:ext cx="3383280" cy="3931920"/>
          </a:xfrm>
          <a:prstGeom prst="roundRect">
            <a:avLst>
              <a:gd name="adj" fmla="val 3784"/>
            </a:avLst>
          </a:prstGeom>
          <a:solidFill>
            <a:srgbClr val="FFFFFF"/>
          </a:solidFill>
          <a:ln w="15875">
            <a:solidFill>
              <a:srgbClr val="C9D3DE"/>
            </a:solidFill>
            <a:prstDash val="solid"/>
          </a:ln>
        </p:spPr>
        <p:txBody>
          <a:bodyPr/>
          <a:lstStyle/>
          <a:p>
            <a:endParaRPr lang="en-US"/>
          </a:p>
        </p:txBody>
      </p:sp>
      <p:sp>
        <p:nvSpPr>
          <p:cNvPr id="6" name="Text 4"/>
          <p:cNvSpPr txBox="1"/>
          <p:nvPr/>
        </p:nvSpPr>
        <p:spPr>
          <a:xfrm>
            <a:off x="548640" y="1783080"/>
            <a:ext cx="3383280" cy="365760"/>
          </a:xfrm>
          <a:prstGeom prst="rect">
            <a:avLst/>
          </a:prstGeom>
          <a:noFill/>
          <a:ln/>
        </p:spPr>
        <p:txBody>
          <a:bodyPr wrap="square" lIns="0" tIns="0" rIns="0" bIns="0" rtlCol="0" anchor="t"/>
          <a:lstStyle/>
          <a:p>
            <a:pPr marL="0" indent="0" algn="ctr">
              <a:buNone/>
            </a:pPr>
            <a:r>
              <a:rPr lang="en-US" sz="1800" b="1" kern="0" spc="100" dirty="0">
                <a:solidFill>
                  <a:srgbClr val="0B1F3A"/>
                </a:solidFill>
              </a:rPr>
              <a:t>DARK ROOM</a:t>
            </a:r>
            <a:endParaRPr lang="en-US" sz="1800" dirty="0"/>
          </a:p>
        </p:txBody>
      </p:sp>
      <p:sp>
        <p:nvSpPr>
          <p:cNvPr id="7" name="Shape 5"/>
          <p:cNvSpPr/>
          <p:nvPr/>
        </p:nvSpPr>
        <p:spPr>
          <a:xfrm>
            <a:off x="1051560" y="2377440"/>
            <a:ext cx="2377440" cy="1554480"/>
          </a:xfrm>
          <a:prstGeom prst="rect">
            <a:avLst/>
          </a:prstGeom>
          <a:solidFill>
            <a:srgbClr val="24324A"/>
          </a:solidFill>
          <a:ln/>
        </p:spPr>
        <p:txBody>
          <a:bodyPr/>
          <a:lstStyle/>
          <a:p>
            <a:endParaRPr lang="en-US"/>
          </a:p>
        </p:txBody>
      </p:sp>
      <p:sp>
        <p:nvSpPr>
          <p:cNvPr id="8" name="Shape 6"/>
          <p:cNvSpPr/>
          <p:nvPr/>
        </p:nvSpPr>
        <p:spPr>
          <a:xfrm>
            <a:off x="1234440" y="3154680"/>
            <a:ext cx="594360" cy="380390"/>
          </a:xfrm>
          <a:prstGeom prst="roundRect">
            <a:avLst>
              <a:gd name="adj" fmla="val 12019"/>
            </a:avLst>
          </a:prstGeom>
          <a:solidFill>
            <a:srgbClr val="7FD1DB"/>
          </a:solidFill>
          <a:ln/>
        </p:spPr>
        <p:txBody>
          <a:bodyPr/>
          <a:lstStyle/>
          <a:p>
            <a:endParaRPr lang="en-US"/>
          </a:p>
        </p:txBody>
      </p:sp>
      <p:sp>
        <p:nvSpPr>
          <p:cNvPr id="9" name="Shape 7"/>
          <p:cNvSpPr/>
          <p:nvPr/>
        </p:nvSpPr>
        <p:spPr>
          <a:xfrm>
            <a:off x="1591056" y="3237890"/>
            <a:ext cx="213970" cy="213970"/>
          </a:xfrm>
          <a:prstGeom prst="ellipse">
            <a:avLst/>
          </a:prstGeom>
          <a:solidFill>
            <a:srgbClr val="0B1F3A"/>
          </a:solidFill>
          <a:ln/>
        </p:spPr>
        <p:txBody>
          <a:bodyPr/>
          <a:lstStyle/>
          <a:p>
            <a:endParaRPr lang="en-US"/>
          </a:p>
        </p:txBody>
      </p:sp>
      <p:sp>
        <p:nvSpPr>
          <p:cNvPr id="10" name="Shape 8"/>
          <p:cNvSpPr/>
          <p:nvPr/>
        </p:nvSpPr>
        <p:spPr>
          <a:xfrm>
            <a:off x="1448410" y="3535070"/>
            <a:ext cx="166421" cy="237744"/>
          </a:xfrm>
          <a:prstGeom prst="rect">
            <a:avLst/>
          </a:prstGeom>
          <a:solidFill>
            <a:srgbClr val="7FD1DB"/>
          </a:solidFill>
          <a:ln/>
        </p:spPr>
        <p:txBody>
          <a:bodyPr/>
          <a:lstStyle/>
          <a:p>
            <a:endParaRPr lang="en-US"/>
          </a:p>
        </p:txBody>
      </p:sp>
      <p:sp>
        <p:nvSpPr>
          <p:cNvPr id="11" name="Shape 9"/>
          <p:cNvSpPr/>
          <p:nvPr/>
        </p:nvSpPr>
        <p:spPr>
          <a:xfrm>
            <a:off x="1305763" y="3772814"/>
            <a:ext cx="451714" cy="83210"/>
          </a:xfrm>
          <a:prstGeom prst="rect">
            <a:avLst/>
          </a:prstGeom>
          <a:solidFill>
            <a:srgbClr val="7FD1DB"/>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1005840" y="4343400"/>
            <a:ext cx="594360" cy="594360"/>
          </a:xfrm>
          <a:prstGeom prst="rect">
            <a:avLst/>
          </a:prstGeom>
        </p:spPr>
      </p:pic>
      <p:sp>
        <p:nvSpPr>
          <p:cNvPr id="13" name="Text 10"/>
          <p:cNvSpPr txBox="1"/>
          <p:nvPr/>
        </p:nvSpPr>
        <p:spPr>
          <a:xfrm>
            <a:off x="1783080" y="4343400"/>
            <a:ext cx="2011680" cy="594360"/>
          </a:xfrm>
          <a:prstGeom prst="rect">
            <a:avLst/>
          </a:prstGeom>
          <a:noFill/>
          <a:ln/>
        </p:spPr>
        <p:txBody>
          <a:bodyPr wrap="square" lIns="0" tIns="0" rIns="0" bIns="0" rtlCol="0" anchor="ctr"/>
          <a:lstStyle/>
          <a:p>
            <a:pPr marL="0" indent="0">
              <a:buNone/>
            </a:pPr>
            <a:r>
              <a:rPr lang="en-US" sz="2000" b="1" dirty="0">
                <a:solidFill>
                  <a:srgbClr val="1B2A3D"/>
                </a:solidFill>
              </a:rPr>
              <a:t>Model works</a:t>
            </a:r>
            <a:endParaRPr lang="en-US" sz="2000" dirty="0"/>
          </a:p>
        </p:txBody>
      </p:sp>
      <p:sp>
        <p:nvSpPr>
          <p:cNvPr id="14" name="Shape 11"/>
          <p:cNvSpPr/>
          <p:nvPr/>
        </p:nvSpPr>
        <p:spPr>
          <a:xfrm>
            <a:off x="4005072" y="3520440"/>
            <a:ext cx="310896" cy="0"/>
          </a:xfrm>
          <a:prstGeom prst="line">
            <a:avLst/>
          </a:prstGeom>
          <a:noFill/>
          <a:ln w="31750">
            <a:solidFill>
              <a:srgbClr val="0B1F3A"/>
            </a:solidFill>
            <a:prstDash val="solid"/>
            <a:tailEnd type="triangle"/>
          </a:ln>
        </p:spPr>
        <p:txBody>
          <a:bodyPr/>
          <a:lstStyle/>
          <a:p>
            <a:endParaRPr lang="en-US"/>
          </a:p>
        </p:txBody>
      </p:sp>
      <p:sp>
        <p:nvSpPr>
          <p:cNvPr id="15" name="Shape 12"/>
          <p:cNvSpPr/>
          <p:nvPr/>
        </p:nvSpPr>
        <p:spPr>
          <a:xfrm>
            <a:off x="4389120" y="1554480"/>
            <a:ext cx="3383280" cy="3931920"/>
          </a:xfrm>
          <a:prstGeom prst="roundRect">
            <a:avLst>
              <a:gd name="adj" fmla="val 3784"/>
            </a:avLst>
          </a:prstGeom>
          <a:solidFill>
            <a:srgbClr val="FFFFFF"/>
          </a:solidFill>
          <a:ln w="15875">
            <a:solidFill>
              <a:srgbClr val="C9D3DE"/>
            </a:solidFill>
            <a:prstDash val="solid"/>
          </a:ln>
        </p:spPr>
        <p:txBody>
          <a:bodyPr/>
          <a:lstStyle/>
          <a:p>
            <a:endParaRPr lang="en-US"/>
          </a:p>
        </p:txBody>
      </p:sp>
      <p:sp>
        <p:nvSpPr>
          <p:cNvPr id="16" name="Text 13"/>
          <p:cNvSpPr txBox="1"/>
          <p:nvPr/>
        </p:nvSpPr>
        <p:spPr>
          <a:xfrm>
            <a:off x="4389120" y="1783080"/>
            <a:ext cx="3383280" cy="365760"/>
          </a:xfrm>
          <a:prstGeom prst="rect">
            <a:avLst/>
          </a:prstGeom>
          <a:noFill/>
          <a:ln/>
        </p:spPr>
        <p:txBody>
          <a:bodyPr wrap="square" lIns="0" tIns="0" rIns="0" bIns="0" rtlCol="0" anchor="t"/>
          <a:lstStyle/>
          <a:p>
            <a:pPr marL="0" indent="0" algn="ctr">
              <a:buNone/>
            </a:pPr>
            <a:r>
              <a:rPr lang="en-US" sz="1800" b="1" kern="0" spc="100" dirty="0">
                <a:solidFill>
                  <a:srgbClr val="0B1F3A"/>
                </a:solidFill>
              </a:rPr>
              <a:t>NEW / BRIGHT ROOM</a:t>
            </a:r>
            <a:endParaRPr lang="en-US" sz="1800" dirty="0"/>
          </a:p>
        </p:txBody>
      </p:sp>
      <p:sp>
        <p:nvSpPr>
          <p:cNvPr id="17" name="Shape 14"/>
          <p:cNvSpPr/>
          <p:nvPr/>
        </p:nvSpPr>
        <p:spPr>
          <a:xfrm>
            <a:off x="4892040" y="2377440"/>
            <a:ext cx="2377440" cy="1554480"/>
          </a:xfrm>
          <a:prstGeom prst="rect">
            <a:avLst/>
          </a:prstGeom>
          <a:solidFill>
            <a:srgbClr val="FFF1CC"/>
          </a:solidFill>
          <a:ln/>
        </p:spPr>
        <p:txBody>
          <a:bodyPr/>
          <a:lstStyle/>
          <a:p>
            <a:endParaRPr lang="en-US"/>
          </a:p>
        </p:txBody>
      </p:sp>
      <p:pic>
        <p:nvPicPr>
          <p:cNvPr id="18" name="Image 1" descr="preencoded.png"/>
          <p:cNvPicPr>
            <a:picLocks noChangeAspect="1"/>
          </p:cNvPicPr>
          <p:nvPr/>
        </p:nvPicPr>
        <p:blipFill>
          <a:blip r:embed="rId4"/>
          <a:stretch>
            <a:fillRect/>
          </a:stretch>
        </p:blipFill>
        <p:spPr>
          <a:xfrm>
            <a:off x="6492240" y="2468880"/>
            <a:ext cx="548640" cy="548640"/>
          </a:xfrm>
          <a:prstGeom prst="rect">
            <a:avLst/>
          </a:prstGeom>
        </p:spPr>
      </p:pic>
      <p:sp>
        <p:nvSpPr>
          <p:cNvPr id="19" name="Shape 15"/>
          <p:cNvSpPr/>
          <p:nvPr/>
        </p:nvSpPr>
        <p:spPr>
          <a:xfrm>
            <a:off x="5074920" y="3154680"/>
            <a:ext cx="594360" cy="380390"/>
          </a:xfrm>
          <a:prstGeom prst="roundRect">
            <a:avLst>
              <a:gd name="adj" fmla="val 12019"/>
            </a:avLst>
          </a:prstGeom>
          <a:solidFill>
            <a:srgbClr val="0F7B8A"/>
          </a:solidFill>
          <a:ln/>
        </p:spPr>
        <p:txBody>
          <a:bodyPr/>
          <a:lstStyle/>
          <a:p>
            <a:endParaRPr lang="en-US"/>
          </a:p>
        </p:txBody>
      </p:sp>
      <p:sp>
        <p:nvSpPr>
          <p:cNvPr id="20" name="Shape 16"/>
          <p:cNvSpPr/>
          <p:nvPr/>
        </p:nvSpPr>
        <p:spPr>
          <a:xfrm>
            <a:off x="5431536" y="3237890"/>
            <a:ext cx="213970" cy="213970"/>
          </a:xfrm>
          <a:prstGeom prst="ellipse">
            <a:avLst/>
          </a:prstGeom>
          <a:solidFill>
            <a:srgbClr val="FFFFFF"/>
          </a:solidFill>
          <a:ln/>
        </p:spPr>
        <p:txBody>
          <a:bodyPr/>
          <a:lstStyle/>
          <a:p>
            <a:endParaRPr lang="en-US"/>
          </a:p>
        </p:txBody>
      </p:sp>
      <p:sp>
        <p:nvSpPr>
          <p:cNvPr id="21" name="Shape 17"/>
          <p:cNvSpPr/>
          <p:nvPr/>
        </p:nvSpPr>
        <p:spPr>
          <a:xfrm>
            <a:off x="5288890" y="3535070"/>
            <a:ext cx="166421" cy="237744"/>
          </a:xfrm>
          <a:prstGeom prst="rect">
            <a:avLst/>
          </a:prstGeom>
          <a:solidFill>
            <a:srgbClr val="0F7B8A"/>
          </a:solidFill>
          <a:ln/>
        </p:spPr>
        <p:txBody>
          <a:bodyPr/>
          <a:lstStyle/>
          <a:p>
            <a:endParaRPr lang="en-US"/>
          </a:p>
        </p:txBody>
      </p:sp>
      <p:sp>
        <p:nvSpPr>
          <p:cNvPr id="22" name="Shape 18"/>
          <p:cNvSpPr/>
          <p:nvPr/>
        </p:nvSpPr>
        <p:spPr>
          <a:xfrm>
            <a:off x="5146243" y="3772814"/>
            <a:ext cx="451714" cy="83210"/>
          </a:xfrm>
          <a:prstGeom prst="rect">
            <a:avLst/>
          </a:prstGeom>
          <a:solidFill>
            <a:srgbClr val="0F7B8A"/>
          </a:solidFill>
          <a:ln/>
        </p:spPr>
        <p:txBody>
          <a:bodyPr/>
          <a:lstStyle/>
          <a:p>
            <a:endParaRPr lang="en-US"/>
          </a:p>
        </p:txBody>
      </p:sp>
      <p:pic>
        <p:nvPicPr>
          <p:cNvPr id="23" name="Image 2" descr="preencoded.png"/>
          <p:cNvPicPr>
            <a:picLocks noChangeAspect="1"/>
          </p:cNvPicPr>
          <p:nvPr/>
        </p:nvPicPr>
        <p:blipFill>
          <a:blip r:embed="rId5"/>
          <a:stretch>
            <a:fillRect/>
          </a:stretch>
        </p:blipFill>
        <p:spPr>
          <a:xfrm>
            <a:off x="4846320" y="4343400"/>
            <a:ext cx="594360" cy="594360"/>
          </a:xfrm>
          <a:prstGeom prst="rect">
            <a:avLst/>
          </a:prstGeom>
        </p:spPr>
      </p:pic>
      <p:sp>
        <p:nvSpPr>
          <p:cNvPr id="24" name="Text 19"/>
          <p:cNvSpPr txBox="1"/>
          <p:nvPr/>
        </p:nvSpPr>
        <p:spPr>
          <a:xfrm>
            <a:off x="5623560" y="4343400"/>
            <a:ext cx="2011680" cy="594360"/>
          </a:xfrm>
          <a:prstGeom prst="rect">
            <a:avLst/>
          </a:prstGeom>
          <a:noFill/>
          <a:ln/>
        </p:spPr>
        <p:txBody>
          <a:bodyPr wrap="square" lIns="0" tIns="0" rIns="0" bIns="0" rtlCol="0" anchor="ctr"/>
          <a:lstStyle/>
          <a:p>
            <a:pPr marL="0" indent="0">
              <a:buNone/>
            </a:pPr>
            <a:r>
              <a:rPr lang="en-US" sz="2000" b="1" dirty="0">
                <a:solidFill>
                  <a:srgbClr val="1B2A3D"/>
                </a:solidFill>
              </a:rPr>
              <a:t>Error increases</a:t>
            </a:r>
            <a:endParaRPr lang="en-US" sz="2000" dirty="0"/>
          </a:p>
        </p:txBody>
      </p:sp>
      <p:sp>
        <p:nvSpPr>
          <p:cNvPr id="25" name="Shape 20"/>
          <p:cNvSpPr/>
          <p:nvPr/>
        </p:nvSpPr>
        <p:spPr>
          <a:xfrm>
            <a:off x="7845552" y="3520440"/>
            <a:ext cx="310896" cy="0"/>
          </a:xfrm>
          <a:prstGeom prst="line">
            <a:avLst/>
          </a:prstGeom>
          <a:noFill/>
          <a:ln w="31750">
            <a:solidFill>
              <a:srgbClr val="0B1F3A"/>
            </a:solidFill>
            <a:prstDash val="solid"/>
            <a:tailEnd type="triangle"/>
          </a:ln>
        </p:spPr>
        <p:txBody>
          <a:bodyPr/>
          <a:lstStyle/>
          <a:p>
            <a:endParaRPr lang="en-US"/>
          </a:p>
        </p:txBody>
      </p:sp>
      <p:sp>
        <p:nvSpPr>
          <p:cNvPr id="26" name="Shape 21"/>
          <p:cNvSpPr/>
          <p:nvPr/>
        </p:nvSpPr>
        <p:spPr>
          <a:xfrm>
            <a:off x="8229600" y="1554480"/>
            <a:ext cx="3383280" cy="3931920"/>
          </a:xfrm>
          <a:prstGeom prst="roundRect">
            <a:avLst>
              <a:gd name="adj" fmla="val 3784"/>
            </a:avLst>
          </a:prstGeom>
          <a:solidFill>
            <a:srgbClr val="FFFFFF"/>
          </a:solidFill>
          <a:ln w="15875">
            <a:solidFill>
              <a:srgbClr val="C9D3DE"/>
            </a:solidFill>
            <a:prstDash val="dash"/>
          </a:ln>
        </p:spPr>
        <p:txBody>
          <a:bodyPr/>
          <a:lstStyle/>
          <a:p>
            <a:endParaRPr lang="en-US"/>
          </a:p>
        </p:txBody>
      </p:sp>
      <p:sp>
        <p:nvSpPr>
          <p:cNvPr id="27" name="Text 22"/>
          <p:cNvSpPr txBox="1"/>
          <p:nvPr/>
        </p:nvSpPr>
        <p:spPr>
          <a:xfrm>
            <a:off x="8229600" y="1783080"/>
            <a:ext cx="3383280" cy="365760"/>
          </a:xfrm>
          <a:prstGeom prst="rect">
            <a:avLst/>
          </a:prstGeom>
          <a:noFill/>
          <a:ln/>
        </p:spPr>
        <p:txBody>
          <a:bodyPr wrap="square" lIns="0" tIns="0" rIns="0" bIns="0" rtlCol="0" anchor="t"/>
          <a:lstStyle/>
          <a:p>
            <a:pPr marL="0" indent="0" algn="ctr">
              <a:buNone/>
            </a:pPr>
            <a:r>
              <a:rPr lang="en-US" sz="1800" b="1" kern="0" spc="100" dirty="0">
                <a:solidFill>
                  <a:srgbClr val="0B1F3A"/>
                </a:solidFill>
              </a:rPr>
              <a:t>NEW ENVIRONMENT</a:t>
            </a:r>
            <a:endParaRPr lang="en-US" sz="1800" dirty="0"/>
          </a:p>
        </p:txBody>
      </p:sp>
      <p:sp>
        <p:nvSpPr>
          <p:cNvPr id="28" name="Shape 23"/>
          <p:cNvSpPr/>
          <p:nvPr/>
        </p:nvSpPr>
        <p:spPr>
          <a:xfrm>
            <a:off x="8732520" y="2377440"/>
            <a:ext cx="2377440" cy="1554480"/>
          </a:xfrm>
          <a:prstGeom prst="rect">
            <a:avLst/>
          </a:prstGeom>
          <a:solidFill>
            <a:srgbClr val="FFFFFF"/>
          </a:solidFill>
          <a:ln w="19050">
            <a:solidFill>
              <a:srgbClr val="5B6B7F"/>
            </a:solidFill>
            <a:prstDash val="dash"/>
          </a:ln>
        </p:spPr>
        <p:txBody>
          <a:bodyPr/>
          <a:lstStyle/>
          <a:p>
            <a:endParaRPr lang="en-US"/>
          </a:p>
        </p:txBody>
      </p:sp>
      <p:sp>
        <p:nvSpPr>
          <p:cNvPr id="29" name="Text 24"/>
          <p:cNvSpPr txBox="1"/>
          <p:nvPr/>
        </p:nvSpPr>
        <p:spPr>
          <a:xfrm>
            <a:off x="8732520" y="2377440"/>
            <a:ext cx="2377440" cy="1554480"/>
          </a:xfrm>
          <a:prstGeom prst="rect">
            <a:avLst/>
          </a:prstGeom>
          <a:noFill/>
          <a:ln/>
        </p:spPr>
        <p:txBody>
          <a:bodyPr wrap="square" lIns="0" tIns="0" rIns="0" bIns="0" rtlCol="0" anchor="ctr"/>
          <a:lstStyle/>
          <a:p>
            <a:pPr marL="0" indent="0" algn="ctr">
              <a:buNone/>
            </a:pPr>
            <a:r>
              <a:rPr lang="en-US" sz="6000" b="1" dirty="0">
                <a:solidFill>
                  <a:srgbClr val="C9D3DE"/>
                </a:solidFill>
              </a:rPr>
              <a:t>?</a:t>
            </a:r>
            <a:endParaRPr lang="en-US" sz="6000" dirty="0"/>
          </a:p>
        </p:txBody>
      </p:sp>
      <p:sp>
        <p:nvSpPr>
          <p:cNvPr id="30" name="Shape 25"/>
          <p:cNvSpPr/>
          <p:nvPr/>
        </p:nvSpPr>
        <p:spPr>
          <a:xfrm>
            <a:off x="8915400" y="3154680"/>
            <a:ext cx="594360" cy="380390"/>
          </a:xfrm>
          <a:prstGeom prst="roundRect">
            <a:avLst>
              <a:gd name="adj" fmla="val 12019"/>
            </a:avLst>
          </a:prstGeom>
          <a:solidFill>
            <a:srgbClr val="0F7B8A"/>
          </a:solidFill>
          <a:ln/>
        </p:spPr>
        <p:txBody>
          <a:bodyPr/>
          <a:lstStyle/>
          <a:p>
            <a:endParaRPr lang="en-US"/>
          </a:p>
        </p:txBody>
      </p:sp>
      <p:sp>
        <p:nvSpPr>
          <p:cNvPr id="31" name="Shape 26"/>
          <p:cNvSpPr/>
          <p:nvPr/>
        </p:nvSpPr>
        <p:spPr>
          <a:xfrm>
            <a:off x="9272016" y="3237890"/>
            <a:ext cx="213970" cy="213970"/>
          </a:xfrm>
          <a:prstGeom prst="ellipse">
            <a:avLst/>
          </a:prstGeom>
          <a:solidFill>
            <a:srgbClr val="FFFFFF"/>
          </a:solidFill>
          <a:ln/>
        </p:spPr>
        <p:txBody>
          <a:bodyPr/>
          <a:lstStyle/>
          <a:p>
            <a:endParaRPr lang="en-US"/>
          </a:p>
        </p:txBody>
      </p:sp>
      <p:sp>
        <p:nvSpPr>
          <p:cNvPr id="32" name="Shape 27"/>
          <p:cNvSpPr/>
          <p:nvPr/>
        </p:nvSpPr>
        <p:spPr>
          <a:xfrm>
            <a:off x="9129370" y="3535070"/>
            <a:ext cx="166421" cy="237744"/>
          </a:xfrm>
          <a:prstGeom prst="rect">
            <a:avLst/>
          </a:prstGeom>
          <a:solidFill>
            <a:srgbClr val="0F7B8A"/>
          </a:solidFill>
          <a:ln/>
        </p:spPr>
        <p:txBody>
          <a:bodyPr/>
          <a:lstStyle/>
          <a:p>
            <a:endParaRPr lang="en-US"/>
          </a:p>
        </p:txBody>
      </p:sp>
      <p:sp>
        <p:nvSpPr>
          <p:cNvPr id="33" name="Shape 28"/>
          <p:cNvSpPr/>
          <p:nvPr/>
        </p:nvSpPr>
        <p:spPr>
          <a:xfrm>
            <a:off x="8986723" y="3772814"/>
            <a:ext cx="451714" cy="83210"/>
          </a:xfrm>
          <a:prstGeom prst="rect">
            <a:avLst/>
          </a:prstGeom>
          <a:solidFill>
            <a:srgbClr val="0F7B8A"/>
          </a:solidFill>
          <a:ln/>
        </p:spPr>
        <p:txBody>
          <a:bodyPr/>
          <a:lstStyle/>
          <a:p>
            <a:endParaRPr lang="en-US"/>
          </a:p>
        </p:txBody>
      </p:sp>
      <p:pic>
        <p:nvPicPr>
          <p:cNvPr id="34" name="Image 3" descr="preencoded.png"/>
          <p:cNvPicPr>
            <a:picLocks noChangeAspect="1"/>
          </p:cNvPicPr>
          <p:nvPr/>
        </p:nvPicPr>
        <p:blipFill>
          <a:blip r:embed="rId6"/>
          <a:stretch>
            <a:fillRect/>
          </a:stretch>
        </p:blipFill>
        <p:spPr>
          <a:xfrm>
            <a:off x="8686800" y="4343400"/>
            <a:ext cx="594360" cy="594360"/>
          </a:xfrm>
          <a:prstGeom prst="rect">
            <a:avLst/>
          </a:prstGeom>
        </p:spPr>
      </p:pic>
      <p:sp>
        <p:nvSpPr>
          <p:cNvPr id="35" name="Text 29"/>
          <p:cNvSpPr txBox="1"/>
          <p:nvPr/>
        </p:nvSpPr>
        <p:spPr>
          <a:xfrm>
            <a:off x="9464040" y="4343400"/>
            <a:ext cx="2011680" cy="594360"/>
          </a:xfrm>
          <a:prstGeom prst="rect">
            <a:avLst/>
          </a:prstGeom>
          <a:noFill/>
          <a:ln/>
        </p:spPr>
        <p:txBody>
          <a:bodyPr wrap="square" lIns="0" tIns="0" rIns="0" bIns="0" rtlCol="0" anchor="ctr"/>
          <a:lstStyle/>
          <a:p>
            <a:pPr marL="0" indent="0">
              <a:buNone/>
            </a:pPr>
            <a:r>
              <a:rPr lang="en-US" sz="2000" b="1" dirty="0">
                <a:solidFill>
                  <a:srgbClr val="1B2A3D"/>
                </a:solidFill>
              </a:rPr>
              <a:t>Can it generalize?</a:t>
            </a:r>
            <a:endParaRPr lang="en-US" sz="2000" dirty="0"/>
          </a:p>
        </p:txBody>
      </p:sp>
      <p:sp>
        <p:nvSpPr>
          <p:cNvPr id="36" name="Text 30"/>
          <p:cNvSpPr txBox="1"/>
          <p:nvPr/>
        </p:nvSpPr>
        <p:spPr>
          <a:xfrm>
            <a:off x="548640" y="5760720"/>
            <a:ext cx="11064240" cy="365760"/>
          </a:xfrm>
          <a:prstGeom prst="rect">
            <a:avLst/>
          </a:prstGeom>
          <a:noFill/>
          <a:ln/>
        </p:spPr>
        <p:txBody>
          <a:bodyPr wrap="square" lIns="0" tIns="0" rIns="0" bIns="0" rtlCol="0" anchor="t"/>
          <a:lstStyle/>
          <a:p>
            <a:pPr marL="0" indent="0" algn="ctr">
              <a:buNone/>
            </a:pPr>
            <a:r>
              <a:rPr lang="en-US" sz="1600" i="1" dirty="0">
                <a:solidFill>
                  <a:srgbClr val="5B6B7F"/>
                </a:solidFill>
              </a:rPr>
              <a:t>Open challenge for the final thesis — not yet solved.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11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Democratizing 3D Sensing</a:t>
            </a:r>
            <a:endParaRPr lang="en-US" sz="3800" dirty="0"/>
          </a:p>
        </p:txBody>
      </p:sp>
      <p:sp>
        <p:nvSpPr>
          <p:cNvPr id="5" name="Shape 3"/>
          <p:cNvSpPr/>
          <p:nvPr/>
        </p:nvSpPr>
        <p:spPr>
          <a:xfrm>
            <a:off x="1554480" y="1554480"/>
            <a:ext cx="1463040" cy="1463040"/>
          </a:xfrm>
          <a:prstGeom prst="ellipse">
            <a:avLst/>
          </a:prstGeom>
          <a:solidFill>
            <a:srgbClr val="0B1F3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920240" y="1920240"/>
            <a:ext cx="731520" cy="731520"/>
          </a:xfrm>
          <a:prstGeom prst="rect">
            <a:avLst/>
          </a:prstGeom>
        </p:spPr>
      </p:pic>
      <p:sp>
        <p:nvSpPr>
          <p:cNvPr id="7" name="Text 4"/>
          <p:cNvSpPr txBox="1"/>
          <p:nvPr/>
        </p:nvSpPr>
        <p:spPr>
          <a:xfrm>
            <a:off x="548640" y="3200400"/>
            <a:ext cx="3474720" cy="502920"/>
          </a:xfrm>
          <a:prstGeom prst="rect">
            <a:avLst/>
          </a:prstGeom>
          <a:noFill/>
          <a:ln/>
        </p:spPr>
        <p:txBody>
          <a:bodyPr wrap="square" lIns="0" tIns="0" rIns="0" bIns="0" rtlCol="0" anchor="t"/>
          <a:lstStyle/>
          <a:p>
            <a:pPr marL="0" indent="0" algn="ctr">
              <a:buNone/>
            </a:pPr>
            <a:r>
              <a:rPr lang="en-US" sz="2800" b="1" dirty="0">
                <a:solidFill>
                  <a:srgbClr val="0B1F3A"/>
                </a:solidFill>
              </a:rPr>
              <a:t>Education</a:t>
            </a:r>
            <a:endParaRPr lang="en-US" sz="2800" dirty="0"/>
          </a:p>
        </p:txBody>
      </p:sp>
      <p:sp>
        <p:nvSpPr>
          <p:cNvPr id="8" name="Text 5"/>
          <p:cNvSpPr txBox="1"/>
          <p:nvPr/>
        </p:nvSpPr>
        <p:spPr>
          <a:xfrm>
            <a:off x="731520" y="3794760"/>
            <a:ext cx="3108960" cy="731520"/>
          </a:xfrm>
          <a:prstGeom prst="rect">
            <a:avLst/>
          </a:prstGeom>
          <a:noFill/>
          <a:ln/>
        </p:spPr>
        <p:txBody>
          <a:bodyPr wrap="square" lIns="0" tIns="0" rIns="0" bIns="0" rtlCol="0" anchor="t"/>
          <a:lstStyle/>
          <a:p>
            <a:pPr marL="0" indent="0" algn="ctr">
              <a:buNone/>
            </a:pPr>
            <a:r>
              <a:rPr lang="en-US" sz="2000" dirty="0">
                <a:solidFill>
                  <a:srgbClr val="5B6B7F"/>
                </a:solidFill>
              </a:rPr>
              <a:t>Affordable research</a:t>
            </a:r>
            <a:endParaRPr lang="en-US" sz="2000" dirty="0"/>
          </a:p>
        </p:txBody>
      </p:sp>
      <p:sp>
        <p:nvSpPr>
          <p:cNvPr id="9" name="Shape 6"/>
          <p:cNvSpPr/>
          <p:nvPr/>
        </p:nvSpPr>
        <p:spPr>
          <a:xfrm>
            <a:off x="5353812" y="1554480"/>
            <a:ext cx="1463040" cy="1463040"/>
          </a:xfrm>
          <a:prstGeom prst="ellipse">
            <a:avLst/>
          </a:prstGeom>
          <a:solidFill>
            <a:srgbClr val="0B1F3A"/>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719572" y="1920240"/>
            <a:ext cx="731520" cy="731520"/>
          </a:xfrm>
          <a:prstGeom prst="rect">
            <a:avLst/>
          </a:prstGeom>
        </p:spPr>
      </p:pic>
      <p:sp>
        <p:nvSpPr>
          <p:cNvPr id="11" name="Text 7"/>
          <p:cNvSpPr txBox="1"/>
          <p:nvPr/>
        </p:nvSpPr>
        <p:spPr>
          <a:xfrm>
            <a:off x="4347972" y="3200400"/>
            <a:ext cx="3474720" cy="502920"/>
          </a:xfrm>
          <a:prstGeom prst="rect">
            <a:avLst/>
          </a:prstGeom>
          <a:noFill/>
          <a:ln/>
        </p:spPr>
        <p:txBody>
          <a:bodyPr wrap="square" lIns="0" tIns="0" rIns="0" bIns="0" rtlCol="0" anchor="t"/>
          <a:lstStyle/>
          <a:p>
            <a:pPr marL="0" indent="0" algn="ctr">
              <a:buNone/>
            </a:pPr>
            <a:r>
              <a:rPr lang="en-US" sz="2800" b="1" dirty="0">
                <a:solidFill>
                  <a:srgbClr val="0B1F3A"/>
                </a:solidFill>
              </a:rPr>
              <a:t>Robotics</a:t>
            </a:r>
            <a:endParaRPr lang="en-US" sz="2800" dirty="0"/>
          </a:p>
        </p:txBody>
      </p:sp>
      <p:sp>
        <p:nvSpPr>
          <p:cNvPr id="12" name="Text 8"/>
          <p:cNvSpPr txBox="1"/>
          <p:nvPr/>
        </p:nvSpPr>
        <p:spPr>
          <a:xfrm>
            <a:off x="4530852" y="3794760"/>
            <a:ext cx="3108960" cy="731520"/>
          </a:xfrm>
          <a:prstGeom prst="rect">
            <a:avLst/>
          </a:prstGeom>
          <a:noFill/>
          <a:ln/>
        </p:spPr>
        <p:txBody>
          <a:bodyPr wrap="square" lIns="0" tIns="0" rIns="0" bIns="0" rtlCol="0" anchor="t"/>
          <a:lstStyle/>
          <a:p>
            <a:pPr marL="0" indent="0" algn="ctr">
              <a:buNone/>
            </a:pPr>
            <a:r>
              <a:rPr lang="en-US" sz="2000" dirty="0">
                <a:solidFill>
                  <a:srgbClr val="5B6B7F"/>
                </a:solidFill>
              </a:rPr>
              <a:t>Low-cost spatial awareness</a:t>
            </a:r>
            <a:endParaRPr lang="en-US" sz="2000" dirty="0"/>
          </a:p>
        </p:txBody>
      </p:sp>
      <p:sp>
        <p:nvSpPr>
          <p:cNvPr id="13" name="Shape 9"/>
          <p:cNvSpPr/>
          <p:nvPr/>
        </p:nvSpPr>
        <p:spPr>
          <a:xfrm>
            <a:off x="9153144" y="1554480"/>
            <a:ext cx="1463040" cy="1463040"/>
          </a:xfrm>
          <a:prstGeom prst="ellipse">
            <a:avLst/>
          </a:prstGeom>
          <a:solidFill>
            <a:srgbClr val="0B1F3A"/>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9518904" y="1920240"/>
            <a:ext cx="731520" cy="731520"/>
          </a:xfrm>
          <a:prstGeom prst="rect">
            <a:avLst/>
          </a:prstGeom>
        </p:spPr>
      </p:pic>
      <p:sp>
        <p:nvSpPr>
          <p:cNvPr id="15" name="Text 10"/>
          <p:cNvSpPr txBox="1"/>
          <p:nvPr/>
        </p:nvSpPr>
        <p:spPr>
          <a:xfrm>
            <a:off x="8147304" y="3200400"/>
            <a:ext cx="3474720" cy="502920"/>
          </a:xfrm>
          <a:prstGeom prst="rect">
            <a:avLst/>
          </a:prstGeom>
          <a:noFill/>
          <a:ln/>
        </p:spPr>
        <p:txBody>
          <a:bodyPr wrap="square" lIns="0" tIns="0" rIns="0" bIns="0" rtlCol="0" anchor="t"/>
          <a:lstStyle/>
          <a:p>
            <a:pPr marL="0" indent="0" algn="ctr">
              <a:buNone/>
            </a:pPr>
            <a:r>
              <a:rPr lang="en-US" sz="2800" b="1" dirty="0">
                <a:solidFill>
                  <a:srgbClr val="0B1F3A"/>
                </a:solidFill>
              </a:rPr>
              <a:t>Assistive Technology</a:t>
            </a:r>
            <a:endParaRPr lang="en-US" sz="2800" dirty="0"/>
          </a:p>
        </p:txBody>
      </p:sp>
      <p:sp>
        <p:nvSpPr>
          <p:cNvPr id="16" name="Text 11"/>
          <p:cNvSpPr txBox="1"/>
          <p:nvPr/>
        </p:nvSpPr>
        <p:spPr>
          <a:xfrm>
            <a:off x="8330184" y="3794760"/>
            <a:ext cx="3108960" cy="731520"/>
          </a:xfrm>
          <a:prstGeom prst="rect">
            <a:avLst/>
          </a:prstGeom>
          <a:noFill/>
          <a:ln/>
        </p:spPr>
        <p:txBody>
          <a:bodyPr wrap="square" lIns="0" tIns="0" rIns="0" bIns="0" rtlCol="0" anchor="t"/>
          <a:lstStyle/>
          <a:p>
            <a:pPr marL="0" indent="0" algn="ctr">
              <a:buNone/>
            </a:pPr>
            <a:r>
              <a:rPr lang="en-US" sz="2000" dirty="0">
                <a:solidFill>
                  <a:srgbClr val="5B6B7F"/>
                </a:solidFill>
              </a:rPr>
              <a:t>Obstacle/environment sensing</a:t>
            </a:r>
            <a:endParaRPr lang="en-US" sz="2000" dirty="0"/>
          </a:p>
        </p:txBody>
      </p:sp>
      <p:sp>
        <p:nvSpPr>
          <p:cNvPr id="17" name="Shape 12"/>
          <p:cNvSpPr/>
          <p:nvPr/>
        </p:nvSpPr>
        <p:spPr>
          <a:xfrm>
            <a:off x="548640" y="5029200"/>
            <a:ext cx="11091672" cy="1005840"/>
          </a:xfrm>
          <a:prstGeom prst="roundRect">
            <a:avLst>
              <a:gd name="adj" fmla="val 12727"/>
            </a:avLst>
          </a:prstGeom>
          <a:solidFill>
            <a:srgbClr val="EEF2F6"/>
          </a:solidFill>
          <a:ln/>
        </p:spPr>
        <p:txBody>
          <a:bodyPr/>
          <a:lstStyle/>
          <a:p>
            <a:endParaRPr lang="en-US"/>
          </a:p>
        </p:txBody>
      </p:sp>
      <p:sp>
        <p:nvSpPr>
          <p:cNvPr id="18" name="Text 13"/>
          <p:cNvSpPr txBox="1"/>
          <p:nvPr/>
        </p:nvSpPr>
        <p:spPr>
          <a:xfrm>
            <a:off x="548640" y="5029200"/>
            <a:ext cx="11091672" cy="1005840"/>
          </a:xfrm>
          <a:prstGeom prst="rect">
            <a:avLst/>
          </a:prstGeom>
          <a:noFill/>
          <a:ln/>
        </p:spPr>
        <p:txBody>
          <a:bodyPr wrap="square" lIns="0" tIns="0" rIns="0" bIns="0" rtlCol="0" anchor="ctr"/>
          <a:lstStyle/>
          <a:p>
            <a:pPr marL="0" indent="0" algn="ctr">
              <a:buNone/>
            </a:pPr>
            <a:r>
              <a:rPr lang="en-US" sz="2800" b="1" i="1" dirty="0">
                <a:solidFill>
                  <a:srgbClr val="0B1F3A"/>
                </a:solidFill>
              </a:rPr>
              <a:t>Advanced sensing should not require expensive hardware.</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12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Don’t Use Distance Alone</a:t>
            </a:r>
            <a:endParaRPr lang="en-US" sz="3800" dirty="0"/>
          </a:p>
        </p:txBody>
      </p:sp>
      <p:sp>
        <p:nvSpPr>
          <p:cNvPr id="5" name="Shape 3"/>
          <p:cNvSpPr/>
          <p:nvPr/>
        </p:nvSpPr>
        <p:spPr>
          <a:xfrm>
            <a:off x="3474720" y="1801368"/>
            <a:ext cx="1097280" cy="1764792"/>
          </a:xfrm>
          <a:prstGeom prst="line">
            <a:avLst/>
          </a:prstGeom>
          <a:noFill/>
          <a:ln w="15875">
            <a:solidFill>
              <a:srgbClr val="C9D3DE"/>
            </a:solidFill>
            <a:prstDash val="solid"/>
          </a:ln>
        </p:spPr>
        <p:txBody>
          <a:bodyPr/>
          <a:lstStyle/>
          <a:p>
            <a:endParaRPr lang="en-US"/>
          </a:p>
        </p:txBody>
      </p:sp>
      <p:sp>
        <p:nvSpPr>
          <p:cNvPr id="6" name="Shape 4"/>
          <p:cNvSpPr/>
          <p:nvPr/>
        </p:nvSpPr>
        <p:spPr>
          <a:xfrm>
            <a:off x="3474720" y="2496312"/>
            <a:ext cx="1097280" cy="1069848"/>
          </a:xfrm>
          <a:prstGeom prst="line">
            <a:avLst/>
          </a:prstGeom>
          <a:noFill/>
          <a:ln w="15875">
            <a:solidFill>
              <a:srgbClr val="C9D3DE"/>
            </a:solidFill>
            <a:prstDash val="solid"/>
          </a:ln>
        </p:spPr>
        <p:txBody>
          <a:bodyPr/>
          <a:lstStyle/>
          <a:p>
            <a:endParaRPr lang="en-US"/>
          </a:p>
        </p:txBody>
      </p:sp>
      <p:sp>
        <p:nvSpPr>
          <p:cNvPr id="7" name="Shape 5"/>
          <p:cNvSpPr/>
          <p:nvPr/>
        </p:nvSpPr>
        <p:spPr>
          <a:xfrm>
            <a:off x="3474720" y="3191256"/>
            <a:ext cx="1097280" cy="374904"/>
          </a:xfrm>
          <a:prstGeom prst="line">
            <a:avLst/>
          </a:prstGeom>
          <a:noFill/>
          <a:ln w="15875">
            <a:solidFill>
              <a:srgbClr val="C9D3DE"/>
            </a:solidFill>
            <a:prstDash val="solid"/>
          </a:ln>
        </p:spPr>
        <p:txBody>
          <a:bodyPr/>
          <a:lstStyle/>
          <a:p>
            <a:endParaRPr lang="en-US"/>
          </a:p>
        </p:txBody>
      </p:sp>
      <p:sp>
        <p:nvSpPr>
          <p:cNvPr id="8" name="Shape 6"/>
          <p:cNvSpPr/>
          <p:nvPr/>
        </p:nvSpPr>
        <p:spPr>
          <a:xfrm flipV="1">
            <a:off x="3474720" y="3566160"/>
            <a:ext cx="1097280" cy="320040"/>
          </a:xfrm>
          <a:prstGeom prst="line">
            <a:avLst/>
          </a:prstGeom>
          <a:noFill/>
          <a:ln w="38100">
            <a:solidFill>
              <a:srgbClr val="0F7B8A"/>
            </a:solidFill>
            <a:prstDash val="solid"/>
          </a:ln>
        </p:spPr>
        <p:txBody>
          <a:bodyPr/>
          <a:lstStyle/>
          <a:p>
            <a:endParaRPr lang="en-US"/>
          </a:p>
        </p:txBody>
      </p:sp>
      <p:sp>
        <p:nvSpPr>
          <p:cNvPr id="9" name="Shape 7"/>
          <p:cNvSpPr/>
          <p:nvPr/>
        </p:nvSpPr>
        <p:spPr>
          <a:xfrm flipV="1">
            <a:off x="3474720" y="3566160"/>
            <a:ext cx="1097280" cy="1014984"/>
          </a:xfrm>
          <a:prstGeom prst="line">
            <a:avLst/>
          </a:prstGeom>
          <a:noFill/>
          <a:ln w="38100">
            <a:solidFill>
              <a:srgbClr val="0F7B8A"/>
            </a:solidFill>
            <a:prstDash val="solid"/>
          </a:ln>
        </p:spPr>
        <p:txBody>
          <a:bodyPr/>
          <a:lstStyle/>
          <a:p>
            <a:endParaRPr lang="en-US"/>
          </a:p>
        </p:txBody>
      </p:sp>
      <p:sp>
        <p:nvSpPr>
          <p:cNvPr id="10" name="Shape 8"/>
          <p:cNvSpPr/>
          <p:nvPr/>
        </p:nvSpPr>
        <p:spPr>
          <a:xfrm flipV="1">
            <a:off x="3474720" y="3566160"/>
            <a:ext cx="1097280" cy="1709928"/>
          </a:xfrm>
          <a:prstGeom prst="line">
            <a:avLst/>
          </a:prstGeom>
          <a:noFill/>
          <a:ln w="15875">
            <a:solidFill>
              <a:srgbClr val="C9D3DE"/>
            </a:solidFill>
            <a:prstDash val="solid"/>
          </a:ln>
        </p:spPr>
        <p:txBody>
          <a:bodyPr/>
          <a:lstStyle/>
          <a:p>
            <a:endParaRPr lang="en-US"/>
          </a:p>
        </p:txBody>
      </p:sp>
      <p:sp>
        <p:nvSpPr>
          <p:cNvPr id="11" name="Shape 9"/>
          <p:cNvSpPr/>
          <p:nvPr/>
        </p:nvSpPr>
        <p:spPr>
          <a:xfrm>
            <a:off x="548640" y="1508760"/>
            <a:ext cx="2926080" cy="585216"/>
          </a:xfrm>
          <a:prstGeom prst="roundRect">
            <a:avLst>
              <a:gd name="adj" fmla="val 15625"/>
            </a:avLst>
          </a:prstGeom>
          <a:solidFill>
            <a:srgbClr val="EEF2F6"/>
          </a:solidFill>
          <a:ln/>
        </p:spPr>
        <p:txBody>
          <a:bodyPr/>
          <a:lstStyle/>
          <a:p>
            <a:endParaRPr lang="en-US"/>
          </a:p>
        </p:txBody>
      </p:sp>
      <p:sp>
        <p:nvSpPr>
          <p:cNvPr id="12" name="Text 10"/>
          <p:cNvSpPr txBox="1"/>
          <p:nvPr/>
        </p:nvSpPr>
        <p:spPr>
          <a:xfrm>
            <a:off x="731520" y="1508760"/>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Raw Distance</a:t>
            </a:r>
            <a:endParaRPr lang="en-US" sz="1800" dirty="0"/>
          </a:p>
        </p:txBody>
      </p:sp>
      <p:sp>
        <p:nvSpPr>
          <p:cNvPr id="13" name="Shape 11"/>
          <p:cNvSpPr/>
          <p:nvPr/>
        </p:nvSpPr>
        <p:spPr>
          <a:xfrm>
            <a:off x="548640" y="2203704"/>
            <a:ext cx="2926080" cy="585216"/>
          </a:xfrm>
          <a:prstGeom prst="roundRect">
            <a:avLst>
              <a:gd name="adj" fmla="val 15625"/>
            </a:avLst>
          </a:prstGeom>
          <a:solidFill>
            <a:srgbClr val="EEF2F6"/>
          </a:solidFill>
          <a:ln/>
        </p:spPr>
        <p:txBody>
          <a:bodyPr/>
          <a:lstStyle/>
          <a:p>
            <a:endParaRPr lang="en-US"/>
          </a:p>
        </p:txBody>
      </p:sp>
      <p:sp>
        <p:nvSpPr>
          <p:cNvPr id="14" name="Text 12"/>
          <p:cNvSpPr txBox="1"/>
          <p:nvPr/>
        </p:nvSpPr>
        <p:spPr>
          <a:xfrm>
            <a:off x="731520" y="2203704"/>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Pan Angle</a:t>
            </a:r>
            <a:endParaRPr lang="en-US" sz="1800" dirty="0"/>
          </a:p>
        </p:txBody>
      </p:sp>
      <p:sp>
        <p:nvSpPr>
          <p:cNvPr id="15" name="Shape 13"/>
          <p:cNvSpPr/>
          <p:nvPr/>
        </p:nvSpPr>
        <p:spPr>
          <a:xfrm>
            <a:off x="548640" y="2898648"/>
            <a:ext cx="2926080" cy="585216"/>
          </a:xfrm>
          <a:prstGeom prst="roundRect">
            <a:avLst>
              <a:gd name="adj" fmla="val 15625"/>
            </a:avLst>
          </a:prstGeom>
          <a:solidFill>
            <a:srgbClr val="EEF2F6"/>
          </a:solidFill>
          <a:ln/>
        </p:spPr>
        <p:txBody>
          <a:bodyPr/>
          <a:lstStyle/>
          <a:p>
            <a:endParaRPr lang="en-US"/>
          </a:p>
        </p:txBody>
      </p:sp>
      <p:sp>
        <p:nvSpPr>
          <p:cNvPr id="16" name="Text 14"/>
          <p:cNvSpPr txBox="1"/>
          <p:nvPr/>
        </p:nvSpPr>
        <p:spPr>
          <a:xfrm>
            <a:off x="731520" y="2898648"/>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Tilt Angle</a:t>
            </a:r>
            <a:endParaRPr lang="en-US" sz="1800" dirty="0"/>
          </a:p>
        </p:txBody>
      </p:sp>
      <p:sp>
        <p:nvSpPr>
          <p:cNvPr id="17" name="Shape 15"/>
          <p:cNvSpPr/>
          <p:nvPr/>
        </p:nvSpPr>
        <p:spPr>
          <a:xfrm>
            <a:off x="548640" y="3593592"/>
            <a:ext cx="2926080" cy="585216"/>
          </a:xfrm>
          <a:prstGeom prst="roundRect">
            <a:avLst>
              <a:gd name="adj" fmla="val 15625"/>
            </a:avLst>
          </a:prstGeom>
          <a:solidFill>
            <a:srgbClr val="0F7B8A"/>
          </a:solidFill>
          <a:ln/>
        </p:spPr>
        <p:txBody>
          <a:bodyPr/>
          <a:lstStyle/>
          <a:p>
            <a:endParaRPr lang="en-US"/>
          </a:p>
        </p:txBody>
      </p:sp>
      <p:sp>
        <p:nvSpPr>
          <p:cNvPr id="18" name="Text 16"/>
          <p:cNvSpPr txBox="1"/>
          <p:nvPr/>
        </p:nvSpPr>
        <p:spPr>
          <a:xfrm>
            <a:off x="731520" y="3593592"/>
            <a:ext cx="2651760" cy="585216"/>
          </a:xfrm>
          <a:prstGeom prst="rect">
            <a:avLst/>
          </a:prstGeom>
          <a:noFill/>
          <a:ln/>
        </p:spPr>
        <p:txBody>
          <a:bodyPr wrap="square" lIns="0" tIns="0" rIns="0" bIns="0" rtlCol="0" anchor="ctr"/>
          <a:lstStyle/>
          <a:p>
            <a:pPr marL="0" indent="0">
              <a:buNone/>
            </a:pPr>
            <a:r>
              <a:rPr lang="en-US" sz="1800" b="1" dirty="0">
                <a:solidFill>
                  <a:srgbClr val="FFFFFF"/>
                </a:solidFill>
              </a:rPr>
              <a:t>Signal Rate</a:t>
            </a:r>
            <a:endParaRPr lang="en-US" sz="1600" dirty="0"/>
          </a:p>
          <a:p>
            <a:pPr marL="0" indent="0">
              <a:buNone/>
            </a:pPr>
            <a:r>
              <a:rPr lang="en-US" sz="1100" dirty="0">
                <a:solidFill>
                  <a:srgbClr val="DDF2F4"/>
                </a:solidFill>
              </a:rPr>
              <a:t>photon-related telemetry</a:t>
            </a:r>
            <a:endParaRPr lang="en-US" sz="1600" dirty="0"/>
          </a:p>
        </p:txBody>
      </p:sp>
      <p:sp>
        <p:nvSpPr>
          <p:cNvPr id="19" name="Shape 17"/>
          <p:cNvSpPr/>
          <p:nvPr/>
        </p:nvSpPr>
        <p:spPr>
          <a:xfrm>
            <a:off x="548640" y="4288536"/>
            <a:ext cx="2926080" cy="585216"/>
          </a:xfrm>
          <a:prstGeom prst="roundRect">
            <a:avLst>
              <a:gd name="adj" fmla="val 15625"/>
            </a:avLst>
          </a:prstGeom>
          <a:solidFill>
            <a:srgbClr val="0F7B8A"/>
          </a:solidFill>
          <a:ln/>
        </p:spPr>
        <p:txBody>
          <a:bodyPr/>
          <a:lstStyle/>
          <a:p>
            <a:endParaRPr lang="en-US"/>
          </a:p>
        </p:txBody>
      </p:sp>
      <p:sp>
        <p:nvSpPr>
          <p:cNvPr id="20" name="Text 18"/>
          <p:cNvSpPr txBox="1"/>
          <p:nvPr/>
        </p:nvSpPr>
        <p:spPr>
          <a:xfrm>
            <a:off x="731520" y="4288536"/>
            <a:ext cx="2651760" cy="585216"/>
          </a:xfrm>
          <a:prstGeom prst="rect">
            <a:avLst/>
          </a:prstGeom>
          <a:noFill/>
          <a:ln/>
        </p:spPr>
        <p:txBody>
          <a:bodyPr wrap="square" lIns="0" tIns="0" rIns="0" bIns="0" rtlCol="0" anchor="ctr"/>
          <a:lstStyle/>
          <a:p>
            <a:pPr marL="0" indent="0">
              <a:buNone/>
            </a:pPr>
            <a:r>
              <a:rPr lang="en-US" sz="1800" b="1" dirty="0">
                <a:solidFill>
                  <a:srgbClr val="FFFFFF"/>
                </a:solidFill>
              </a:rPr>
              <a:t>Ambient Rate</a:t>
            </a:r>
            <a:endParaRPr lang="en-US" sz="1600" dirty="0"/>
          </a:p>
          <a:p>
            <a:pPr marL="0" indent="0">
              <a:buNone/>
            </a:pPr>
            <a:r>
              <a:rPr lang="en-US" sz="1100" dirty="0">
                <a:solidFill>
                  <a:srgbClr val="DDF2F4"/>
                </a:solidFill>
              </a:rPr>
              <a:t>photon-related telemetry</a:t>
            </a:r>
            <a:endParaRPr lang="en-US" sz="1600" dirty="0"/>
          </a:p>
        </p:txBody>
      </p:sp>
      <p:sp>
        <p:nvSpPr>
          <p:cNvPr id="21" name="Shape 19"/>
          <p:cNvSpPr/>
          <p:nvPr/>
        </p:nvSpPr>
        <p:spPr>
          <a:xfrm>
            <a:off x="548640" y="4983480"/>
            <a:ext cx="2926080" cy="585216"/>
          </a:xfrm>
          <a:prstGeom prst="roundRect">
            <a:avLst>
              <a:gd name="adj" fmla="val 15625"/>
            </a:avLst>
          </a:prstGeom>
          <a:solidFill>
            <a:srgbClr val="EEF2F6"/>
          </a:solidFill>
          <a:ln/>
        </p:spPr>
        <p:txBody>
          <a:bodyPr/>
          <a:lstStyle/>
          <a:p>
            <a:endParaRPr lang="en-US"/>
          </a:p>
        </p:txBody>
      </p:sp>
      <p:sp>
        <p:nvSpPr>
          <p:cNvPr id="22" name="Text 20"/>
          <p:cNvSpPr txBox="1"/>
          <p:nvPr/>
        </p:nvSpPr>
        <p:spPr>
          <a:xfrm>
            <a:off x="731520" y="4983480"/>
            <a:ext cx="2651760" cy="585216"/>
          </a:xfrm>
          <a:prstGeom prst="rect">
            <a:avLst/>
          </a:prstGeom>
          <a:noFill/>
          <a:ln/>
        </p:spPr>
        <p:txBody>
          <a:bodyPr wrap="square" lIns="0" tIns="0" rIns="0" bIns="0" rtlCol="0" anchor="ctr"/>
          <a:lstStyle/>
          <a:p>
            <a:pPr marL="0" indent="0">
              <a:buNone/>
            </a:pPr>
            <a:r>
              <a:rPr lang="en-US" sz="1800" b="1" dirty="0">
                <a:solidFill>
                  <a:srgbClr val="0B1F3A"/>
                </a:solidFill>
              </a:rPr>
              <a:t>Temperature</a:t>
            </a:r>
            <a:endParaRPr lang="en-US" sz="1600" dirty="0"/>
          </a:p>
          <a:p>
            <a:pPr marL="0" indent="0">
              <a:buNone/>
            </a:pPr>
            <a:r>
              <a:rPr lang="en-US" sz="1100" dirty="0">
                <a:solidFill>
                  <a:srgbClr val="5B6B7F"/>
                </a:solidFill>
              </a:rPr>
              <a:t>auxiliary · DHT11</a:t>
            </a:r>
            <a:endParaRPr lang="en-US" sz="1600" dirty="0"/>
          </a:p>
        </p:txBody>
      </p:sp>
      <p:sp>
        <p:nvSpPr>
          <p:cNvPr id="23" name="Shape 21"/>
          <p:cNvSpPr/>
          <p:nvPr/>
        </p:nvSpPr>
        <p:spPr>
          <a:xfrm>
            <a:off x="4572000" y="3017520"/>
            <a:ext cx="2103120" cy="1097280"/>
          </a:xfrm>
          <a:prstGeom prst="roundRect">
            <a:avLst>
              <a:gd name="adj" fmla="val 11667"/>
            </a:avLst>
          </a:prstGeom>
          <a:solidFill>
            <a:srgbClr val="0F7B8A"/>
          </a:solidFill>
          <a:ln/>
        </p:spPr>
        <p:txBody>
          <a:bodyPr/>
          <a:lstStyle/>
          <a:p>
            <a:endParaRPr lang="en-US"/>
          </a:p>
        </p:txBody>
      </p:sp>
      <p:sp>
        <p:nvSpPr>
          <p:cNvPr id="24" name="Text 22"/>
          <p:cNvSpPr txBox="1"/>
          <p:nvPr/>
        </p:nvSpPr>
        <p:spPr>
          <a:xfrm>
            <a:off x="4572000" y="3017520"/>
            <a:ext cx="2103120" cy="1097280"/>
          </a:xfrm>
          <a:prstGeom prst="rect">
            <a:avLst/>
          </a:prstGeom>
          <a:noFill/>
          <a:ln/>
        </p:spPr>
        <p:txBody>
          <a:bodyPr wrap="square" lIns="0" tIns="0" rIns="0" bIns="0" rtlCol="0" anchor="ctr"/>
          <a:lstStyle/>
          <a:p>
            <a:pPr marL="0" indent="0" algn="ctr">
              <a:buNone/>
            </a:pPr>
            <a:r>
              <a:rPr lang="en-US" sz="2200" b="1" dirty="0">
                <a:solidFill>
                  <a:srgbClr val="FFFFFF"/>
                </a:solidFill>
              </a:rPr>
              <a:t>Signal-Aware ML</a:t>
            </a:r>
            <a:endParaRPr lang="en-US" sz="2200" dirty="0"/>
          </a:p>
        </p:txBody>
      </p:sp>
      <p:sp>
        <p:nvSpPr>
          <p:cNvPr id="25" name="Shape 23"/>
          <p:cNvSpPr/>
          <p:nvPr/>
        </p:nvSpPr>
        <p:spPr>
          <a:xfrm>
            <a:off x="6675120" y="3566160"/>
            <a:ext cx="411480" cy="0"/>
          </a:xfrm>
          <a:prstGeom prst="line">
            <a:avLst/>
          </a:prstGeom>
          <a:noFill/>
          <a:ln w="31750">
            <a:solidFill>
              <a:srgbClr val="0B1F3A"/>
            </a:solidFill>
            <a:prstDash val="solid"/>
            <a:tailEnd type="triangle"/>
          </a:ln>
        </p:spPr>
        <p:txBody>
          <a:bodyPr/>
          <a:lstStyle/>
          <a:p>
            <a:endParaRPr lang="en-US"/>
          </a:p>
        </p:txBody>
      </p:sp>
      <p:sp>
        <p:nvSpPr>
          <p:cNvPr id="26" name="Shape 24"/>
          <p:cNvSpPr/>
          <p:nvPr/>
        </p:nvSpPr>
        <p:spPr>
          <a:xfrm>
            <a:off x="7086600" y="3154680"/>
            <a:ext cx="1920240" cy="822960"/>
          </a:xfrm>
          <a:prstGeom prst="roundRect">
            <a:avLst>
              <a:gd name="adj" fmla="val 15556"/>
            </a:avLst>
          </a:prstGeom>
          <a:solidFill>
            <a:srgbClr val="FFFFFF"/>
          </a:solidFill>
          <a:ln w="28575">
            <a:solidFill>
              <a:srgbClr val="0F7B8A"/>
            </a:solidFill>
            <a:prstDash val="solid"/>
          </a:ln>
        </p:spPr>
        <p:txBody>
          <a:bodyPr/>
          <a:lstStyle/>
          <a:p>
            <a:endParaRPr lang="en-US"/>
          </a:p>
        </p:txBody>
      </p:sp>
      <p:sp>
        <p:nvSpPr>
          <p:cNvPr id="27" name="Text 25"/>
          <p:cNvSpPr txBox="1"/>
          <p:nvPr/>
        </p:nvSpPr>
        <p:spPr>
          <a:xfrm>
            <a:off x="7086600" y="3154680"/>
            <a:ext cx="1920240" cy="822960"/>
          </a:xfrm>
          <a:prstGeom prst="rect">
            <a:avLst/>
          </a:prstGeom>
          <a:noFill/>
          <a:ln/>
        </p:spPr>
        <p:txBody>
          <a:bodyPr wrap="square" lIns="0" tIns="0" rIns="0" bIns="0" rtlCol="0" anchor="ctr"/>
          <a:lstStyle/>
          <a:p>
            <a:pPr marL="0" indent="0" algn="ctr">
              <a:buNone/>
            </a:pPr>
            <a:r>
              <a:rPr lang="en-US" sz="1800" b="1" dirty="0">
                <a:solidFill>
                  <a:srgbClr val="0F7B8A"/>
                </a:solidFill>
              </a:rPr>
              <a:t>Predicted Error</a:t>
            </a:r>
            <a:endParaRPr lang="en-US" sz="1800" dirty="0"/>
          </a:p>
        </p:txBody>
      </p:sp>
      <p:sp>
        <p:nvSpPr>
          <p:cNvPr id="28" name="Shape 26"/>
          <p:cNvSpPr/>
          <p:nvPr/>
        </p:nvSpPr>
        <p:spPr>
          <a:xfrm>
            <a:off x="9006840" y="3566160"/>
            <a:ext cx="411480" cy="0"/>
          </a:xfrm>
          <a:prstGeom prst="line">
            <a:avLst/>
          </a:prstGeom>
          <a:noFill/>
          <a:ln w="31750">
            <a:solidFill>
              <a:srgbClr val="0B1F3A"/>
            </a:solidFill>
            <a:prstDash val="solid"/>
            <a:tailEnd type="triangle"/>
          </a:ln>
        </p:spPr>
        <p:txBody>
          <a:bodyPr/>
          <a:lstStyle/>
          <a:p>
            <a:endParaRPr lang="en-US"/>
          </a:p>
        </p:txBody>
      </p:sp>
      <p:sp>
        <p:nvSpPr>
          <p:cNvPr id="29" name="Shape 27"/>
          <p:cNvSpPr/>
          <p:nvPr/>
        </p:nvSpPr>
        <p:spPr>
          <a:xfrm>
            <a:off x="9418320" y="3063240"/>
            <a:ext cx="2221992" cy="1005840"/>
          </a:xfrm>
          <a:prstGeom prst="roundRect">
            <a:avLst>
              <a:gd name="adj" fmla="val 12727"/>
            </a:avLst>
          </a:prstGeom>
          <a:solidFill>
            <a:srgbClr val="0B1F3A"/>
          </a:solidFill>
          <a:ln/>
        </p:spPr>
        <p:txBody>
          <a:bodyPr/>
          <a:lstStyle/>
          <a:p>
            <a:endParaRPr lang="en-US"/>
          </a:p>
        </p:txBody>
      </p:sp>
      <p:sp>
        <p:nvSpPr>
          <p:cNvPr id="30" name="Text 28"/>
          <p:cNvSpPr txBox="1"/>
          <p:nvPr/>
        </p:nvSpPr>
        <p:spPr>
          <a:xfrm>
            <a:off x="9418320" y="3063240"/>
            <a:ext cx="2221992" cy="1005840"/>
          </a:xfrm>
          <a:prstGeom prst="rect">
            <a:avLst/>
          </a:prstGeom>
          <a:noFill/>
          <a:ln/>
        </p:spPr>
        <p:txBody>
          <a:bodyPr wrap="square" lIns="0" tIns="0" rIns="0" bIns="0" rtlCol="0" anchor="ctr"/>
          <a:lstStyle/>
          <a:p>
            <a:pPr marL="0" indent="0" algn="ctr">
              <a:buNone/>
            </a:pPr>
            <a:r>
              <a:rPr lang="en-US" sz="1800" b="1" dirty="0">
                <a:solidFill>
                  <a:srgbClr val="FFFFFF"/>
                </a:solidFill>
              </a:rPr>
              <a:t>Corrected Distance</a:t>
            </a:r>
            <a:endParaRPr lang="en-US" sz="1800" dirty="0"/>
          </a:p>
        </p:txBody>
      </p:sp>
      <p:sp>
        <p:nvSpPr>
          <p:cNvPr id="31" name="Text 29"/>
          <p:cNvSpPr txBox="1"/>
          <p:nvPr/>
        </p:nvSpPr>
        <p:spPr>
          <a:xfrm>
            <a:off x="4572000" y="4572000"/>
            <a:ext cx="7068312" cy="731520"/>
          </a:xfrm>
          <a:prstGeom prst="rect">
            <a:avLst/>
          </a:prstGeom>
          <a:noFill/>
          <a:ln/>
        </p:spPr>
        <p:txBody>
          <a:bodyPr wrap="square" lIns="0" tIns="0" rIns="0" bIns="0" rtlCol="0" anchor="t"/>
          <a:lstStyle/>
          <a:p>
            <a:pPr marL="0" indent="0">
              <a:buNone/>
            </a:pPr>
            <a:r>
              <a:rPr lang="en-US" sz="1600" dirty="0">
                <a:solidFill>
                  <a:srgbClr val="5B6B7F"/>
                </a:solidFill>
              </a:rPr>
              <a:t>Signal rate + ambient rate: the sensor’s own internal signal information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13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From Python to ESP32</a:t>
            </a:r>
            <a:endParaRPr lang="en-US" sz="3800" dirty="0"/>
          </a:p>
        </p:txBody>
      </p:sp>
      <p:sp>
        <p:nvSpPr>
          <p:cNvPr id="5" name="Shape 3"/>
          <p:cNvSpPr/>
          <p:nvPr/>
        </p:nvSpPr>
        <p:spPr>
          <a:xfrm>
            <a:off x="548640" y="1508760"/>
            <a:ext cx="3383280" cy="1737360"/>
          </a:xfrm>
          <a:prstGeom prst="roundRect">
            <a:avLst>
              <a:gd name="adj" fmla="val 7368"/>
            </a:avLst>
          </a:prstGeom>
          <a:solidFill>
            <a:srgbClr val="EEF2F6"/>
          </a:solidFill>
          <a:ln/>
        </p:spPr>
        <p:txBody>
          <a:bodyPr/>
          <a:lstStyle/>
          <a:p>
            <a:endParaRPr lang="en-US"/>
          </a:p>
        </p:txBody>
      </p:sp>
      <p:sp>
        <p:nvSpPr>
          <p:cNvPr id="6" name="Text 4"/>
          <p:cNvSpPr txBox="1"/>
          <p:nvPr/>
        </p:nvSpPr>
        <p:spPr>
          <a:xfrm>
            <a:off x="868680" y="1783080"/>
            <a:ext cx="2194560" cy="548640"/>
          </a:xfrm>
          <a:prstGeom prst="rect">
            <a:avLst/>
          </a:prstGeom>
          <a:noFill/>
          <a:ln/>
        </p:spPr>
        <p:txBody>
          <a:bodyPr wrap="square" lIns="0" tIns="0" rIns="0" bIns="0" rtlCol="0" anchor="t"/>
          <a:lstStyle/>
          <a:p>
            <a:pPr marL="0" indent="0">
              <a:buNone/>
            </a:pPr>
            <a:r>
              <a:rPr lang="en-US" sz="3000" b="1" dirty="0">
                <a:solidFill>
                  <a:srgbClr val="0B1F3A"/>
                </a:solidFill>
              </a:rPr>
              <a:t>Train</a:t>
            </a:r>
            <a:endParaRPr lang="en-US" sz="3000" dirty="0"/>
          </a:p>
        </p:txBody>
      </p:sp>
      <p:sp>
        <p:nvSpPr>
          <p:cNvPr id="7" name="Text 5"/>
          <p:cNvSpPr txBox="1"/>
          <p:nvPr/>
        </p:nvSpPr>
        <p:spPr>
          <a:xfrm>
            <a:off x="868680" y="2423160"/>
            <a:ext cx="2743200" cy="457200"/>
          </a:xfrm>
          <a:prstGeom prst="rect">
            <a:avLst/>
          </a:prstGeom>
          <a:noFill/>
          <a:ln/>
        </p:spPr>
        <p:txBody>
          <a:bodyPr wrap="square" lIns="0" tIns="0" rIns="0" bIns="0" rtlCol="0" anchor="t"/>
          <a:lstStyle/>
          <a:p>
            <a:pPr marL="0" indent="0">
              <a:buNone/>
            </a:pPr>
            <a:r>
              <a:rPr lang="en-US" sz="2000" dirty="0">
                <a:solidFill>
                  <a:srgbClr val="5B6B7F"/>
                </a:solidFill>
              </a:rPr>
              <a:t>Python / ML</a:t>
            </a:r>
            <a:endParaRPr lang="en-US" sz="2000" dirty="0"/>
          </a:p>
        </p:txBody>
      </p:sp>
      <p:pic>
        <p:nvPicPr>
          <p:cNvPr id="8" name="Image 0" descr="preencoded.png"/>
          <p:cNvPicPr>
            <a:picLocks noChangeAspect="1"/>
          </p:cNvPicPr>
          <p:nvPr/>
        </p:nvPicPr>
        <p:blipFill>
          <a:blip r:embed="rId3"/>
          <a:stretch>
            <a:fillRect/>
          </a:stretch>
        </p:blipFill>
        <p:spPr>
          <a:xfrm>
            <a:off x="3063240" y="1783080"/>
            <a:ext cx="548640" cy="548640"/>
          </a:xfrm>
          <a:prstGeom prst="rect">
            <a:avLst/>
          </a:prstGeom>
        </p:spPr>
      </p:pic>
      <p:sp>
        <p:nvSpPr>
          <p:cNvPr id="9" name="Shape 6"/>
          <p:cNvSpPr/>
          <p:nvPr/>
        </p:nvSpPr>
        <p:spPr>
          <a:xfrm>
            <a:off x="4005072" y="2377440"/>
            <a:ext cx="310896" cy="0"/>
          </a:xfrm>
          <a:prstGeom prst="line">
            <a:avLst/>
          </a:prstGeom>
          <a:noFill/>
          <a:ln w="31750">
            <a:solidFill>
              <a:srgbClr val="0B1F3A"/>
            </a:solidFill>
            <a:prstDash val="solid"/>
            <a:tailEnd type="triangle"/>
          </a:ln>
        </p:spPr>
        <p:txBody>
          <a:bodyPr/>
          <a:lstStyle/>
          <a:p>
            <a:endParaRPr lang="en-US"/>
          </a:p>
        </p:txBody>
      </p:sp>
      <p:sp>
        <p:nvSpPr>
          <p:cNvPr id="10" name="Shape 7"/>
          <p:cNvSpPr/>
          <p:nvPr/>
        </p:nvSpPr>
        <p:spPr>
          <a:xfrm>
            <a:off x="4389120" y="1508760"/>
            <a:ext cx="3383280" cy="1737360"/>
          </a:xfrm>
          <a:prstGeom prst="roundRect">
            <a:avLst>
              <a:gd name="adj" fmla="val 7368"/>
            </a:avLst>
          </a:prstGeom>
          <a:solidFill>
            <a:srgbClr val="EEF2F6"/>
          </a:solidFill>
          <a:ln/>
        </p:spPr>
        <p:txBody>
          <a:bodyPr/>
          <a:lstStyle/>
          <a:p>
            <a:endParaRPr lang="en-US"/>
          </a:p>
        </p:txBody>
      </p:sp>
      <p:sp>
        <p:nvSpPr>
          <p:cNvPr id="11" name="Text 8"/>
          <p:cNvSpPr txBox="1"/>
          <p:nvPr/>
        </p:nvSpPr>
        <p:spPr>
          <a:xfrm>
            <a:off x="4709160" y="1783080"/>
            <a:ext cx="2194560" cy="548640"/>
          </a:xfrm>
          <a:prstGeom prst="rect">
            <a:avLst/>
          </a:prstGeom>
          <a:noFill/>
          <a:ln/>
        </p:spPr>
        <p:txBody>
          <a:bodyPr wrap="square" lIns="0" tIns="0" rIns="0" bIns="0" rtlCol="0" anchor="t"/>
          <a:lstStyle/>
          <a:p>
            <a:pPr marL="0" indent="0">
              <a:buNone/>
            </a:pPr>
            <a:r>
              <a:rPr lang="en-US" sz="3000" b="1" dirty="0">
                <a:solidFill>
                  <a:srgbClr val="0B1F3A"/>
                </a:solidFill>
              </a:rPr>
              <a:t>Transpile</a:t>
            </a:r>
            <a:endParaRPr lang="en-US" sz="3000" dirty="0"/>
          </a:p>
        </p:txBody>
      </p:sp>
      <p:sp>
        <p:nvSpPr>
          <p:cNvPr id="12" name="Text 9"/>
          <p:cNvSpPr txBox="1"/>
          <p:nvPr/>
        </p:nvSpPr>
        <p:spPr>
          <a:xfrm>
            <a:off x="4709160" y="2423160"/>
            <a:ext cx="2743200" cy="457200"/>
          </a:xfrm>
          <a:prstGeom prst="rect">
            <a:avLst/>
          </a:prstGeom>
          <a:noFill/>
          <a:ln/>
        </p:spPr>
        <p:txBody>
          <a:bodyPr wrap="square" lIns="0" tIns="0" rIns="0" bIns="0" rtlCol="0" anchor="t"/>
          <a:lstStyle/>
          <a:p>
            <a:pPr marL="0" indent="0">
              <a:buNone/>
            </a:pPr>
            <a:r>
              <a:rPr lang="en-US" sz="2000" dirty="0">
                <a:solidFill>
                  <a:srgbClr val="5B6B7F"/>
                </a:solidFill>
              </a:rPr>
              <a:t>Model → C</a:t>
            </a:r>
            <a:endParaRPr lang="en-US" sz="2000" dirty="0"/>
          </a:p>
        </p:txBody>
      </p:sp>
      <p:pic>
        <p:nvPicPr>
          <p:cNvPr id="13" name="Image 1" descr="preencoded.png"/>
          <p:cNvPicPr>
            <a:picLocks noChangeAspect="1"/>
          </p:cNvPicPr>
          <p:nvPr/>
        </p:nvPicPr>
        <p:blipFill>
          <a:blip r:embed="rId4"/>
          <a:stretch>
            <a:fillRect/>
          </a:stretch>
        </p:blipFill>
        <p:spPr>
          <a:xfrm>
            <a:off x="6903720" y="1783080"/>
            <a:ext cx="548640" cy="548640"/>
          </a:xfrm>
          <a:prstGeom prst="rect">
            <a:avLst/>
          </a:prstGeom>
        </p:spPr>
      </p:pic>
      <p:sp>
        <p:nvSpPr>
          <p:cNvPr id="14" name="Shape 10"/>
          <p:cNvSpPr/>
          <p:nvPr/>
        </p:nvSpPr>
        <p:spPr>
          <a:xfrm>
            <a:off x="7845552" y="2377440"/>
            <a:ext cx="310896" cy="0"/>
          </a:xfrm>
          <a:prstGeom prst="line">
            <a:avLst/>
          </a:prstGeom>
          <a:noFill/>
          <a:ln w="31750">
            <a:solidFill>
              <a:srgbClr val="0B1F3A"/>
            </a:solidFill>
            <a:prstDash val="solid"/>
            <a:tailEnd type="triangle"/>
          </a:ln>
        </p:spPr>
        <p:txBody>
          <a:bodyPr/>
          <a:lstStyle/>
          <a:p>
            <a:endParaRPr lang="en-US"/>
          </a:p>
        </p:txBody>
      </p:sp>
      <p:sp>
        <p:nvSpPr>
          <p:cNvPr id="15" name="Shape 11"/>
          <p:cNvSpPr/>
          <p:nvPr/>
        </p:nvSpPr>
        <p:spPr>
          <a:xfrm>
            <a:off x="8229600" y="1508760"/>
            <a:ext cx="3383280" cy="1737360"/>
          </a:xfrm>
          <a:prstGeom prst="roundRect">
            <a:avLst>
              <a:gd name="adj" fmla="val 7368"/>
            </a:avLst>
          </a:prstGeom>
          <a:solidFill>
            <a:srgbClr val="0F7B8A"/>
          </a:solidFill>
          <a:ln/>
        </p:spPr>
        <p:txBody>
          <a:bodyPr/>
          <a:lstStyle/>
          <a:p>
            <a:endParaRPr lang="en-US"/>
          </a:p>
        </p:txBody>
      </p:sp>
      <p:sp>
        <p:nvSpPr>
          <p:cNvPr id="16" name="Text 12"/>
          <p:cNvSpPr txBox="1"/>
          <p:nvPr/>
        </p:nvSpPr>
        <p:spPr>
          <a:xfrm>
            <a:off x="8549640" y="1783080"/>
            <a:ext cx="2194560" cy="548640"/>
          </a:xfrm>
          <a:prstGeom prst="rect">
            <a:avLst/>
          </a:prstGeom>
          <a:noFill/>
          <a:ln/>
        </p:spPr>
        <p:txBody>
          <a:bodyPr wrap="square" lIns="0" tIns="0" rIns="0" bIns="0" rtlCol="0" anchor="t"/>
          <a:lstStyle/>
          <a:p>
            <a:pPr marL="0" indent="0">
              <a:buNone/>
            </a:pPr>
            <a:r>
              <a:rPr lang="en-US" sz="3000" b="1" dirty="0">
                <a:solidFill>
                  <a:srgbClr val="FFFFFF"/>
                </a:solidFill>
              </a:rPr>
              <a:t>Deploy</a:t>
            </a:r>
            <a:endParaRPr lang="en-US" sz="3000" dirty="0"/>
          </a:p>
        </p:txBody>
      </p:sp>
      <p:sp>
        <p:nvSpPr>
          <p:cNvPr id="17" name="Text 13"/>
          <p:cNvSpPr txBox="1"/>
          <p:nvPr/>
        </p:nvSpPr>
        <p:spPr>
          <a:xfrm>
            <a:off x="8549640" y="2423160"/>
            <a:ext cx="2743200" cy="457200"/>
          </a:xfrm>
          <a:prstGeom prst="rect">
            <a:avLst/>
          </a:prstGeom>
          <a:noFill/>
          <a:ln/>
        </p:spPr>
        <p:txBody>
          <a:bodyPr wrap="square" lIns="0" tIns="0" rIns="0" bIns="0" rtlCol="0" anchor="t"/>
          <a:lstStyle/>
          <a:p>
            <a:pPr marL="0" indent="0">
              <a:buNone/>
            </a:pPr>
            <a:r>
              <a:rPr lang="en-US" sz="2000" dirty="0">
                <a:solidFill>
                  <a:srgbClr val="DDF2F4"/>
                </a:solidFill>
              </a:rPr>
              <a:t>ESP32</a:t>
            </a:r>
            <a:endParaRPr lang="en-US" sz="2000" dirty="0"/>
          </a:p>
        </p:txBody>
      </p:sp>
      <p:pic>
        <p:nvPicPr>
          <p:cNvPr id="18" name="Image 2" descr="preencoded.png"/>
          <p:cNvPicPr>
            <a:picLocks noChangeAspect="1"/>
          </p:cNvPicPr>
          <p:nvPr/>
        </p:nvPicPr>
        <p:blipFill>
          <a:blip r:embed="rId5"/>
          <a:stretch>
            <a:fillRect/>
          </a:stretch>
        </p:blipFill>
        <p:spPr>
          <a:xfrm>
            <a:off x="10744200" y="1783080"/>
            <a:ext cx="548640" cy="548640"/>
          </a:xfrm>
          <a:prstGeom prst="rect">
            <a:avLst/>
          </a:prstGeom>
        </p:spPr>
      </p:pic>
      <p:sp>
        <p:nvSpPr>
          <p:cNvPr id="19" name="Text 14"/>
          <p:cNvSpPr txBox="1"/>
          <p:nvPr/>
        </p:nvSpPr>
        <p:spPr>
          <a:xfrm>
            <a:off x="548640" y="3611880"/>
            <a:ext cx="6035040" cy="1371600"/>
          </a:xfrm>
          <a:prstGeom prst="rect">
            <a:avLst/>
          </a:prstGeom>
          <a:noFill/>
          <a:ln/>
        </p:spPr>
        <p:txBody>
          <a:bodyPr wrap="square" lIns="0" tIns="0" rIns="0" bIns="0" rtlCol="0" anchor="ctr"/>
          <a:lstStyle/>
          <a:p>
            <a:pPr marL="0" indent="0">
              <a:buNone/>
            </a:pPr>
            <a:r>
              <a:rPr lang="en-US" sz="8000" b="1" dirty="0">
                <a:solidFill>
                  <a:srgbClr val="0F7B8A"/>
                </a:solidFill>
              </a:rPr>
              <a:t>&lt; 100 μs</a:t>
            </a:r>
            <a:endParaRPr lang="en-US" sz="8000" dirty="0"/>
          </a:p>
        </p:txBody>
      </p:sp>
      <p:sp>
        <p:nvSpPr>
          <p:cNvPr id="20" name="Text 15"/>
          <p:cNvSpPr txBox="1"/>
          <p:nvPr/>
        </p:nvSpPr>
        <p:spPr>
          <a:xfrm>
            <a:off x="548640" y="5029200"/>
            <a:ext cx="6035040" cy="457200"/>
          </a:xfrm>
          <a:prstGeom prst="rect">
            <a:avLst/>
          </a:prstGeom>
          <a:noFill/>
          <a:ln/>
        </p:spPr>
        <p:txBody>
          <a:bodyPr wrap="square" lIns="0" tIns="0" rIns="0" bIns="0" rtlCol="0" anchor="t"/>
          <a:lstStyle/>
          <a:p>
            <a:pPr marL="0" indent="0">
              <a:buNone/>
            </a:pPr>
            <a:r>
              <a:rPr lang="en-US" sz="2400" dirty="0">
                <a:solidFill>
                  <a:srgbClr val="5B6B7F"/>
                </a:solidFill>
              </a:rPr>
              <a:t>inference target</a:t>
            </a:r>
            <a:endParaRPr lang="en-US" sz="2400" dirty="0"/>
          </a:p>
        </p:txBody>
      </p:sp>
      <p:pic>
        <p:nvPicPr>
          <p:cNvPr id="21" name="Image 3" descr="preencoded.png"/>
          <p:cNvPicPr>
            <a:picLocks noChangeAspect="1"/>
          </p:cNvPicPr>
          <p:nvPr/>
        </p:nvPicPr>
        <p:blipFill>
          <a:blip r:embed="rId6">
            <a:alphaModFix amt="25000"/>
          </a:blip>
          <a:stretch>
            <a:fillRect/>
          </a:stretch>
        </p:blipFill>
        <p:spPr>
          <a:xfrm>
            <a:off x="7040880" y="3886200"/>
            <a:ext cx="822960" cy="822960"/>
          </a:xfrm>
          <a:prstGeom prst="rect">
            <a:avLst/>
          </a:prstGeom>
        </p:spPr>
      </p:pic>
      <p:pic>
        <p:nvPicPr>
          <p:cNvPr id="22" name="Image 4" descr="preencoded.png"/>
          <p:cNvPicPr>
            <a:picLocks noChangeAspect="1"/>
          </p:cNvPicPr>
          <p:nvPr/>
        </p:nvPicPr>
        <p:blipFill>
          <a:blip r:embed="rId7">
            <a:alphaModFix amt="20000"/>
          </a:blip>
          <a:stretch>
            <a:fillRect/>
          </a:stretch>
        </p:blipFill>
        <p:spPr>
          <a:xfrm>
            <a:off x="8183880" y="3886200"/>
            <a:ext cx="914400" cy="822960"/>
          </a:xfrm>
          <a:prstGeom prst="rect">
            <a:avLst/>
          </a:prstGeom>
        </p:spPr>
      </p:pic>
      <p:sp>
        <p:nvSpPr>
          <p:cNvPr id="23" name="Shape 16"/>
          <p:cNvSpPr/>
          <p:nvPr/>
        </p:nvSpPr>
        <p:spPr>
          <a:xfrm>
            <a:off x="9829800" y="3611880"/>
            <a:ext cx="1554480" cy="1554480"/>
          </a:xfrm>
          <a:prstGeom prst="ellipse">
            <a:avLst/>
          </a:prstGeom>
          <a:solidFill>
            <a:srgbClr val="0F7B8A"/>
          </a:solidFill>
          <a:ln/>
        </p:spPr>
        <p:txBody>
          <a:bodyPr/>
          <a:lstStyle/>
          <a:p>
            <a:endParaRPr lang="en-US"/>
          </a:p>
        </p:txBody>
      </p:sp>
      <p:pic>
        <p:nvPicPr>
          <p:cNvPr id="24" name="Image 5" descr="preencoded.png"/>
          <p:cNvPicPr>
            <a:picLocks noChangeAspect="1"/>
          </p:cNvPicPr>
          <p:nvPr/>
        </p:nvPicPr>
        <p:blipFill>
          <a:blip r:embed="rId5"/>
          <a:stretch>
            <a:fillRect/>
          </a:stretch>
        </p:blipFill>
        <p:spPr>
          <a:xfrm>
            <a:off x="10195560" y="3977640"/>
            <a:ext cx="822960" cy="822960"/>
          </a:xfrm>
          <a:prstGeom prst="rect">
            <a:avLst/>
          </a:prstGeom>
        </p:spPr>
      </p:pic>
      <p:sp>
        <p:nvSpPr>
          <p:cNvPr id="25" name="Text 17"/>
          <p:cNvSpPr txBox="1"/>
          <p:nvPr/>
        </p:nvSpPr>
        <p:spPr>
          <a:xfrm>
            <a:off x="7040880" y="5394960"/>
            <a:ext cx="4599432" cy="457200"/>
          </a:xfrm>
          <a:prstGeom prst="rect">
            <a:avLst/>
          </a:prstGeom>
          <a:noFill/>
          <a:ln/>
        </p:spPr>
        <p:txBody>
          <a:bodyPr wrap="square" lIns="0" tIns="0" rIns="0" bIns="0" rtlCol="0" anchor="t"/>
          <a:lstStyle/>
          <a:p>
            <a:pPr marL="0" indent="0" algn="ctr">
              <a:buNone/>
            </a:pPr>
            <a:r>
              <a:rPr lang="en-US" sz="2000" b="1" dirty="0">
                <a:solidFill>
                  <a:srgbClr val="0B1F3A"/>
                </a:solidFill>
              </a:rPr>
              <a:t>Zero external runtime dependency</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14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Pilot Results: Promising, but Not Final</a:t>
            </a:r>
            <a:endParaRPr lang="en-US" sz="3800" dirty="0"/>
          </a:p>
        </p:txBody>
      </p:sp>
      <p:sp>
        <p:nvSpPr>
          <p:cNvPr id="5" name="Text 3"/>
          <p:cNvSpPr txBox="1"/>
          <p:nvPr/>
        </p:nvSpPr>
        <p:spPr>
          <a:xfrm>
            <a:off x="548640" y="1371600"/>
            <a:ext cx="5394960" cy="1280160"/>
          </a:xfrm>
          <a:prstGeom prst="rect">
            <a:avLst/>
          </a:prstGeom>
          <a:noFill/>
          <a:ln/>
        </p:spPr>
        <p:txBody>
          <a:bodyPr wrap="square" lIns="0" tIns="0" rIns="0" bIns="0" rtlCol="0" anchor="ctr"/>
          <a:lstStyle/>
          <a:p>
            <a:pPr marL="0" indent="0">
              <a:buNone/>
            </a:pPr>
            <a:r>
              <a:rPr lang="en-US" sz="8000" b="1" dirty="0">
                <a:solidFill>
                  <a:srgbClr val="2E8B57"/>
                </a:solidFill>
              </a:rPr>
              <a:t>94.7%</a:t>
            </a:r>
            <a:endParaRPr lang="en-US" sz="8000" dirty="0"/>
          </a:p>
        </p:txBody>
      </p:sp>
      <p:sp>
        <p:nvSpPr>
          <p:cNvPr id="6" name="Text 4"/>
          <p:cNvSpPr txBox="1"/>
          <p:nvPr/>
        </p:nvSpPr>
        <p:spPr>
          <a:xfrm>
            <a:off x="548640" y="2651760"/>
            <a:ext cx="5394960" cy="411480"/>
          </a:xfrm>
          <a:prstGeom prst="rect">
            <a:avLst/>
          </a:prstGeom>
          <a:noFill/>
          <a:ln/>
        </p:spPr>
        <p:txBody>
          <a:bodyPr wrap="square" lIns="0" tIns="0" rIns="0" bIns="0" rtlCol="0" anchor="t"/>
          <a:lstStyle/>
          <a:p>
            <a:pPr marL="0" indent="0">
              <a:buNone/>
            </a:pPr>
            <a:r>
              <a:rPr lang="en-US" sz="2400" b="1" dirty="0">
                <a:solidFill>
                  <a:srgbClr val="0B1F3A"/>
                </a:solidFill>
              </a:rPr>
              <a:t>MAE reduction</a:t>
            </a:r>
            <a:endParaRPr lang="en-US" sz="2400" dirty="0"/>
          </a:p>
        </p:txBody>
      </p:sp>
      <p:sp>
        <p:nvSpPr>
          <p:cNvPr id="7" name="Text 5"/>
          <p:cNvSpPr txBox="1"/>
          <p:nvPr/>
        </p:nvSpPr>
        <p:spPr>
          <a:xfrm>
            <a:off x="548640" y="3063240"/>
            <a:ext cx="5394960" cy="320040"/>
          </a:xfrm>
          <a:prstGeom prst="rect">
            <a:avLst/>
          </a:prstGeom>
          <a:noFill/>
          <a:ln/>
        </p:spPr>
        <p:txBody>
          <a:bodyPr wrap="square" lIns="0" tIns="0" rIns="0" bIns="0" rtlCol="0" anchor="t"/>
          <a:lstStyle/>
          <a:p>
            <a:pPr marL="0" indent="0">
              <a:buNone/>
            </a:pPr>
            <a:r>
              <a:rPr lang="en-US" sz="1600" dirty="0">
                <a:solidFill>
                  <a:srgbClr val="5B6B7F"/>
                </a:solidFill>
              </a:rPr>
              <a:t>Day 2 pilot</a:t>
            </a:r>
            <a:endParaRPr lang="en-US" sz="1600" dirty="0"/>
          </a:p>
        </p:txBody>
      </p:sp>
      <p:sp>
        <p:nvSpPr>
          <p:cNvPr id="8" name="Text 6"/>
          <p:cNvSpPr txBox="1"/>
          <p:nvPr/>
        </p:nvSpPr>
        <p:spPr>
          <a:xfrm>
            <a:off x="6309360" y="1371600"/>
            <a:ext cx="5303520" cy="1280160"/>
          </a:xfrm>
          <a:prstGeom prst="rect">
            <a:avLst/>
          </a:prstGeom>
          <a:noFill/>
          <a:ln/>
        </p:spPr>
        <p:txBody>
          <a:bodyPr wrap="square" lIns="0" tIns="0" rIns="0" bIns="0" rtlCol="0" anchor="ctr"/>
          <a:lstStyle/>
          <a:p>
            <a:pPr marL="0" indent="0">
              <a:buNone/>
            </a:pPr>
            <a:r>
              <a:rPr lang="en-US" sz="8000" b="1" dirty="0">
                <a:solidFill>
                  <a:srgbClr val="0F7B8A"/>
                </a:solidFill>
              </a:rPr>
              <a:t>22.4 mm</a:t>
            </a:r>
            <a:endParaRPr lang="en-US" sz="8000" dirty="0"/>
          </a:p>
        </p:txBody>
      </p:sp>
      <p:sp>
        <p:nvSpPr>
          <p:cNvPr id="9" name="Text 7"/>
          <p:cNvSpPr txBox="1"/>
          <p:nvPr/>
        </p:nvSpPr>
        <p:spPr>
          <a:xfrm>
            <a:off x="6309360" y="2651760"/>
            <a:ext cx="5303520" cy="411480"/>
          </a:xfrm>
          <a:prstGeom prst="rect">
            <a:avLst/>
          </a:prstGeom>
          <a:noFill/>
          <a:ln/>
        </p:spPr>
        <p:txBody>
          <a:bodyPr wrap="square" lIns="0" tIns="0" rIns="0" bIns="0" rtlCol="0" anchor="t"/>
          <a:lstStyle/>
          <a:p>
            <a:pPr marL="0" indent="0">
              <a:buNone/>
            </a:pPr>
            <a:r>
              <a:rPr lang="en-US" sz="2400" b="1" dirty="0">
                <a:solidFill>
                  <a:srgbClr val="0B1F3A"/>
                </a:solidFill>
              </a:rPr>
              <a:t>MAE</a:t>
            </a:r>
            <a:endParaRPr lang="en-US" sz="2400" dirty="0"/>
          </a:p>
        </p:txBody>
      </p:sp>
      <p:sp>
        <p:nvSpPr>
          <p:cNvPr id="10" name="Text 8"/>
          <p:cNvSpPr txBox="1"/>
          <p:nvPr/>
        </p:nvSpPr>
        <p:spPr>
          <a:xfrm>
            <a:off x="6309360" y="3063240"/>
            <a:ext cx="5303520" cy="320040"/>
          </a:xfrm>
          <a:prstGeom prst="rect">
            <a:avLst/>
          </a:prstGeom>
          <a:noFill/>
          <a:ln/>
        </p:spPr>
        <p:txBody>
          <a:bodyPr wrap="square" lIns="0" tIns="0" rIns="0" bIns="0" rtlCol="0" anchor="t"/>
          <a:lstStyle/>
          <a:p>
            <a:pPr marL="0" indent="0">
              <a:buNone/>
            </a:pPr>
            <a:r>
              <a:rPr lang="en-US" sz="1600" dirty="0">
                <a:solidFill>
                  <a:srgbClr val="5B6B7F"/>
                </a:solidFill>
              </a:rPr>
              <a:t>pooled pilot training</a:t>
            </a:r>
            <a:endParaRPr lang="en-US" sz="1600" dirty="0"/>
          </a:p>
        </p:txBody>
      </p:sp>
      <p:graphicFrame>
        <p:nvGraphicFramePr>
          <p:cNvPr id="11" name="Chart 0"/>
          <p:cNvGraphicFramePr/>
          <p:nvPr/>
        </p:nvGraphicFramePr>
        <p:xfrm>
          <a:off x="548640" y="3611880"/>
          <a:ext cx="55778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766560" y="3977640"/>
            <a:ext cx="2651760" cy="384048"/>
          </a:xfrm>
          <a:prstGeom prst="roundRect">
            <a:avLst>
              <a:gd name="adj" fmla="val 50000"/>
            </a:avLst>
          </a:prstGeom>
          <a:solidFill>
            <a:srgbClr val="EEF2F6"/>
          </a:solidFill>
          <a:ln/>
        </p:spPr>
        <p:txBody>
          <a:bodyPr/>
          <a:lstStyle/>
          <a:p>
            <a:endParaRPr lang="en-US"/>
          </a:p>
        </p:txBody>
      </p:sp>
      <p:sp>
        <p:nvSpPr>
          <p:cNvPr id="13" name="Text 10"/>
          <p:cNvSpPr txBox="1"/>
          <p:nvPr/>
        </p:nvSpPr>
        <p:spPr>
          <a:xfrm>
            <a:off x="6766560" y="3977640"/>
            <a:ext cx="2651760" cy="384048"/>
          </a:xfrm>
          <a:prstGeom prst="rect">
            <a:avLst/>
          </a:prstGeom>
          <a:noFill/>
          <a:ln/>
        </p:spPr>
        <p:txBody>
          <a:bodyPr wrap="square" lIns="0" tIns="0" rIns="0" bIns="0" rtlCol="0" anchor="ctr"/>
          <a:lstStyle/>
          <a:p>
            <a:pPr marL="0" indent="0" algn="ctr">
              <a:buNone/>
            </a:pPr>
            <a:r>
              <a:rPr lang="en-US" sz="1200" b="1" kern="0" spc="100" dirty="0">
                <a:solidFill>
                  <a:srgbClr val="5B6B7F"/>
                </a:solidFill>
              </a:rPr>
              <a:t>PILOT · PRELIMINARY</a:t>
            </a:r>
            <a:endParaRPr lang="en-US" sz="1200" dirty="0"/>
          </a:p>
        </p:txBody>
      </p:sp>
      <p:sp>
        <p:nvSpPr>
          <p:cNvPr id="14" name="Text 11"/>
          <p:cNvSpPr txBox="1"/>
          <p:nvPr/>
        </p:nvSpPr>
        <p:spPr>
          <a:xfrm>
            <a:off x="6766560" y="4572000"/>
            <a:ext cx="4846320" cy="822960"/>
          </a:xfrm>
          <a:prstGeom prst="rect">
            <a:avLst/>
          </a:prstGeom>
          <a:noFill/>
          <a:ln/>
        </p:spPr>
        <p:txBody>
          <a:bodyPr wrap="square" lIns="0" tIns="0" rIns="0" bIns="0" rtlCol="0" anchor="t"/>
          <a:lstStyle/>
          <a:p>
            <a:pPr marL="0" indent="0">
              <a:buNone/>
            </a:pPr>
            <a:r>
              <a:rPr lang="en-US" sz="1800" dirty="0">
                <a:solidFill>
                  <a:srgbClr val="5B6B7F"/>
                </a:solidFill>
              </a:rPr>
              <a:t>Not a final accuracy guarantee</a:t>
            </a:r>
            <a:endParaRPr lang="en-US" sz="1800" dirty="0"/>
          </a:p>
          <a:p>
            <a:pPr marL="0" indent="0">
              <a:buNone/>
            </a:pPr>
            <a:r>
              <a:rPr lang="en-US" sz="1800" dirty="0">
                <a:solidFill>
                  <a:srgbClr val="5B6B7F"/>
                </a:solidFill>
              </a:rPr>
              <a:t>XGBoost: 49.34 mm MAE (Day 2 pilot)</a:t>
            </a:r>
            <a:endParaRPr lang="en-US" sz="1800" dirty="0"/>
          </a:p>
        </p:txBody>
      </p:sp>
      <p:sp>
        <p:nvSpPr>
          <p:cNvPr id="15" name="Text 12"/>
          <p:cNvSpPr txBox="1"/>
          <p:nvPr/>
        </p:nvSpPr>
        <p:spPr>
          <a:xfrm>
            <a:off x="548640" y="6053328"/>
            <a:ext cx="11064240" cy="274320"/>
          </a:xfrm>
          <a:prstGeom prst="rect">
            <a:avLst/>
          </a:prstGeom>
          <a:noFill/>
          <a:ln/>
        </p:spPr>
        <p:txBody>
          <a:bodyPr wrap="square" lIns="0" tIns="0" rIns="0" bIns="0" rtlCol="0" anchor="t"/>
          <a:lstStyle/>
          <a:p>
            <a:pPr marL="0" indent="0">
              <a:buNone/>
            </a:pPr>
            <a:r>
              <a:rPr lang="en-US" sz="1100" i="1" dirty="0">
                <a:solidFill>
                  <a:srgbClr val="5B6B7F"/>
                </a:solidFill>
              </a:rPr>
              <a:t>Pilot results; final evaluation will use corrected ground truth and scan-level validation.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5B6B7F"/>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5B6B7F"/>
                </a:solidFill>
              </a:rPr>
              <a:t>15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0B1F3A"/>
                </a:solidFill>
              </a:rPr>
              <a:t>From Pilot → Robust System</a:t>
            </a:r>
            <a:endParaRPr lang="en-US" sz="3800" dirty="0"/>
          </a:p>
        </p:txBody>
      </p:sp>
      <p:sp>
        <p:nvSpPr>
          <p:cNvPr id="5" name="Shape 3"/>
          <p:cNvSpPr/>
          <p:nvPr/>
        </p:nvSpPr>
        <p:spPr>
          <a:xfrm>
            <a:off x="1805940" y="2011680"/>
            <a:ext cx="8558784" cy="0"/>
          </a:xfrm>
          <a:prstGeom prst="line">
            <a:avLst/>
          </a:prstGeom>
          <a:noFill/>
          <a:ln w="38100">
            <a:solidFill>
              <a:srgbClr val="C9D3DE"/>
            </a:solidFill>
            <a:prstDash val="solid"/>
          </a:ln>
        </p:spPr>
        <p:txBody>
          <a:bodyPr/>
          <a:lstStyle/>
          <a:p>
            <a:endParaRPr lang="en-US"/>
          </a:p>
        </p:txBody>
      </p:sp>
      <p:sp>
        <p:nvSpPr>
          <p:cNvPr id="6" name="Shape 4"/>
          <p:cNvSpPr/>
          <p:nvPr/>
        </p:nvSpPr>
        <p:spPr>
          <a:xfrm>
            <a:off x="1440180" y="1645920"/>
            <a:ext cx="731520" cy="731520"/>
          </a:xfrm>
          <a:prstGeom prst="ellipse">
            <a:avLst/>
          </a:prstGeom>
          <a:solidFill>
            <a:srgbClr val="0B1F3A"/>
          </a:solidFill>
          <a:ln/>
        </p:spPr>
        <p:txBody>
          <a:bodyPr/>
          <a:lstStyle/>
          <a:p>
            <a:endParaRPr lang="en-US"/>
          </a:p>
        </p:txBody>
      </p:sp>
      <p:sp>
        <p:nvSpPr>
          <p:cNvPr id="7" name="Text 5"/>
          <p:cNvSpPr txBox="1"/>
          <p:nvPr/>
        </p:nvSpPr>
        <p:spPr>
          <a:xfrm>
            <a:off x="1440180"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1</a:t>
            </a:r>
            <a:endParaRPr lang="en-US" sz="2800" dirty="0"/>
          </a:p>
        </p:txBody>
      </p:sp>
      <p:sp>
        <p:nvSpPr>
          <p:cNvPr id="8" name="Shape 6"/>
          <p:cNvSpPr/>
          <p:nvPr/>
        </p:nvSpPr>
        <p:spPr>
          <a:xfrm>
            <a:off x="548640" y="2743200"/>
            <a:ext cx="2514600" cy="2103120"/>
          </a:xfrm>
          <a:prstGeom prst="roundRect">
            <a:avLst>
              <a:gd name="adj" fmla="val 6087"/>
            </a:avLst>
          </a:prstGeom>
          <a:solidFill>
            <a:srgbClr val="EEF2F6"/>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822960" y="2971800"/>
            <a:ext cx="457200" cy="457200"/>
          </a:xfrm>
          <a:prstGeom prst="rect">
            <a:avLst/>
          </a:prstGeom>
        </p:spPr>
      </p:pic>
      <p:sp>
        <p:nvSpPr>
          <p:cNvPr id="10" name="Text 7"/>
          <p:cNvSpPr txBox="1"/>
          <p:nvPr/>
        </p:nvSpPr>
        <p:spPr>
          <a:xfrm>
            <a:off x="822960"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Optimize Hardware</a:t>
            </a:r>
            <a:endParaRPr lang="en-US" sz="2000" dirty="0"/>
          </a:p>
        </p:txBody>
      </p:sp>
      <p:sp>
        <p:nvSpPr>
          <p:cNvPr id="11" name="Text 8"/>
          <p:cNvSpPr txBox="1"/>
          <p:nvPr/>
        </p:nvSpPr>
        <p:spPr>
          <a:xfrm>
            <a:off x="822960"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Compare pan-tilt actuator options</a:t>
            </a:r>
            <a:endParaRPr lang="en-US" sz="1300" dirty="0"/>
          </a:p>
        </p:txBody>
      </p:sp>
      <p:sp>
        <p:nvSpPr>
          <p:cNvPr id="12" name="Shape 9"/>
          <p:cNvSpPr/>
          <p:nvPr/>
        </p:nvSpPr>
        <p:spPr>
          <a:xfrm>
            <a:off x="4293108" y="1645920"/>
            <a:ext cx="731520" cy="731520"/>
          </a:xfrm>
          <a:prstGeom prst="ellipse">
            <a:avLst/>
          </a:prstGeom>
          <a:solidFill>
            <a:srgbClr val="0B1F3A"/>
          </a:solidFill>
          <a:ln/>
        </p:spPr>
        <p:txBody>
          <a:bodyPr/>
          <a:lstStyle/>
          <a:p>
            <a:endParaRPr lang="en-US"/>
          </a:p>
        </p:txBody>
      </p:sp>
      <p:sp>
        <p:nvSpPr>
          <p:cNvPr id="13" name="Text 10"/>
          <p:cNvSpPr txBox="1"/>
          <p:nvPr/>
        </p:nvSpPr>
        <p:spPr>
          <a:xfrm>
            <a:off x="4293108"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2</a:t>
            </a:r>
            <a:endParaRPr lang="en-US" sz="2800" dirty="0"/>
          </a:p>
        </p:txBody>
      </p:sp>
      <p:sp>
        <p:nvSpPr>
          <p:cNvPr id="14" name="Shape 11"/>
          <p:cNvSpPr/>
          <p:nvPr/>
        </p:nvSpPr>
        <p:spPr>
          <a:xfrm>
            <a:off x="3401568" y="2743200"/>
            <a:ext cx="2514600" cy="2103120"/>
          </a:xfrm>
          <a:prstGeom prst="roundRect">
            <a:avLst>
              <a:gd name="adj" fmla="val 6087"/>
            </a:avLst>
          </a:prstGeom>
          <a:solidFill>
            <a:srgbClr val="EEF2F6"/>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675888" y="2971800"/>
            <a:ext cx="457200" cy="457200"/>
          </a:xfrm>
          <a:prstGeom prst="rect">
            <a:avLst/>
          </a:prstGeom>
        </p:spPr>
      </p:pic>
      <p:sp>
        <p:nvSpPr>
          <p:cNvPr id="16" name="Text 12"/>
          <p:cNvSpPr txBox="1"/>
          <p:nvPr/>
        </p:nvSpPr>
        <p:spPr>
          <a:xfrm>
            <a:off x="3675888"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150K+ Measurements</a:t>
            </a:r>
            <a:endParaRPr lang="en-US" sz="2000" dirty="0"/>
          </a:p>
        </p:txBody>
      </p:sp>
      <p:sp>
        <p:nvSpPr>
          <p:cNvPr id="17" name="Text 13"/>
          <p:cNvSpPr txBox="1"/>
          <p:nvPr/>
        </p:nvSpPr>
        <p:spPr>
          <a:xfrm>
            <a:off x="3675888"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Indoor + outdoor, improved ground truth</a:t>
            </a:r>
            <a:endParaRPr lang="en-US" sz="1300" dirty="0"/>
          </a:p>
        </p:txBody>
      </p:sp>
      <p:sp>
        <p:nvSpPr>
          <p:cNvPr id="18" name="Shape 14"/>
          <p:cNvSpPr/>
          <p:nvPr/>
        </p:nvSpPr>
        <p:spPr>
          <a:xfrm>
            <a:off x="7146036" y="1645920"/>
            <a:ext cx="731520" cy="731520"/>
          </a:xfrm>
          <a:prstGeom prst="ellipse">
            <a:avLst/>
          </a:prstGeom>
          <a:solidFill>
            <a:srgbClr val="0B1F3A"/>
          </a:solidFill>
          <a:ln/>
        </p:spPr>
        <p:txBody>
          <a:bodyPr/>
          <a:lstStyle/>
          <a:p>
            <a:endParaRPr lang="en-US"/>
          </a:p>
        </p:txBody>
      </p:sp>
      <p:sp>
        <p:nvSpPr>
          <p:cNvPr id="19" name="Text 15"/>
          <p:cNvSpPr txBox="1"/>
          <p:nvPr/>
        </p:nvSpPr>
        <p:spPr>
          <a:xfrm>
            <a:off x="7146036"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3</a:t>
            </a:r>
            <a:endParaRPr lang="en-US" sz="2800" dirty="0"/>
          </a:p>
        </p:txBody>
      </p:sp>
      <p:sp>
        <p:nvSpPr>
          <p:cNvPr id="20" name="Shape 16"/>
          <p:cNvSpPr/>
          <p:nvPr/>
        </p:nvSpPr>
        <p:spPr>
          <a:xfrm>
            <a:off x="6254496" y="2743200"/>
            <a:ext cx="2514600" cy="2103120"/>
          </a:xfrm>
          <a:prstGeom prst="roundRect">
            <a:avLst>
              <a:gd name="adj" fmla="val 6087"/>
            </a:avLst>
          </a:prstGeom>
          <a:solidFill>
            <a:srgbClr val="EEF2F6"/>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6528816" y="2971800"/>
            <a:ext cx="457200" cy="457200"/>
          </a:xfrm>
          <a:prstGeom prst="rect">
            <a:avLst/>
          </a:prstGeom>
        </p:spPr>
      </p:pic>
      <p:sp>
        <p:nvSpPr>
          <p:cNvPr id="22" name="Text 17"/>
          <p:cNvSpPr txBox="1"/>
          <p:nvPr/>
        </p:nvSpPr>
        <p:spPr>
          <a:xfrm>
            <a:off x="6528816"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Third Unseen Environment</a:t>
            </a:r>
            <a:endParaRPr lang="en-US" sz="2000" dirty="0"/>
          </a:p>
        </p:txBody>
      </p:sp>
      <p:sp>
        <p:nvSpPr>
          <p:cNvPr id="23" name="Text 18"/>
          <p:cNvSpPr txBox="1"/>
          <p:nvPr/>
        </p:nvSpPr>
        <p:spPr>
          <a:xfrm>
            <a:off x="6528816"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Held-out test of generalization</a:t>
            </a:r>
            <a:endParaRPr lang="en-US" sz="1300" dirty="0"/>
          </a:p>
        </p:txBody>
      </p:sp>
      <p:sp>
        <p:nvSpPr>
          <p:cNvPr id="24" name="Shape 19"/>
          <p:cNvSpPr/>
          <p:nvPr/>
        </p:nvSpPr>
        <p:spPr>
          <a:xfrm>
            <a:off x="9998964" y="1645920"/>
            <a:ext cx="731520" cy="731520"/>
          </a:xfrm>
          <a:prstGeom prst="ellipse">
            <a:avLst/>
          </a:prstGeom>
          <a:solidFill>
            <a:srgbClr val="0B1F3A"/>
          </a:solidFill>
          <a:ln/>
        </p:spPr>
        <p:txBody>
          <a:bodyPr/>
          <a:lstStyle/>
          <a:p>
            <a:endParaRPr lang="en-US"/>
          </a:p>
        </p:txBody>
      </p:sp>
      <p:sp>
        <p:nvSpPr>
          <p:cNvPr id="25" name="Text 20"/>
          <p:cNvSpPr txBox="1"/>
          <p:nvPr/>
        </p:nvSpPr>
        <p:spPr>
          <a:xfrm>
            <a:off x="9998964" y="164592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rPr>
              <a:t>4</a:t>
            </a:r>
            <a:endParaRPr lang="en-US" sz="2800" dirty="0"/>
          </a:p>
        </p:txBody>
      </p:sp>
      <p:sp>
        <p:nvSpPr>
          <p:cNvPr id="26" name="Shape 21"/>
          <p:cNvSpPr/>
          <p:nvPr/>
        </p:nvSpPr>
        <p:spPr>
          <a:xfrm>
            <a:off x="9107424" y="2743200"/>
            <a:ext cx="2514600" cy="2103120"/>
          </a:xfrm>
          <a:prstGeom prst="roundRect">
            <a:avLst>
              <a:gd name="adj" fmla="val 6087"/>
            </a:avLst>
          </a:prstGeom>
          <a:solidFill>
            <a:srgbClr val="EEF2F6"/>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381744" y="2971800"/>
            <a:ext cx="457200" cy="457200"/>
          </a:xfrm>
          <a:prstGeom prst="rect">
            <a:avLst/>
          </a:prstGeom>
        </p:spPr>
      </p:pic>
      <p:sp>
        <p:nvSpPr>
          <p:cNvPr id="28" name="Text 22"/>
          <p:cNvSpPr txBox="1"/>
          <p:nvPr/>
        </p:nvSpPr>
        <p:spPr>
          <a:xfrm>
            <a:off x="9381744" y="3566160"/>
            <a:ext cx="2057400" cy="640080"/>
          </a:xfrm>
          <a:prstGeom prst="rect">
            <a:avLst/>
          </a:prstGeom>
          <a:noFill/>
          <a:ln/>
        </p:spPr>
        <p:txBody>
          <a:bodyPr wrap="square" lIns="0" tIns="0" rIns="0" bIns="0" rtlCol="0" anchor="t"/>
          <a:lstStyle/>
          <a:p>
            <a:pPr marL="0" indent="0">
              <a:buNone/>
            </a:pPr>
            <a:r>
              <a:rPr lang="en-US" sz="2000" b="1" dirty="0">
                <a:solidFill>
                  <a:srgbClr val="0B1F3A"/>
                </a:solidFill>
              </a:rPr>
              <a:t>Prove Generalization</a:t>
            </a:r>
            <a:endParaRPr lang="en-US" sz="2000" dirty="0"/>
          </a:p>
        </p:txBody>
      </p:sp>
      <p:sp>
        <p:nvSpPr>
          <p:cNvPr id="29" name="Text 23"/>
          <p:cNvSpPr txBox="1"/>
          <p:nvPr/>
        </p:nvSpPr>
        <p:spPr>
          <a:xfrm>
            <a:off x="9381744" y="4206240"/>
            <a:ext cx="2057400" cy="548640"/>
          </a:xfrm>
          <a:prstGeom prst="rect">
            <a:avLst/>
          </a:prstGeom>
          <a:noFill/>
          <a:ln/>
        </p:spPr>
        <p:txBody>
          <a:bodyPr wrap="square" lIns="0" tIns="0" rIns="0" bIns="0" rtlCol="0" anchor="t"/>
          <a:lstStyle/>
          <a:p>
            <a:pPr marL="0" indent="0">
              <a:buNone/>
            </a:pPr>
            <a:r>
              <a:rPr lang="en-US" sz="1300" dirty="0">
                <a:solidFill>
                  <a:srgbClr val="5B6B7F"/>
                </a:solidFill>
              </a:rPr>
              <a:t>Scan-level, leave-one-scan-out validation</a:t>
            </a:r>
            <a:endParaRPr lang="en-US" sz="1300" dirty="0"/>
          </a:p>
        </p:txBody>
      </p:sp>
      <p:sp>
        <p:nvSpPr>
          <p:cNvPr id="30" name="Shape 24"/>
          <p:cNvSpPr/>
          <p:nvPr/>
        </p:nvSpPr>
        <p:spPr>
          <a:xfrm>
            <a:off x="1984248" y="5257800"/>
            <a:ext cx="8229600" cy="731520"/>
          </a:xfrm>
          <a:prstGeom prst="roundRect">
            <a:avLst>
              <a:gd name="adj" fmla="val 50000"/>
            </a:avLst>
          </a:prstGeom>
          <a:solidFill>
            <a:srgbClr val="0B1F3A"/>
          </a:solidFill>
          <a:ln/>
        </p:spPr>
        <p:txBody>
          <a:bodyPr/>
          <a:lstStyle/>
          <a:p>
            <a:endParaRPr lang="en-US"/>
          </a:p>
        </p:txBody>
      </p:sp>
      <p:sp>
        <p:nvSpPr>
          <p:cNvPr id="31" name="Text 25"/>
          <p:cNvSpPr txBox="1"/>
          <p:nvPr/>
        </p:nvSpPr>
        <p:spPr>
          <a:xfrm>
            <a:off x="1984248" y="5257800"/>
            <a:ext cx="8229600" cy="731520"/>
          </a:xfrm>
          <a:prstGeom prst="rect">
            <a:avLst/>
          </a:prstGeom>
          <a:noFill/>
          <a:ln/>
        </p:spPr>
        <p:txBody>
          <a:bodyPr wrap="square" lIns="0" tIns="0" rIns="0" bIns="0" rtlCol="0" anchor="ctr"/>
          <a:lstStyle/>
          <a:p>
            <a:pPr marL="0" indent="0" algn="ctr">
              <a:buNone/>
            </a:pPr>
            <a:r>
              <a:rPr lang="en-US" sz="2400" b="1" dirty="0">
                <a:solidFill>
                  <a:srgbClr val="FFFFFF"/>
                </a:solidFill>
              </a:rPr>
              <a:t>Final 3D reconstruction + ESP32 deployment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28600"/>
          </a:xfrm>
          <a:prstGeom prst="rect">
            <a:avLst/>
          </a:prstGeom>
          <a:noFill/>
          <a:ln/>
        </p:spPr>
        <p:txBody>
          <a:bodyPr wrap="square" lIns="0" tIns="0" rIns="0" bIns="0" rtlCol="0" anchor="t"/>
          <a:lstStyle/>
          <a:p>
            <a:pPr marL="0" indent="0">
              <a:buNone/>
            </a:pPr>
            <a:r>
              <a:rPr lang="en-US" sz="1000" dirty="0">
                <a:solidFill>
                  <a:srgbClr val="8FA3BA"/>
                </a:solidFill>
              </a:rPr>
              <a:t>Signal-Aware ML Calibration for Low-Cost Pan-Tilt LiDAR  ·  Thesis Proposal</a:t>
            </a:r>
            <a:endParaRPr lang="en-US" sz="1000" dirty="0"/>
          </a:p>
        </p:txBody>
      </p:sp>
      <p:sp>
        <p:nvSpPr>
          <p:cNvPr id="3" name="Text 1"/>
          <p:cNvSpPr txBox="1"/>
          <p:nvPr/>
        </p:nvSpPr>
        <p:spPr>
          <a:xfrm>
            <a:off x="10698480" y="6419088"/>
            <a:ext cx="941832" cy="228600"/>
          </a:xfrm>
          <a:prstGeom prst="rect">
            <a:avLst/>
          </a:prstGeom>
          <a:noFill/>
          <a:ln/>
        </p:spPr>
        <p:txBody>
          <a:bodyPr wrap="square" lIns="0" tIns="0" rIns="0" bIns="0" rtlCol="0" anchor="t"/>
          <a:lstStyle/>
          <a:p>
            <a:pPr marL="0" indent="0" algn="r">
              <a:buNone/>
            </a:pPr>
            <a:r>
              <a:rPr lang="en-US" sz="1000" dirty="0">
                <a:solidFill>
                  <a:srgbClr val="8FA3BA"/>
                </a:solidFill>
              </a:rPr>
              <a:t>16 / 16</a:t>
            </a:r>
            <a:endParaRPr lang="en-US" sz="1000" dirty="0"/>
          </a:p>
        </p:txBody>
      </p:sp>
      <p:sp>
        <p:nvSpPr>
          <p:cNvPr id="4" name="Text 2"/>
          <p:cNvSpPr txBox="1"/>
          <p:nvPr/>
        </p:nvSpPr>
        <p:spPr>
          <a:xfrm>
            <a:off x="548640" y="365760"/>
            <a:ext cx="11064240" cy="868680"/>
          </a:xfrm>
          <a:prstGeom prst="rect">
            <a:avLst/>
          </a:prstGeom>
          <a:noFill/>
          <a:ln/>
        </p:spPr>
        <p:txBody>
          <a:bodyPr wrap="square" lIns="0" tIns="0" rIns="0" bIns="0" rtlCol="0" anchor="ctr"/>
          <a:lstStyle/>
          <a:p>
            <a:pPr marL="0" indent="0">
              <a:buNone/>
            </a:pPr>
            <a:r>
              <a:rPr lang="en-US" sz="3800" b="1" dirty="0">
                <a:solidFill>
                  <a:srgbClr val="FFFFFF"/>
                </a:solidFill>
              </a:rPr>
              <a:t>Built to Be Shared</a:t>
            </a:r>
            <a:endParaRPr lang="en-US" sz="3800" dirty="0"/>
          </a:p>
        </p:txBody>
      </p:sp>
      <p:sp>
        <p:nvSpPr>
          <p:cNvPr id="5" name="Shape 3"/>
          <p:cNvSpPr/>
          <p:nvPr/>
        </p:nvSpPr>
        <p:spPr>
          <a:xfrm>
            <a:off x="548640" y="1417320"/>
            <a:ext cx="3474720" cy="2011680"/>
          </a:xfrm>
          <a:prstGeom prst="roundRect">
            <a:avLst>
              <a:gd name="adj" fmla="val 6364"/>
            </a:avLst>
          </a:prstGeom>
          <a:solidFill>
            <a:srgbClr val="14304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1691640"/>
            <a:ext cx="548640" cy="548640"/>
          </a:xfrm>
          <a:prstGeom prst="rect">
            <a:avLst/>
          </a:prstGeom>
        </p:spPr>
      </p:pic>
      <p:sp>
        <p:nvSpPr>
          <p:cNvPr id="7" name="Text 4"/>
          <p:cNvSpPr txBox="1"/>
          <p:nvPr/>
        </p:nvSpPr>
        <p:spPr>
          <a:xfrm>
            <a:off x="868680" y="2377440"/>
            <a:ext cx="2834640" cy="274320"/>
          </a:xfrm>
          <a:prstGeom prst="rect">
            <a:avLst/>
          </a:prstGeom>
          <a:noFill/>
          <a:ln/>
        </p:spPr>
        <p:txBody>
          <a:bodyPr wrap="square" lIns="0" tIns="0" rIns="0" bIns="0" rtlCol="0" anchor="t"/>
          <a:lstStyle/>
          <a:p>
            <a:pPr marL="0" indent="0">
              <a:buNone/>
            </a:pPr>
            <a:r>
              <a:rPr lang="en-US" sz="1300" b="1" kern="0" spc="300" dirty="0">
                <a:solidFill>
                  <a:srgbClr val="7FD1DB"/>
                </a:solidFill>
              </a:rPr>
              <a:t>CODE</a:t>
            </a:r>
            <a:endParaRPr lang="en-US" sz="1300" dirty="0"/>
          </a:p>
        </p:txBody>
      </p:sp>
      <p:sp>
        <p:nvSpPr>
          <p:cNvPr id="8" name="Text 5"/>
          <p:cNvSpPr txBox="1"/>
          <p:nvPr/>
        </p:nvSpPr>
        <p:spPr>
          <a:xfrm>
            <a:off x="868680" y="2697480"/>
            <a:ext cx="2834640" cy="548640"/>
          </a:xfrm>
          <a:prstGeom prst="rect">
            <a:avLst/>
          </a:prstGeom>
          <a:noFill/>
          <a:ln/>
        </p:spPr>
        <p:txBody>
          <a:bodyPr wrap="square" lIns="0" tIns="0" rIns="0" bIns="0" rtlCol="0" anchor="t"/>
          <a:lstStyle/>
          <a:p>
            <a:pPr marL="0" indent="0">
              <a:buNone/>
            </a:pPr>
            <a:r>
              <a:rPr lang="en-US" sz="3000" b="1" dirty="0">
                <a:solidFill>
                  <a:srgbClr val="FFFFFF"/>
                </a:solidFill>
              </a:rPr>
              <a:t>GitHub</a:t>
            </a:r>
            <a:endParaRPr lang="en-US" sz="3000" dirty="0"/>
          </a:p>
        </p:txBody>
      </p:sp>
      <p:sp>
        <p:nvSpPr>
          <p:cNvPr id="9" name="Shape 6"/>
          <p:cNvSpPr/>
          <p:nvPr/>
        </p:nvSpPr>
        <p:spPr>
          <a:xfrm>
            <a:off x="4347972" y="1417320"/>
            <a:ext cx="3474720" cy="2011680"/>
          </a:xfrm>
          <a:prstGeom prst="roundRect">
            <a:avLst>
              <a:gd name="adj" fmla="val 6364"/>
            </a:avLst>
          </a:prstGeom>
          <a:solidFill>
            <a:srgbClr val="14304F"/>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668012" y="1691640"/>
            <a:ext cx="548640" cy="548640"/>
          </a:xfrm>
          <a:prstGeom prst="rect">
            <a:avLst/>
          </a:prstGeom>
        </p:spPr>
      </p:pic>
      <p:sp>
        <p:nvSpPr>
          <p:cNvPr id="11" name="Text 7"/>
          <p:cNvSpPr txBox="1"/>
          <p:nvPr/>
        </p:nvSpPr>
        <p:spPr>
          <a:xfrm>
            <a:off x="4668012" y="2377440"/>
            <a:ext cx="2834640" cy="274320"/>
          </a:xfrm>
          <a:prstGeom prst="rect">
            <a:avLst/>
          </a:prstGeom>
          <a:noFill/>
          <a:ln/>
        </p:spPr>
        <p:txBody>
          <a:bodyPr wrap="square" lIns="0" tIns="0" rIns="0" bIns="0" rtlCol="0" anchor="t"/>
          <a:lstStyle/>
          <a:p>
            <a:pPr marL="0" indent="0">
              <a:buNone/>
            </a:pPr>
            <a:r>
              <a:rPr lang="en-US" sz="1300" b="1" kern="0" spc="300" dirty="0">
                <a:solidFill>
                  <a:srgbClr val="7FD1DB"/>
                </a:solidFill>
              </a:rPr>
              <a:t>HARDWARE</a:t>
            </a:r>
            <a:endParaRPr lang="en-US" sz="1300" dirty="0"/>
          </a:p>
        </p:txBody>
      </p:sp>
      <p:sp>
        <p:nvSpPr>
          <p:cNvPr id="12" name="Text 8"/>
          <p:cNvSpPr txBox="1"/>
          <p:nvPr/>
        </p:nvSpPr>
        <p:spPr>
          <a:xfrm>
            <a:off x="4668012" y="2697480"/>
            <a:ext cx="2834640" cy="548640"/>
          </a:xfrm>
          <a:prstGeom prst="rect">
            <a:avLst/>
          </a:prstGeom>
          <a:noFill/>
          <a:ln/>
        </p:spPr>
        <p:txBody>
          <a:bodyPr wrap="square" lIns="0" tIns="0" rIns="0" bIns="0" rtlCol="0" anchor="t"/>
          <a:lstStyle/>
          <a:p>
            <a:pPr marL="0" indent="0">
              <a:buNone/>
            </a:pPr>
            <a:r>
              <a:rPr lang="en-US" sz="3000" b="1" dirty="0">
                <a:solidFill>
                  <a:srgbClr val="FFFFFF"/>
                </a:solidFill>
              </a:rPr>
              <a:t>Open design</a:t>
            </a:r>
            <a:endParaRPr lang="en-US" sz="3000" dirty="0"/>
          </a:p>
        </p:txBody>
      </p:sp>
      <p:sp>
        <p:nvSpPr>
          <p:cNvPr id="13" name="Shape 9"/>
          <p:cNvSpPr/>
          <p:nvPr/>
        </p:nvSpPr>
        <p:spPr>
          <a:xfrm>
            <a:off x="8147304" y="1417320"/>
            <a:ext cx="3474720" cy="2011680"/>
          </a:xfrm>
          <a:prstGeom prst="roundRect">
            <a:avLst>
              <a:gd name="adj" fmla="val 6364"/>
            </a:avLst>
          </a:prstGeom>
          <a:solidFill>
            <a:srgbClr val="14304F"/>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8467344" y="1691640"/>
            <a:ext cx="548640" cy="548640"/>
          </a:xfrm>
          <a:prstGeom prst="rect">
            <a:avLst/>
          </a:prstGeom>
        </p:spPr>
      </p:pic>
      <p:sp>
        <p:nvSpPr>
          <p:cNvPr id="15" name="Text 10"/>
          <p:cNvSpPr txBox="1"/>
          <p:nvPr/>
        </p:nvSpPr>
        <p:spPr>
          <a:xfrm>
            <a:off x="8467344" y="2377440"/>
            <a:ext cx="2834640" cy="274320"/>
          </a:xfrm>
          <a:prstGeom prst="rect">
            <a:avLst/>
          </a:prstGeom>
          <a:noFill/>
          <a:ln/>
        </p:spPr>
        <p:txBody>
          <a:bodyPr wrap="square" lIns="0" tIns="0" rIns="0" bIns="0" rtlCol="0" anchor="t"/>
          <a:lstStyle/>
          <a:p>
            <a:pPr marL="0" indent="0">
              <a:buNone/>
            </a:pPr>
            <a:r>
              <a:rPr lang="en-US" sz="1300" b="1" kern="0" spc="300" dirty="0">
                <a:solidFill>
                  <a:srgbClr val="7FD1DB"/>
                </a:solidFill>
              </a:rPr>
              <a:t>DATA</a:t>
            </a:r>
            <a:endParaRPr lang="en-US" sz="1300" dirty="0"/>
          </a:p>
        </p:txBody>
      </p:sp>
      <p:sp>
        <p:nvSpPr>
          <p:cNvPr id="16" name="Text 11"/>
          <p:cNvSpPr txBox="1"/>
          <p:nvPr/>
        </p:nvSpPr>
        <p:spPr>
          <a:xfrm>
            <a:off x="8467344" y="2697480"/>
            <a:ext cx="2834640" cy="548640"/>
          </a:xfrm>
          <a:prstGeom prst="rect">
            <a:avLst/>
          </a:prstGeom>
          <a:noFill/>
          <a:ln/>
        </p:spPr>
        <p:txBody>
          <a:bodyPr wrap="square" lIns="0" tIns="0" rIns="0" bIns="0" rtlCol="0" anchor="t"/>
          <a:lstStyle/>
          <a:p>
            <a:pPr marL="0" indent="0">
              <a:buNone/>
            </a:pPr>
            <a:r>
              <a:rPr lang="en-US" sz="3000" b="1" dirty="0">
                <a:solidFill>
                  <a:srgbClr val="FFFFFF"/>
                </a:solidFill>
              </a:rPr>
              <a:t>Public dataset</a:t>
            </a:r>
            <a:endParaRPr lang="en-US" sz="3000" dirty="0"/>
          </a:p>
        </p:txBody>
      </p:sp>
      <p:sp>
        <p:nvSpPr>
          <p:cNvPr id="17" name="Text 12"/>
          <p:cNvSpPr txBox="1"/>
          <p:nvPr/>
        </p:nvSpPr>
        <p:spPr>
          <a:xfrm>
            <a:off x="548640" y="3703320"/>
            <a:ext cx="11091672" cy="914400"/>
          </a:xfrm>
          <a:prstGeom prst="rect">
            <a:avLst/>
          </a:prstGeom>
          <a:noFill/>
          <a:ln/>
        </p:spPr>
        <p:txBody>
          <a:bodyPr wrap="square" lIns="0" tIns="0" rIns="0" bIns="0" rtlCol="0" anchor="ctr"/>
          <a:lstStyle/>
          <a:p>
            <a:pPr marL="0" indent="0" algn="ctr">
              <a:buNone/>
            </a:pPr>
            <a:r>
              <a:rPr lang="en-US" sz="3200" b="1" dirty="0">
                <a:solidFill>
                  <a:srgbClr val="FFFFFF"/>
                </a:solidFill>
              </a:rPr>
              <a:t>Low-cost sensing. Reproducible research. Open access.</a:t>
            </a:r>
            <a:endParaRPr lang="en-US" sz="3200" dirty="0"/>
          </a:p>
        </p:txBody>
      </p:sp>
      <p:sp>
        <p:nvSpPr>
          <p:cNvPr id="18" name="Text 13"/>
          <p:cNvSpPr txBox="1"/>
          <p:nvPr/>
        </p:nvSpPr>
        <p:spPr>
          <a:xfrm>
            <a:off x="548640" y="4709160"/>
            <a:ext cx="11091672" cy="365760"/>
          </a:xfrm>
          <a:prstGeom prst="rect">
            <a:avLst/>
          </a:prstGeom>
          <a:noFill/>
          <a:ln/>
        </p:spPr>
        <p:txBody>
          <a:bodyPr wrap="square" lIns="0" tIns="0" rIns="0" bIns="0" rtlCol="0" anchor="t"/>
          <a:lstStyle/>
          <a:p>
            <a:pPr algn="ctr"/>
            <a:r>
              <a:rPr lang="en-US" sz="1600" dirty="0">
                <a:solidFill>
                  <a:srgbClr val="7FD1DB"/>
                </a:solidFill>
              </a:rPr>
              <a:t>https://github.com/Mr-Mahfuz/signal-aware-tof-calibration</a:t>
            </a:r>
            <a:endParaRPr lang="en-US" sz="1600" dirty="0"/>
          </a:p>
        </p:txBody>
      </p:sp>
      <p:sp>
        <p:nvSpPr>
          <p:cNvPr id="19" name="Text 14"/>
          <p:cNvSpPr txBox="1"/>
          <p:nvPr/>
        </p:nvSpPr>
        <p:spPr>
          <a:xfrm>
            <a:off x="548640" y="5349240"/>
            <a:ext cx="5486400" cy="822960"/>
          </a:xfrm>
          <a:prstGeom prst="rect">
            <a:avLst/>
          </a:prstGeom>
          <a:noFill/>
          <a:ln/>
        </p:spPr>
        <p:txBody>
          <a:bodyPr wrap="square" lIns="0" tIns="0" rIns="0" bIns="0" rtlCol="0" anchor="ctr"/>
          <a:lstStyle/>
          <a:p>
            <a:pPr marL="0" indent="0">
              <a:buNone/>
            </a:pPr>
            <a:r>
              <a:rPr lang="en-US" sz="4400" b="1" dirty="0">
                <a:solidFill>
                  <a:srgbClr val="FFFFFF"/>
                </a:solidFill>
              </a:rPr>
              <a:t>Thank You</a:t>
            </a:r>
            <a:endParaRPr lang="en-US" sz="4400" dirty="0"/>
          </a:p>
        </p:txBody>
      </p:sp>
      <p:sp>
        <p:nvSpPr>
          <p:cNvPr id="20" name="Text 15"/>
          <p:cNvSpPr txBox="1"/>
          <p:nvPr/>
        </p:nvSpPr>
        <p:spPr>
          <a:xfrm>
            <a:off x="6153912" y="5349240"/>
            <a:ext cx="5486400" cy="822960"/>
          </a:xfrm>
          <a:prstGeom prst="rect">
            <a:avLst/>
          </a:prstGeom>
          <a:noFill/>
          <a:ln/>
        </p:spPr>
        <p:txBody>
          <a:bodyPr wrap="square" lIns="0" tIns="0" rIns="0" bIns="0" rtlCol="0" anchor="ctr"/>
          <a:lstStyle/>
          <a:p>
            <a:pPr marL="0" indent="0" algn="r">
              <a:buNone/>
            </a:pPr>
            <a:r>
              <a:rPr lang="en-US" sz="3600" dirty="0">
                <a:solidFill>
                  <a:srgbClr val="7FD1DB"/>
                </a:solidFill>
              </a:rPr>
              <a:t>Questions?</a:t>
            </a:r>
            <a:endParaRPr lang="en-US" sz="36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Literature Review &amp; Research Gap</a:t>
            </a:r>
          </a:p>
        </p:txBody>
      </p:sp>
      <p:sp>
        <p:nvSpPr>
          <p:cNvPr id="3" name="TextBox 2"/>
          <p:cNvSpPr txBox="1"/>
          <p:nvPr/>
        </p:nvSpPr>
        <p:spPr>
          <a:xfrm>
            <a:off x="457200" y="1645920"/>
            <a:ext cx="11274552" cy="4572000"/>
          </a:xfrm>
          <a:prstGeom prst="rect">
            <a:avLst/>
          </a:prstGeom>
          <a:noFill/>
        </p:spPr>
        <p:txBody>
          <a:bodyPr wrap="square">
            <a:spAutoFit/>
          </a:bodyPr>
          <a:lstStyle/>
          <a:p>
            <a:pPr lvl="1">
              <a:defRPr sz="2000">
                <a:solidFill>
                  <a:srgbClr val="323232"/>
                </a:solidFill>
              </a:defRPr>
            </a:pPr>
            <a:r>
              <a:t>• Prior Work: ToF error characterization (Corti et al.), Machine Learning for depth correction (Su et al.), Low-cost LiDAR (Kim &amp; Lee).</a:t>
            </a:r>
          </a:p>
          <a:p>
            <a:pPr lvl="1">
              <a:defRPr sz="2000">
                <a:solidFill>
                  <a:srgbClr val="323232"/>
                </a:solidFill>
              </a:defRPr>
            </a:pPr>
            <a:r>
              <a:t>• Research Gap: Existing ML calibration targets expensive imaging-class cameras using heavy GPUs.</a:t>
            </a:r>
          </a:p>
          <a:p>
            <a:pPr lvl="1">
              <a:defRPr sz="2000">
                <a:solidFill>
                  <a:srgbClr val="323232"/>
                </a:solidFill>
              </a:defRPr>
            </a:pPr>
            <a:r>
              <a:t>• Novelty: Almost no prior work combines (1) signal-telemetry-aware calibration for single-point sensors with (2) cross-environment generalization, and (3) zero-dependency deployment on a microcontroller.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Research Objectives</a:t>
            </a:r>
          </a:p>
        </p:txBody>
      </p:sp>
      <p:sp>
        <p:nvSpPr>
          <p:cNvPr id="3" name="TextBox 2"/>
          <p:cNvSpPr txBox="1"/>
          <p:nvPr/>
        </p:nvSpPr>
        <p:spPr>
          <a:xfrm>
            <a:off x="457200" y="1645920"/>
            <a:ext cx="11274552" cy="4572000"/>
          </a:xfrm>
          <a:prstGeom prst="rect">
            <a:avLst/>
          </a:prstGeom>
          <a:noFill/>
        </p:spPr>
        <p:txBody>
          <a:bodyPr wrap="square">
            <a:spAutoFit/>
          </a:bodyPr>
          <a:lstStyle/>
          <a:p>
            <a:pPr lvl="1">
              <a:defRPr sz="2000">
                <a:solidFill>
                  <a:srgbClr val="323232"/>
                </a:solidFill>
              </a:defRPr>
            </a:pPr>
            <a:r>
              <a:t>• To design and assemble an optimal sub-$25 pan-tilt 3D LiDAR platform.</a:t>
            </a:r>
          </a:p>
          <a:p>
            <a:pPr lvl="1">
              <a:defRPr sz="2000">
                <a:solidFill>
                  <a:srgbClr val="323232"/>
                </a:solidFill>
              </a:defRPr>
            </a:pPr>
            <a:r>
              <a:t>• To collect a multi-environment dataset of 150,000+ measurements.</a:t>
            </a:r>
          </a:p>
          <a:p>
            <a:pPr lvl="1">
              <a:defRPr sz="2000">
                <a:solidFill>
                  <a:srgbClr val="323232"/>
                </a:solidFill>
              </a:defRPr>
            </a:pPr>
            <a:r>
              <a:t>• To develop a signal-aware ML model predicting residual range errors (target MAE &lt; 25 mm).</a:t>
            </a:r>
          </a:p>
          <a:p>
            <a:pPr lvl="1">
              <a:defRPr sz="2000">
                <a:solidFill>
                  <a:srgbClr val="323232"/>
                </a:solidFill>
              </a:defRPr>
            </a:pPr>
            <a:r>
              <a:t>• To deploy the model directly onto an ESP32 for real-time inference (&lt; 100 μs) without cloud dependencies.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Work Division &amp; Team Management</a:t>
            </a:r>
          </a:p>
        </p:txBody>
      </p:sp>
      <p:sp>
        <p:nvSpPr>
          <p:cNvPr id="3" name="TextBox 2"/>
          <p:cNvSpPr txBox="1"/>
          <p:nvPr/>
        </p:nvSpPr>
        <p:spPr>
          <a:xfrm>
            <a:off x="457200" y="1645920"/>
            <a:ext cx="11274552" cy="4572000"/>
          </a:xfrm>
          <a:prstGeom prst="rect">
            <a:avLst/>
          </a:prstGeom>
          <a:noFill/>
        </p:spPr>
        <p:txBody>
          <a:bodyPr wrap="square">
            <a:spAutoFit/>
          </a:bodyPr>
          <a:lstStyle/>
          <a:p>
            <a:pPr lvl="1">
              <a:defRPr sz="2000">
                <a:solidFill>
                  <a:srgbClr val="323232"/>
                </a:solidFill>
              </a:defRPr>
            </a:pPr>
            <a:r>
              <a:t>• Abdul Momit Talukder:</a:t>
            </a:r>
          </a:p>
          <a:p>
            <a:pPr>
              <a:defRPr sz="2000">
                <a:solidFill>
                  <a:srgbClr val="323232"/>
                </a:solidFill>
              </a:defRPr>
            </a:pPr>
            <a:r>
              <a:t>  Hardware architecture design, sensor integration, motor actuation, and firmware development.</a:t>
            </a:r>
          </a:p>
          <a:p>
            <a:pPr>
              <a:defRPr sz="2000">
                <a:solidFill>
                  <a:srgbClr val="323232"/>
                </a:solidFill>
              </a:defRPr>
            </a:pPr>
          </a:p>
          <a:p>
            <a:pPr lvl="1">
              <a:defRPr sz="2000">
                <a:solidFill>
                  <a:srgbClr val="323232"/>
                </a:solidFill>
              </a:defRPr>
            </a:pPr>
            <a:r>
              <a:t>• Oishi Farzana:</a:t>
            </a:r>
          </a:p>
          <a:p>
            <a:pPr>
              <a:defRPr sz="2000">
                <a:solidFill>
                  <a:srgbClr val="323232"/>
                </a:solidFill>
              </a:defRPr>
            </a:pPr>
            <a:r>
              <a:t>  Data collection campaigns, ground truth geometric methodology, and dataset preprocessing.</a:t>
            </a:r>
          </a:p>
          <a:p>
            <a:pPr>
              <a:defRPr sz="2000">
                <a:solidFill>
                  <a:srgbClr val="323232"/>
                </a:solidFill>
              </a:defRPr>
            </a:pPr>
          </a:p>
          <a:p>
            <a:pPr lvl="1">
              <a:defRPr sz="2000">
                <a:solidFill>
                  <a:srgbClr val="323232"/>
                </a:solidFill>
              </a:defRPr>
            </a:pPr>
            <a:r>
              <a:t>• Mahfuz Ahmad:</a:t>
            </a:r>
          </a:p>
          <a:p>
            <a:pPr>
              <a:defRPr sz="2000">
                <a:solidFill>
                  <a:srgbClr val="323232"/>
                </a:solidFill>
              </a:defRPr>
            </a:pPr>
            <a:r>
              <a:t>  Machine learning model training, C-code transpilation (m2cgen), edge deployment, and 3D point cloud visualization.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Timeline</a:t>
            </a:r>
          </a:p>
        </p:txBody>
      </p:sp>
      <p:sp>
        <p:nvSpPr>
          <p:cNvPr id="3" name="TextBox 2"/>
          <p:cNvSpPr txBox="1"/>
          <p:nvPr/>
        </p:nvSpPr>
        <p:spPr>
          <a:xfrm>
            <a:off x="457200" y="1645920"/>
            <a:ext cx="11274552" cy="4572000"/>
          </a:xfrm>
          <a:prstGeom prst="rect">
            <a:avLst/>
          </a:prstGeom>
          <a:noFill/>
        </p:spPr>
        <p:txBody>
          <a:bodyPr wrap="square">
            <a:spAutoFit/>
          </a:bodyPr>
          <a:lstStyle/>
          <a:p>
            <a:pPr lvl="1">
              <a:defRPr sz="2000">
                <a:solidFill>
                  <a:srgbClr val="323232"/>
                </a:solidFill>
              </a:defRPr>
            </a:pPr>
            <a:r>
              <a:t>• Month 1: Hardware Optimization &amp; Assembly</a:t>
            </a:r>
          </a:p>
          <a:p>
            <a:pPr lvl="1">
              <a:defRPr sz="2000">
                <a:solidFill>
                  <a:srgbClr val="323232"/>
                </a:solidFill>
              </a:defRPr>
            </a:pPr>
            <a:r>
              <a:t>• Month 2: Ground Truth Grid Setup &amp; Calibration</a:t>
            </a:r>
          </a:p>
          <a:p>
            <a:pPr lvl="1">
              <a:defRPr sz="2000">
                <a:solidFill>
                  <a:srgbClr val="323232"/>
                </a:solidFill>
              </a:defRPr>
            </a:pPr>
            <a:r>
              <a:t>• Month 3: 150,000+ Data Collection (Indoor &amp; Outdoor)</a:t>
            </a:r>
          </a:p>
          <a:p>
            <a:pPr lvl="1">
              <a:defRPr sz="2000">
                <a:solidFill>
                  <a:srgbClr val="323232"/>
                </a:solidFill>
              </a:defRPr>
            </a:pPr>
            <a:r>
              <a:t>• Month 4: ML Training &amp; Cross-Environment Validation</a:t>
            </a:r>
          </a:p>
          <a:p>
            <a:pPr lvl="1">
              <a:defRPr sz="2000">
                <a:solidFill>
                  <a:srgbClr val="323232"/>
                </a:solidFill>
              </a:defRPr>
            </a:pPr>
            <a:r>
              <a:t>• Month 5: ESP32 Edge Deployment (TinyML)</a:t>
            </a:r>
          </a:p>
          <a:p>
            <a:pPr lvl="1">
              <a:defRPr sz="2000">
                <a:solidFill>
                  <a:srgbClr val="323232"/>
                </a:solidFill>
              </a:defRPr>
            </a:pPr>
            <a:r>
              <a:t>• Month 6: Final 3D Reconstruction &amp; Thesis Writing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Cost-Benefit Analysis</a:t>
            </a:r>
          </a:p>
        </p:txBody>
      </p:sp>
      <p:sp>
        <p:nvSpPr>
          <p:cNvPr id="3" name="TextBox 2"/>
          <p:cNvSpPr txBox="1"/>
          <p:nvPr/>
        </p:nvSpPr>
        <p:spPr>
          <a:xfrm>
            <a:off x="457200" y="1645920"/>
            <a:ext cx="11274552" cy="4572000"/>
          </a:xfrm>
          <a:prstGeom prst="rect">
            <a:avLst/>
          </a:prstGeom>
          <a:noFill/>
        </p:spPr>
        <p:txBody>
          <a:bodyPr wrap="square">
            <a:spAutoFit/>
          </a:bodyPr>
          <a:lstStyle/>
          <a:p>
            <a:pPr lvl="1">
              <a:defRPr sz="2000">
                <a:solidFill>
                  <a:srgbClr val="323232"/>
                </a:solidFill>
              </a:defRPr>
            </a:pPr>
            <a:r>
              <a:t>• Bill of Materials:</a:t>
            </a:r>
          </a:p>
          <a:p>
            <a:pPr>
              <a:defRPr sz="2000">
                <a:solidFill>
                  <a:srgbClr val="323232"/>
                </a:solidFill>
              </a:defRPr>
            </a:pPr>
            <a:r>
              <a:t>  - VL53L1X ToF Sensor: $6</a:t>
            </a:r>
          </a:p>
          <a:p>
            <a:pPr>
              <a:defRPr sz="2000">
                <a:solidFill>
                  <a:srgbClr val="323232"/>
                </a:solidFill>
              </a:defRPr>
            </a:pPr>
            <a:r>
              <a:t>  - ESP32 Microcontroller: $4</a:t>
            </a:r>
          </a:p>
          <a:p>
            <a:pPr>
              <a:defRPr sz="2000">
                <a:solidFill>
                  <a:srgbClr val="323232"/>
                </a:solidFill>
              </a:defRPr>
            </a:pPr>
            <a:r>
              <a:t>  - DC Gear &amp; N20 Motors: $2.40</a:t>
            </a:r>
          </a:p>
          <a:p>
            <a:pPr>
              <a:defRPr sz="2000">
                <a:solidFill>
                  <a:srgbClr val="323232"/>
                </a:solidFill>
              </a:defRPr>
            </a:pPr>
            <a:r>
              <a:t>  - MPU6050, DHT11, INA219, TB6612FNG: $5</a:t>
            </a:r>
          </a:p>
          <a:p>
            <a:pPr>
              <a:defRPr sz="2000">
                <a:solidFill>
                  <a:srgbClr val="323232"/>
                </a:solidFill>
              </a:defRPr>
            </a:pPr>
            <a:r>
              <a:t>  - Power &amp; Housing: $4</a:t>
            </a:r>
          </a:p>
          <a:p>
            <a:pPr lvl="1">
              <a:defRPr sz="2000">
                <a:solidFill>
                  <a:srgbClr val="323232"/>
                </a:solidFill>
              </a:defRPr>
            </a:pPr>
            <a:r>
              <a:t>• Total Cost: &lt; $22</a:t>
            </a:r>
          </a:p>
          <a:p>
            <a:pPr>
              <a:defRPr sz="2000">
                <a:solidFill>
                  <a:srgbClr val="323232"/>
                </a:solidFill>
              </a:defRPr>
            </a:pPr>
          </a:p>
          <a:p>
            <a:pPr lvl="1">
              <a:defRPr sz="2000">
                <a:solidFill>
                  <a:srgbClr val="323232"/>
                </a:solidFill>
              </a:defRPr>
            </a:pPr>
            <a:r>
              <a:t>• Benefit: Achieves competitive 3D spatial mapping capabilities at a fraction of the cost of commercial LiDARs ($500+), making it economically feasible for educational laboratories.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Constraints and Limitations</a:t>
            </a:r>
          </a:p>
        </p:txBody>
      </p:sp>
      <p:sp>
        <p:nvSpPr>
          <p:cNvPr id="3" name="TextBox 2"/>
          <p:cNvSpPr txBox="1"/>
          <p:nvPr/>
        </p:nvSpPr>
        <p:spPr>
          <a:xfrm>
            <a:off x="457200" y="1645920"/>
            <a:ext cx="11274552" cy="4572000"/>
          </a:xfrm>
          <a:prstGeom prst="rect">
            <a:avLst/>
          </a:prstGeom>
          <a:noFill/>
        </p:spPr>
        <p:txBody>
          <a:bodyPr wrap="square">
            <a:spAutoFit/>
          </a:bodyPr>
          <a:lstStyle/>
          <a:p>
            <a:pPr lvl="1">
              <a:defRPr sz="2000">
                <a:solidFill>
                  <a:srgbClr val="323232"/>
                </a:solidFill>
              </a:defRPr>
            </a:pPr>
            <a:r>
              <a:t>• Hardware Constraints:</a:t>
            </a:r>
          </a:p>
          <a:p>
            <a:pPr>
              <a:defRPr sz="2000">
                <a:solidFill>
                  <a:srgbClr val="323232"/>
                </a:solidFill>
              </a:defRPr>
            </a:pPr>
            <a:r>
              <a:t>  The ESP32 has severe memory (520KB SRAM) and compute constraints (240MHz), strictly limiting the size and depth of deployable ML models.</a:t>
            </a:r>
          </a:p>
          <a:p>
            <a:pPr>
              <a:defRPr sz="2000">
                <a:solidFill>
                  <a:srgbClr val="323232"/>
                </a:solidFill>
              </a:defRPr>
            </a:pPr>
          </a:p>
          <a:p>
            <a:pPr lvl="1">
              <a:defRPr sz="2000">
                <a:solidFill>
                  <a:srgbClr val="323232"/>
                </a:solidFill>
              </a:defRPr>
            </a:pPr>
            <a:r>
              <a:t>• Ground Truth Limitations:</a:t>
            </a:r>
          </a:p>
          <a:p>
            <a:pPr>
              <a:defRPr sz="2000">
                <a:solidFill>
                  <a:srgbClr val="323232"/>
                </a:solidFill>
              </a:defRPr>
            </a:pPr>
            <a:r>
              <a:t>  The lack of a reference-grade commercial LiDAR necessitates relying on manual geometric ray-plane intersections and tape measures for ground truth.</a:t>
            </a:r>
          </a:p>
          <a:p>
            <a:pPr>
              <a:defRPr sz="2000">
                <a:solidFill>
                  <a:srgbClr val="323232"/>
                </a:solidFill>
              </a:defRPr>
            </a:pPr>
          </a:p>
          <a:p>
            <a:pPr lvl="1">
              <a:defRPr sz="2000">
                <a:solidFill>
                  <a:srgbClr val="323232"/>
                </a:solidFill>
              </a:defRPr>
            </a:pPr>
            <a:r>
              <a:t>• Actuation Jitter:</a:t>
            </a:r>
          </a:p>
          <a:p>
            <a:pPr>
              <a:defRPr sz="2000">
                <a:solidFill>
                  <a:srgbClr val="323232"/>
                </a:solidFill>
              </a:defRPr>
            </a:pPr>
            <a:r>
              <a:t>  Low-cost DC and N20 motors introduce mechanical vibration, compounding the measurement noise.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Complex Engineering Problem Mapping</a:t>
            </a:r>
          </a:p>
        </p:txBody>
      </p:sp>
      <p:sp>
        <p:nvSpPr>
          <p:cNvPr id="3" name="TextBox 2"/>
          <p:cNvSpPr txBox="1"/>
          <p:nvPr/>
        </p:nvSpPr>
        <p:spPr>
          <a:xfrm>
            <a:off x="457200" y="1645920"/>
            <a:ext cx="11274552" cy="4572000"/>
          </a:xfrm>
          <a:prstGeom prst="rect">
            <a:avLst/>
          </a:prstGeom>
          <a:noFill/>
        </p:spPr>
        <p:txBody>
          <a:bodyPr wrap="square">
            <a:spAutoFit/>
          </a:bodyPr>
          <a:lstStyle/>
          <a:p>
            <a:pPr>
              <a:defRPr sz="2000">
                <a:solidFill>
                  <a:srgbClr val="323232"/>
                </a:solidFill>
              </a:defRPr>
            </a:pPr>
            <a:r>
              <a:t>Table 1: Mapping with Complex Engineering Problem solving</a:t>
            </a:r>
          </a:p>
          <a:p>
            <a:pPr>
              <a:defRPr sz="2000">
                <a:solidFill>
                  <a:srgbClr val="323232"/>
                </a:solidFill>
              </a:defRPr>
            </a:pPr>
          </a:p>
          <a:p>
            <a:pPr lvl="1">
              <a:defRPr sz="2000">
                <a:solidFill>
                  <a:srgbClr val="323232"/>
                </a:solidFill>
              </a:defRPr>
            </a:pPr>
            <a:r>
              <a:t>• Depth of Knowledge Required (WP1):</a:t>
            </a:r>
          </a:p>
          <a:p>
            <a:pPr>
              <a:defRPr sz="2000">
                <a:solidFill>
                  <a:srgbClr val="323232"/>
                </a:solidFill>
              </a:defRPr>
            </a:pPr>
            <a:r>
              <a:t>  Requires merging embedded C programming, physics of optics (photon multipath), and Machine Learning algorithms.</a:t>
            </a:r>
          </a:p>
          <a:p>
            <a:pPr>
              <a:defRPr sz="2000">
                <a:solidFill>
                  <a:srgbClr val="323232"/>
                </a:solidFill>
              </a:defRPr>
            </a:pPr>
          </a:p>
          <a:p>
            <a:pPr lvl="1">
              <a:defRPr sz="2000">
                <a:solidFill>
                  <a:srgbClr val="323232"/>
                </a:solidFill>
              </a:defRPr>
            </a:pPr>
            <a:r>
              <a:t>• Conflicting Requirements (WP2):</a:t>
            </a:r>
          </a:p>
          <a:p>
            <a:pPr>
              <a:defRPr sz="2000">
                <a:solidFill>
                  <a:srgbClr val="323232"/>
                </a:solidFill>
              </a:defRPr>
            </a:pPr>
            <a:r>
              <a:t>  Balancing high spatial accuracy requirements against ultra-low budget constraints (&lt; $25) and severely constrained embedded compute power.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Complex Engineering Activity Mapping</a:t>
            </a:r>
          </a:p>
        </p:txBody>
      </p:sp>
      <p:sp>
        <p:nvSpPr>
          <p:cNvPr id="3" name="TextBox 2"/>
          <p:cNvSpPr txBox="1"/>
          <p:nvPr/>
        </p:nvSpPr>
        <p:spPr>
          <a:xfrm>
            <a:off x="457200" y="1645920"/>
            <a:ext cx="11274552" cy="4572000"/>
          </a:xfrm>
          <a:prstGeom prst="rect">
            <a:avLst/>
          </a:prstGeom>
          <a:noFill/>
        </p:spPr>
        <p:txBody>
          <a:bodyPr wrap="square">
            <a:spAutoFit/>
          </a:bodyPr>
          <a:lstStyle/>
          <a:p>
            <a:pPr>
              <a:defRPr sz="2000">
                <a:solidFill>
                  <a:srgbClr val="323232"/>
                </a:solidFill>
              </a:defRPr>
            </a:pPr>
            <a:r>
              <a:t>Table 2: Mapping with complex engineering activities</a:t>
            </a:r>
          </a:p>
          <a:p>
            <a:pPr>
              <a:defRPr sz="2000">
                <a:solidFill>
                  <a:srgbClr val="323232"/>
                </a:solidFill>
              </a:defRPr>
            </a:pPr>
          </a:p>
          <a:p>
            <a:pPr lvl="1">
              <a:defRPr sz="2000">
                <a:solidFill>
                  <a:srgbClr val="323232"/>
                </a:solidFill>
              </a:defRPr>
            </a:pPr>
            <a:r>
              <a:t>• Innovation and Creativity (EA1):</a:t>
            </a:r>
          </a:p>
          <a:p>
            <a:pPr>
              <a:defRPr sz="2000">
                <a:solidFill>
                  <a:srgbClr val="323232"/>
                </a:solidFill>
              </a:defRPr>
            </a:pPr>
            <a:r>
              <a:t>  Applying TinyML transpilation to extract and process raw sensor telemetry (signal/ambient rates) locally on an ESP32 without relying on cloud computation.</a:t>
            </a:r>
          </a:p>
          <a:p>
            <a:pPr>
              <a:defRPr sz="2000">
                <a:solidFill>
                  <a:srgbClr val="323232"/>
                </a:solidFill>
              </a:defRPr>
            </a:pPr>
          </a:p>
          <a:p>
            <a:pPr lvl="1">
              <a:defRPr sz="2000">
                <a:solidFill>
                  <a:srgbClr val="323232"/>
                </a:solidFill>
              </a:defRPr>
            </a:pPr>
            <a:r>
              <a:t>• Integration (EA2):</a:t>
            </a:r>
          </a:p>
          <a:p>
            <a:pPr>
              <a:defRPr sz="2000">
                <a:solidFill>
                  <a:srgbClr val="323232"/>
                </a:solidFill>
              </a:defRPr>
            </a:pPr>
            <a:r>
              <a:t>  Merging heterogeneous sensor data (IMU, Temperature, ToF) into a unified robotic spatial awareness system.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Green Computing Considerations</a:t>
            </a:r>
          </a:p>
        </p:txBody>
      </p:sp>
      <p:sp>
        <p:nvSpPr>
          <p:cNvPr id="3" name="TextBox 2"/>
          <p:cNvSpPr txBox="1"/>
          <p:nvPr/>
        </p:nvSpPr>
        <p:spPr>
          <a:xfrm>
            <a:off x="457200" y="1645920"/>
            <a:ext cx="11274552" cy="4572000"/>
          </a:xfrm>
          <a:prstGeom prst="rect">
            <a:avLst/>
          </a:prstGeom>
          <a:noFill/>
        </p:spPr>
        <p:txBody>
          <a:bodyPr wrap="square">
            <a:spAutoFit/>
          </a:bodyPr>
          <a:lstStyle/>
          <a:p>
            <a:pPr lvl="1">
              <a:defRPr sz="2000">
                <a:solidFill>
                  <a:srgbClr val="323232"/>
                </a:solidFill>
              </a:defRPr>
            </a:pPr>
            <a:r>
              <a:t>• Edge AI (TinyML):</a:t>
            </a:r>
          </a:p>
          <a:p>
            <a:pPr>
              <a:defRPr sz="2000">
                <a:solidFill>
                  <a:srgbClr val="323232"/>
                </a:solidFill>
              </a:defRPr>
            </a:pPr>
            <a:r>
              <a:t>  The project strictly adheres to green ICT principles by performing all ML inference on-device.</a:t>
            </a:r>
          </a:p>
          <a:p>
            <a:pPr>
              <a:defRPr sz="2000">
                <a:solidFill>
                  <a:srgbClr val="323232"/>
                </a:solidFill>
              </a:defRPr>
            </a:pPr>
          </a:p>
          <a:p>
            <a:pPr lvl="1">
              <a:defRPr sz="2000">
                <a:solidFill>
                  <a:srgbClr val="323232"/>
                </a:solidFill>
              </a:defRPr>
            </a:pPr>
            <a:r>
              <a:t>• Ultra-Low Power:</a:t>
            </a:r>
          </a:p>
          <a:p>
            <a:pPr>
              <a:defRPr sz="2000">
                <a:solidFill>
                  <a:srgbClr val="323232"/>
                </a:solidFill>
              </a:defRPr>
            </a:pPr>
            <a:r>
              <a:t>  The ESP32 consumes less than 1 Watt, completely eliminating the massive energy footprint, carbon emissions, and latency associated with continuously transmitting spatial data to cloud servers or running heavy GPUs.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Lifelong Learning and Personal Development</a:t>
            </a:r>
          </a:p>
        </p:txBody>
      </p:sp>
      <p:sp>
        <p:nvSpPr>
          <p:cNvPr id="3" name="TextBox 2"/>
          <p:cNvSpPr txBox="1"/>
          <p:nvPr/>
        </p:nvSpPr>
        <p:spPr>
          <a:xfrm>
            <a:off x="457200" y="1645920"/>
            <a:ext cx="11274552" cy="4572000"/>
          </a:xfrm>
          <a:prstGeom prst="rect">
            <a:avLst/>
          </a:prstGeom>
          <a:noFill/>
        </p:spPr>
        <p:txBody>
          <a:bodyPr wrap="square">
            <a:spAutoFit/>
          </a:bodyPr>
          <a:lstStyle/>
          <a:p>
            <a:pPr lvl="1">
              <a:defRPr sz="2000">
                <a:solidFill>
                  <a:srgbClr val="323232"/>
                </a:solidFill>
              </a:defRPr>
            </a:pPr>
            <a:r>
              <a:t>• Interdisciplinary Skills:</a:t>
            </a:r>
          </a:p>
          <a:p>
            <a:pPr>
              <a:defRPr sz="2000">
                <a:solidFill>
                  <a:srgbClr val="323232"/>
                </a:solidFill>
              </a:defRPr>
            </a:pPr>
            <a:r>
              <a:t>  Fosters strong knowledge in hardware-software co-design, combining robotics, embedded systems, and data science.</a:t>
            </a:r>
          </a:p>
          <a:p>
            <a:pPr>
              <a:defRPr sz="2000">
                <a:solidFill>
                  <a:srgbClr val="323232"/>
                </a:solidFill>
              </a:defRPr>
            </a:pPr>
          </a:p>
          <a:p>
            <a:pPr lvl="1">
              <a:defRPr sz="2000">
                <a:solidFill>
                  <a:srgbClr val="323232"/>
                </a:solidFill>
              </a:defRPr>
            </a:pPr>
            <a:r>
              <a:t>• Modern Technologies:</a:t>
            </a:r>
          </a:p>
          <a:p>
            <a:pPr>
              <a:defRPr sz="2000">
                <a:solidFill>
                  <a:srgbClr val="323232"/>
                </a:solidFill>
              </a:defRPr>
            </a:pPr>
            <a:r>
              <a:t>  Provides hands-on experience with modern Edge AI / TinyML paradigms, which represent the future of IoT.</a:t>
            </a:r>
          </a:p>
          <a:p>
            <a:pPr>
              <a:defRPr sz="2000">
                <a:solidFill>
                  <a:srgbClr val="323232"/>
                </a:solidFill>
              </a:defRPr>
            </a:pPr>
          </a:p>
          <a:p>
            <a:pPr lvl="1">
              <a:defRPr sz="2000">
                <a:solidFill>
                  <a:srgbClr val="323232"/>
                </a:solidFill>
              </a:defRPr>
            </a:pPr>
            <a:r>
              <a:t>• Rigorous Methodology:</a:t>
            </a:r>
          </a:p>
          <a:p>
            <a:pPr>
              <a:defRPr sz="2000">
                <a:solidFill>
                  <a:srgbClr val="323232"/>
                </a:solidFill>
              </a:defRPr>
            </a:pPr>
            <a:r>
              <a:t>  Develops critical thinking required for large-scale data collection, experimental validation, and academic thesis writing.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0972800" cy="914400"/>
          </a:xfrm>
          <a:prstGeom prst="rect">
            <a:avLst/>
          </a:prstGeom>
          <a:noFill/>
        </p:spPr>
        <p:txBody>
          <a:bodyPr wrap="none">
            <a:spAutoFit/>
          </a:bodyPr>
          <a:lstStyle/>
          <a:p>
            <a:pPr>
              <a:defRPr b="1" sz="3600">
                <a:solidFill>
                  <a:srgbClr val="141E3C"/>
                </a:solidFill>
              </a:defRPr>
            </a:pPr>
            <a:r>
              <a:t>References</a:t>
            </a:r>
          </a:p>
        </p:txBody>
      </p:sp>
      <p:sp>
        <p:nvSpPr>
          <p:cNvPr id="3" name="TextBox 2"/>
          <p:cNvSpPr txBox="1"/>
          <p:nvPr/>
        </p:nvSpPr>
        <p:spPr>
          <a:xfrm>
            <a:off x="457200" y="1645920"/>
            <a:ext cx="11274552" cy="4572000"/>
          </a:xfrm>
          <a:prstGeom prst="rect">
            <a:avLst/>
          </a:prstGeom>
          <a:noFill/>
        </p:spPr>
        <p:txBody>
          <a:bodyPr wrap="square">
            <a:spAutoFit/>
          </a:bodyPr>
          <a:lstStyle/>
          <a:p>
            <a:pPr>
              <a:defRPr sz="2000">
                <a:solidFill>
                  <a:srgbClr val="323232"/>
                </a:solidFill>
              </a:defRPr>
            </a:pPr>
            <a:r>
              <a:t>[1] A. Corti et al., "Metrological Characterization of the Kinect V2 Time-of-Flight Camera," IEEE Trans. Instrum. Meas., 2016.</a:t>
            </a:r>
          </a:p>
          <a:p>
            <a:pPr>
              <a:defRPr sz="2000">
                <a:solidFill>
                  <a:srgbClr val="323232"/>
                </a:solidFill>
              </a:defRPr>
            </a:pPr>
            <a:r>
              <a:t>[2] H. Su et al., "DeepToF: Off-the-Shelf Real-Time Correction of Multipath Interference in Time-of-Flight Imaging," ACM Trans. Graph., 2018.</a:t>
            </a:r>
          </a:p>
          <a:p>
            <a:pPr>
              <a:defRPr sz="2000">
                <a:solidFill>
                  <a:srgbClr val="323232"/>
                </a:solidFill>
              </a:defRPr>
            </a:pPr>
            <a:r>
              <a:t>[3] J. Jimenez et al., "3D scanner based on a Time-of-Flight camera and a pan-tilt unit," Sensors, 2014.</a:t>
            </a:r>
          </a:p>
          <a:p>
            <a:pPr>
              <a:defRPr sz="2000">
                <a:solidFill>
                  <a:srgbClr val="323232"/>
                </a:solidFill>
              </a:defRPr>
            </a:pPr>
            <a:r>
              <a:t>[4] L. He et al., "Depth camera error analysis and correction," IEEE CVPR, 2017.</a:t>
            </a:r>
          </a:p>
        </p:txBody>
      </p:sp>
    </p:spTree>
  </p:cSld>
  <p:clrMapOvr>
    <a:masterClrMapping/>
  </p:clrMapOvr>
</p:sld>
</file>

<file path=ppt/theme/theme1.xml><?xml version="1.0" encoding="utf-8"?>
<a:theme xmlns:a="http://schemas.openxmlformats.org/drawingml/2006/main" name="Thesis Proposal">
  <a:themeElements>
    <a:clrScheme name="Thesis Proposal">
      <a:dk1>
        <a:srgbClr val="0B1F3A"/>
      </a:dk1>
      <a:lt1>
        <a:srgbClr val="FFFFFF"/>
      </a:lt1>
      <a:dk2>
        <a:srgbClr val="1B2A3D"/>
      </a:dk2>
      <a:lt2>
        <a:srgbClr val="EEF2F6"/>
      </a:lt2>
      <a:accent1>
        <a:srgbClr val="0F7B8A"/>
      </a:accent1>
      <a:accent2>
        <a:srgbClr val="0B1F3A"/>
      </a:accent2>
      <a:accent3>
        <a:srgbClr val="2E8B57"/>
      </a:accent3>
      <a:accent4>
        <a:srgbClr val="C0392B"/>
      </a:accent4>
      <a:accent5>
        <a:srgbClr val="5B6B7F"/>
      </a:accent5>
      <a:accent6>
        <a:srgbClr val="B7791F"/>
      </a:accent6>
      <a:hlink>
        <a:srgbClr val="0F7B8A"/>
      </a:hlink>
      <a:folHlink>
        <a:srgbClr val="5B6B7F"/>
      </a:folHlink>
    </a:clrScheme>
    <a:fontScheme name="Thesis Propos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1567</Words>
  <Application>Microsoft Office PowerPoint</Application>
  <PresentationFormat>Widescreen</PresentationFormat>
  <Paragraphs>225</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Thesis Proposal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Signal-Aware ML Calibration for Low-Cost Pan-Tilt LiDAR</dc:title>
  <dc:subject>PptxGenJS Presentation</dc:subject>
  <dc:creator>Abdul Momit Talukder, Oishi Farzana, Mahfuz Ahmad</dc:creator>
  <cp:lastModifiedBy>mahfuz ahmad</cp:lastModifiedBy>
  <cp:revision>2</cp:revision>
  <dcterms:created xsi:type="dcterms:W3CDTF">2026-10-05T20:43:21Z</dcterms:created>
  <dcterms:modified xsi:type="dcterms:W3CDTF">2026-10-05T21:23:52Z</dcterms:modified>
</cp:coreProperties>
</file>